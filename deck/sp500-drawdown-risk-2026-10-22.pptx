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svg" ContentType="image/svg+xml"/>
  <Override PartName="/ppt/media/image14.svg" ContentType="image/svg+xml"/>
  <Override PartName="/ppt/media/image16.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1640" r:id="rId5"/>
    <p:sldId id="410" r:id="rId6"/>
    <p:sldId id="1652" r:id="rId7"/>
    <p:sldId id="1653" r:id="rId8"/>
    <p:sldId id="1654" r:id="rId9"/>
    <p:sldId id="1655" r:id="rId10"/>
    <p:sldId id="1674" r:id="rId11"/>
    <p:sldId id="1675" r:id="rId12"/>
    <p:sldId id="1657" r:id="rId13"/>
    <p:sldId id="1658" r:id="rId14"/>
    <p:sldId id="1673" r:id="rId15"/>
    <p:sldId id="1659" r:id="rId16"/>
    <p:sldId id="1672" r:id="rId17"/>
    <p:sldId id="1661" r:id="rId18"/>
    <p:sldId id="1662" r:id="rId19"/>
    <p:sldId id="1663" r:id="rId20"/>
    <p:sldId id="1668" r:id="rId21"/>
    <p:sldId id="1669" r:id="rId22"/>
    <p:sldId id="1670" r:id="rId23"/>
    <p:sldId id="1664" r:id="rId24"/>
    <p:sldId id="1667" r:id="rId25"/>
    <p:sldId id="1665" r:id="rId26"/>
    <p:sldId id="1666" r:id="rId27"/>
    <p:sldId id="1671" r:id="rId28"/>
    <p:sldId id="165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02B1E9CB-520E-45E1-8AC4-6D94AE50E8C0}">
          <p14:sldIdLst/>
        </p14:section>
        <p14:section name="Template Slides" id="{B697A3DA-1250-4D5E-AF28-0755A69A49D8}">
          <p14:sldIdLst>
            <p14:sldId id="1640"/>
          </p14:sldIdLst>
        </p14:section>
        <p14:section name="Toolkit Slides" id="{CA7BEC1B-A3E1-4F7B-AAED-BFFDDC75D794}">
          <p14:sldIdLst>
            <p14:sldId id="410"/>
            <p14:sldId id="1652"/>
            <p14:sldId id="1653"/>
            <p14:sldId id="1654"/>
            <p14:sldId id="1655"/>
            <p14:sldId id="1674"/>
            <p14:sldId id="1675"/>
            <p14:sldId id="1657"/>
            <p14:sldId id="1658"/>
            <p14:sldId id="1673"/>
            <p14:sldId id="1659"/>
            <p14:sldId id="1672"/>
            <p14:sldId id="1661"/>
            <p14:sldId id="1662"/>
            <p14:sldId id="1663"/>
            <p14:sldId id="1668"/>
            <p14:sldId id="1669"/>
            <p14:sldId id="1670"/>
            <p14:sldId id="1664"/>
            <p14:sldId id="1667"/>
            <p14:sldId id="1665"/>
            <p14:sldId id="1666"/>
            <p14:sldId id="1671"/>
            <p14:sldId id="165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B537"/>
    <a:srgbClr val="ED7700"/>
    <a:srgbClr val="EE0044"/>
    <a:srgbClr val="E7ECF0"/>
    <a:srgbClr val="E6ECF0"/>
    <a:srgbClr val="000000"/>
    <a:srgbClr val="5457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76" autoAdjust="0"/>
    <p:restoredTop sz="86445" autoAdjust="0"/>
  </p:normalViewPr>
  <p:slideViewPr>
    <p:cSldViewPr snapToGrid="0">
      <p:cViewPr varScale="1">
        <p:scale>
          <a:sx n="108" d="100"/>
          <a:sy n="108" d="100"/>
        </p:scale>
        <p:origin x="1128" y="184"/>
      </p:cViewPr>
      <p:guideLst/>
    </p:cSldViewPr>
  </p:slideViewPr>
  <p:outlineViewPr>
    <p:cViewPr>
      <p:scale>
        <a:sx n="33" d="100"/>
        <a:sy n="33" d="100"/>
      </p:scale>
      <p:origin x="0" y="-32988"/>
    </p:cViewPr>
  </p:outlineViewPr>
  <p:notesTextViewPr>
    <p:cViewPr>
      <p:scale>
        <a:sx n="3" d="2"/>
        <a:sy n="3" d="2"/>
      </p:scale>
      <p:origin x="0" y="0"/>
    </p:cViewPr>
  </p:notesTextViewPr>
  <p:sorterViewPr>
    <p:cViewPr>
      <p:scale>
        <a:sx n="100" d="100"/>
        <a:sy n="100" d="100"/>
      </p:scale>
      <p:origin x="0" y="-3350"/>
    </p:cViewPr>
  </p:sorterViewPr>
  <p:notesViewPr>
    <p:cSldViewPr snapToGrid="0" showGuides="1">
      <p:cViewPr varScale="1">
        <p:scale>
          <a:sx n="80" d="100"/>
          <a:sy n="80" d="100"/>
        </p:scale>
        <p:origin x="3144" y="11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Three-month total return</c:v>
                </c:pt>
              </c:strCache>
            </c:strRef>
          </c:tx>
          <c:spPr>
            <a:ln w="12700">
              <a:solidFill>
                <a:srgbClr val="00698E"/>
              </a:solidFill>
            </a:ln>
          </c:spPr>
          <c:marker>
            <c:symbol val="none"/>
          </c:marker>
          <c:cat>
            <c:numRef>
              <c:f>Sheet1!$A$2:$A$1183</c:f>
              <c:numCache>
                <c:formatCode>yyyy\-mm\-dd</c:formatCode>
                <c:ptCount val="1182"/>
                <c:pt idx="0">
                  <c:v>10258</c:v>
                </c:pt>
                <c:pt idx="1">
                  <c:v>10287</c:v>
                </c:pt>
                <c:pt idx="2">
                  <c:v>10318</c:v>
                </c:pt>
                <c:pt idx="3">
                  <c:v>10348</c:v>
                </c:pt>
                <c:pt idx="4">
                  <c:v>10379</c:v>
                </c:pt>
                <c:pt idx="5">
                  <c:v>10409</c:v>
                </c:pt>
                <c:pt idx="6">
                  <c:v>10440</c:v>
                </c:pt>
                <c:pt idx="7">
                  <c:v>10471</c:v>
                </c:pt>
                <c:pt idx="8">
                  <c:v>10501</c:v>
                </c:pt>
                <c:pt idx="9">
                  <c:v>10532</c:v>
                </c:pt>
                <c:pt idx="10">
                  <c:v>10562</c:v>
                </c:pt>
                <c:pt idx="11">
                  <c:v>10593</c:v>
                </c:pt>
                <c:pt idx="12">
                  <c:v>10624</c:v>
                </c:pt>
                <c:pt idx="13">
                  <c:v>10652</c:v>
                </c:pt>
                <c:pt idx="14">
                  <c:v>10683</c:v>
                </c:pt>
                <c:pt idx="15">
                  <c:v>10713</c:v>
                </c:pt>
                <c:pt idx="16">
                  <c:v>10744</c:v>
                </c:pt>
                <c:pt idx="17">
                  <c:v>10774</c:v>
                </c:pt>
                <c:pt idx="18">
                  <c:v>10805</c:v>
                </c:pt>
                <c:pt idx="19">
                  <c:v>10836</c:v>
                </c:pt>
                <c:pt idx="20">
                  <c:v>10866</c:v>
                </c:pt>
                <c:pt idx="21">
                  <c:v>10897</c:v>
                </c:pt>
                <c:pt idx="22">
                  <c:v>10927</c:v>
                </c:pt>
                <c:pt idx="23">
                  <c:v>10958</c:v>
                </c:pt>
                <c:pt idx="24">
                  <c:v>10989</c:v>
                </c:pt>
                <c:pt idx="25">
                  <c:v>11017</c:v>
                </c:pt>
                <c:pt idx="26">
                  <c:v>11048</c:v>
                </c:pt>
                <c:pt idx="27">
                  <c:v>11078</c:v>
                </c:pt>
                <c:pt idx="28">
                  <c:v>11109</c:v>
                </c:pt>
                <c:pt idx="29">
                  <c:v>11139</c:v>
                </c:pt>
                <c:pt idx="30">
                  <c:v>11170</c:v>
                </c:pt>
                <c:pt idx="31">
                  <c:v>11201</c:v>
                </c:pt>
                <c:pt idx="32">
                  <c:v>11231</c:v>
                </c:pt>
                <c:pt idx="33">
                  <c:v>11262</c:v>
                </c:pt>
                <c:pt idx="34">
                  <c:v>11292</c:v>
                </c:pt>
                <c:pt idx="35">
                  <c:v>11323</c:v>
                </c:pt>
                <c:pt idx="36">
                  <c:v>11354</c:v>
                </c:pt>
                <c:pt idx="37">
                  <c:v>11382</c:v>
                </c:pt>
                <c:pt idx="38">
                  <c:v>11413</c:v>
                </c:pt>
                <c:pt idx="39">
                  <c:v>11443</c:v>
                </c:pt>
                <c:pt idx="40">
                  <c:v>11474</c:v>
                </c:pt>
                <c:pt idx="41">
                  <c:v>11504</c:v>
                </c:pt>
                <c:pt idx="42">
                  <c:v>11535</c:v>
                </c:pt>
                <c:pt idx="43">
                  <c:v>11566</c:v>
                </c:pt>
                <c:pt idx="44">
                  <c:v>11596</c:v>
                </c:pt>
                <c:pt idx="45">
                  <c:v>11627</c:v>
                </c:pt>
                <c:pt idx="46">
                  <c:v>11657</c:v>
                </c:pt>
                <c:pt idx="47">
                  <c:v>11688</c:v>
                </c:pt>
                <c:pt idx="48">
                  <c:v>11719</c:v>
                </c:pt>
                <c:pt idx="49">
                  <c:v>11748</c:v>
                </c:pt>
                <c:pt idx="50">
                  <c:v>11779</c:v>
                </c:pt>
                <c:pt idx="51">
                  <c:v>11809</c:v>
                </c:pt>
                <c:pt idx="52">
                  <c:v>11840</c:v>
                </c:pt>
                <c:pt idx="53">
                  <c:v>11870</c:v>
                </c:pt>
                <c:pt idx="54">
                  <c:v>11901</c:v>
                </c:pt>
                <c:pt idx="55">
                  <c:v>11932</c:v>
                </c:pt>
                <c:pt idx="56">
                  <c:v>11962</c:v>
                </c:pt>
                <c:pt idx="57">
                  <c:v>11993</c:v>
                </c:pt>
                <c:pt idx="58">
                  <c:v>12023</c:v>
                </c:pt>
                <c:pt idx="59">
                  <c:v>12054</c:v>
                </c:pt>
                <c:pt idx="60">
                  <c:v>12085</c:v>
                </c:pt>
                <c:pt idx="61">
                  <c:v>12113</c:v>
                </c:pt>
                <c:pt idx="62">
                  <c:v>12144</c:v>
                </c:pt>
                <c:pt idx="63">
                  <c:v>12174</c:v>
                </c:pt>
                <c:pt idx="64">
                  <c:v>12205</c:v>
                </c:pt>
                <c:pt idx="65">
                  <c:v>12235</c:v>
                </c:pt>
                <c:pt idx="66">
                  <c:v>12266</c:v>
                </c:pt>
                <c:pt idx="67">
                  <c:v>12297</c:v>
                </c:pt>
                <c:pt idx="68">
                  <c:v>12327</c:v>
                </c:pt>
                <c:pt idx="69">
                  <c:v>12358</c:v>
                </c:pt>
                <c:pt idx="70">
                  <c:v>12388</c:v>
                </c:pt>
                <c:pt idx="71">
                  <c:v>12419</c:v>
                </c:pt>
                <c:pt idx="72">
                  <c:v>12450</c:v>
                </c:pt>
                <c:pt idx="73">
                  <c:v>12478</c:v>
                </c:pt>
                <c:pt idx="74">
                  <c:v>12509</c:v>
                </c:pt>
                <c:pt idx="75">
                  <c:v>12539</c:v>
                </c:pt>
                <c:pt idx="76">
                  <c:v>12570</c:v>
                </c:pt>
                <c:pt idx="77">
                  <c:v>12600</c:v>
                </c:pt>
                <c:pt idx="78">
                  <c:v>12631</c:v>
                </c:pt>
                <c:pt idx="79">
                  <c:v>12662</c:v>
                </c:pt>
                <c:pt idx="80">
                  <c:v>12692</c:v>
                </c:pt>
                <c:pt idx="81">
                  <c:v>12723</c:v>
                </c:pt>
                <c:pt idx="82">
                  <c:v>12753</c:v>
                </c:pt>
                <c:pt idx="83">
                  <c:v>12784</c:v>
                </c:pt>
                <c:pt idx="84">
                  <c:v>12815</c:v>
                </c:pt>
                <c:pt idx="85">
                  <c:v>12843</c:v>
                </c:pt>
                <c:pt idx="86">
                  <c:v>12874</c:v>
                </c:pt>
                <c:pt idx="87">
                  <c:v>12904</c:v>
                </c:pt>
                <c:pt idx="88">
                  <c:v>12935</c:v>
                </c:pt>
                <c:pt idx="89">
                  <c:v>12965</c:v>
                </c:pt>
                <c:pt idx="90">
                  <c:v>12996</c:v>
                </c:pt>
                <c:pt idx="91">
                  <c:v>13027</c:v>
                </c:pt>
                <c:pt idx="92">
                  <c:v>13057</c:v>
                </c:pt>
                <c:pt idx="93">
                  <c:v>13088</c:v>
                </c:pt>
                <c:pt idx="94">
                  <c:v>13118</c:v>
                </c:pt>
                <c:pt idx="95">
                  <c:v>13149</c:v>
                </c:pt>
                <c:pt idx="96">
                  <c:v>13180</c:v>
                </c:pt>
                <c:pt idx="97">
                  <c:v>13209</c:v>
                </c:pt>
                <c:pt idx="98">
                  <c:v>13240</c:v>
                </c:pt>
                <c:pt idx="99">
                  <c:v>13270</c:v>
                </c:pt>
                <c:pt idx="100">
                  <c:v>13301</c:v>
                </c:pt>
                <c:pt idx="101">
                  <c:v>13331</c:v>
                </c:pt>
                <c:pt idx="102">
                  <c:v>13362</c:v>
                </c:pt>
                <c:pt idx="103">
                  <c:v>13393</c:v>
                </c:pt>
                <c:pt idx="104">
                  <c:v>13423</c:v>
                </c:pt>
                <c:pt idx="105">
                  <c:v>13454</c:v>
                </c:pt>
                <c:pt idx="106">
                  <c:v>13484</c:v>
                </c:pt>
                <c:pt idx="107">
                  <c:v>13515</c:v>
                </c:pt>
                <c:pt idx="108">
                  <c:v>13546</c:v>
                </c:pt>
                <c:pt idx="109">
                  <c:v>13574</c:v>
                </c:pt>
                <c:pt idx="110">
                  <c:v>13605</c:v>
                </c:pt>
                <c:pt idx="111">
                  <c:v>13635</c:v>
                </c:pt>
                <c:pt idx="112">
                  <c:v>13666</c:v>
                </c:pt>
                <c:pt idx="113">
                  <c:v>13696</c:v>
                </c:pt>
                <c:pt idx="114">
                  <c:v>13727</c:v>
                </c:pt>
                <c:pt idx="115">
                  <c:v>13758</c:v>
                </c:pt>
                <c:pt idx="116">
                  <c:v>13788</c:v>
                </c:pt>
                <c:pt idx="117">
                  <c:v>13819</c:v>
                </c:pt>
                <c:pt idx="118">
                  <c:v>13849</c:v>
                </c:pt>
                <c:pt idx="119">
                  <c:v>13880</c:v>
                </c:pt>
                <c:pt idx="120">
                  <c:v>13911</c:v>
                </c:pt>
                <c:pt idx="121">
                  <c:v>13939</c:v>
                </c:pt>
                <c:pt idx="122">
                  <c:v>13970</c:v>
                </c:pt>
                <c:pt idx="123">
                  <c:v>14000</c:v>
                </c:pt>
                <c:pt idx="124">
                  <c:v>14031</c:v>
                </c:pt>
                <c:pt idx="125">
                  <c:v>14061</c:v>
                </c:pt>
                <c:pt idx="126">
                  <c:v>14092</c:v>
                </c:pt>
                <c:pt idx="127">
                  <c:v>14123</c:v>
                </c:pt>
                <c:pt idx="128">
                  <c:v>14153</c:v>
                </c:pt>
                <c:pt idx="129">
                  <c:v>14184</c:v>
                </c:pt>
                <c:pt idx="130">
                  <c:v>14214</c:v>
                </c:pt>
                <c:pt idx="131">
                  <c:v>14245</c:v>
                </c:pt>
                <c:pt idx="132">
                  <c:v>14276</c:v>
                </c:pt>
                <c:pt idx="133">
                  <c:v>14304</c:v>
                </c:pt>
                <c:pt idx="134">
                  <c:v>14335</c:v>
                </c:pt>
                <c:pt idx="135">
                  <c:v>14365</c:v>
                </c:pt>
                <c:pt idx="136">
                  <c:v>14396</c:v>
                </c:pt>
                <c:pt idx="137">
                  <c:v>14426</c:v>
                </c:pt>
                <c:pt idx="138">
                  <c:v>14457</c:v>
                </c:pt>
                <c:pt idx="139">
                  <c:v>14488</c:v>
                </c:pt>
                <c:pt idx="140">
                  <c:v>14518</c:v>
                </c:pt>
                <c:pt idx="141">
                  <c:v>14549</c:v>
                </c:pt>
                <c:pt idx="142">
                  <c:v>14579</c:v>
                </c:pt>
                <c:pt idx="143">
                  <c:v>14610</c:v>
                </c:pt>
                <c:pt idx="144">
                  <c:v>14641</c:v>
                </c:pt>
                <c:pt idx="145">
                  <c:v>14670</c:v>
                </c:pt>
                <c:pt idx="146">
                  <c:v>14701</c:v>
                </c:pt>
                <c:pt idx="147">
                  <c:v>14731</c:v>
                </c:pt>
                <c:pt idx="148">
                  <c:v>14762</c:v>
                </c:pt>
                <c:pt idx="149">
                  <c:v>14792</c:v>
                </c:pt>
                <c:pt idx="150">
                  <c:v>14823</c:v>
                </c:pt>
                <c:pt idx="151">
                  <c:v>14854</c:v>
                </c:pt>
                <c:pt idx="152">
                  <c:v>14884</c:v>
                </c:pt>
                <c:pt idx="153">
                  <c:v>14915</c:v>
                </c:pt>
                <c:pt idx="154">
                  <c:v>14945</c:v>
                </c:pt>
                <c:pt idx="155">
                  <c:v>14976</c:v>
                </c:pt>
                <c:pt idx="156">
                  <c:v>15007</c:v>
                </c:pt>
                <c:pt idx="157">
                  <c:v>15035</c:v>
                </c:pt>
                <c:pt idx="158">
                  <c:v>15066</c:v>
                </c:pt>
                <c:pt idx="159">
                  <c:v>15096</c:v>
                </c:pt>
                <c:pt idx="160">
                  <c:v>15127</c:v>
                </c:pt>
                <c:pt idx="161">
                  <c:v>15157</c:v>
                </c:pt>
                <c:pt idx="162">
                  <c:v>15188</c:v>
                </c:pt>
                <c:pt idx="163">
                  <c:v>15219</c:v>
                </c:pt>
                <c:pt idx="164">
                  <c:v>15249</c:v>
                </c:pt>
                <c:pt idx="165">
                  <c:v>15280</c:v>
                </c:pt>
                <c:pt idx="166">
                  <c:v>15310</c:v>
                </c:pt>
                <c:pt idx="167">
                  <c:v>15341</c:v>
                </c:pt>
                <c:pt idx="168">
                  <c:v>15372</c:v>
                </c:pt>
                <c:pt idx="169">
                  <c:v>15400</c:v>
                </c:pt>
                <c:pt idx="170">
                  <c:v>15431</c:v>
                </c:pt>
                <c:pt idx="171">
                  <c:v>15461</c:v>
                </c:pt>
                <c:pt idx="172">
                  <c:v>15492</c:v>
                </c:pt>
                <c:pt idx="173">
                  <c:v>15522</c:v>
                </c:pt>
                <c:pt idx="174">
                  <c:v>15553</c:v>
                </c:pt>
                <c:pt idx="175">
                  <c:v>15584</c:v>
                </c:pt>
                <c:pt idx="176">
                  <c:v>15614</c:v>
                </c:pt>
                <c:pt idx="177">
                  <c:v>15645</c:v>
                </c:pt>
                <c:pt idx="178">
                  <c:v>15675</c:v>
                </c:pt>
                <c:pt idx="179">
                  <c:v>15706</c:v>
                </c:pt>
                <c:pt idx="180">
                  <c:v>15737</c:v>
                </c:pt>
                <c:pt idx="181">
                  <c:v>15765</c:v>
                </c:pt>
                <c:pt idx="182">
                  <c:v>15796</c:v>
                </c:pt>
                <c:pt idx="183">
                  <c:v>15826</c:v>
                </c:pt>
                <c:pt idx="184">
                  <c:v>15857</c:v>
                </c:pt>
                <c:pt idx="185">
                  <c:v>15887</c:v>
                </c:pt>
                <c:pt idx="186">
                  <c:v>15918</c:v>
                </c:pt>
                <c:pt idx="187">
                  <c:v>15949</c:v>
                </c:pt>
                <c:pt idx="188">
                  <c:v>15979</c:v>
                </c:pt>
                <c:pt idx="189">
                  <c:v>16010</c:v>
                </c:pt>
                <c:pt idx="190">
                  <c:v>16040</c:v>
                </c:pt>
                <c:pt idx="191">
                  <c:v>16071</c:v>
                </c:pt>
                <c:pt idx="192">
                  <c:v>16102</c:v>
                </c:pt>
                <c:pt idx="193">
                  <c:v>16131</c:v>
                </c:pt>
                <c:pt idx="194">
                  <c:v>16162</c:v>
                </c:pt>
                <c:pt idx="195">
                  <c:v>16192</c:v>
                </c:pt>
                <c:pt idx="196">
                  <c:v>16223</c:v>
                </c:pt>
                <c:pt idx="197">
                  <c:v>16253</c:v>
                </c:pt>
                <c:pt idx="198">
                  <c:v>16284</c:v>
                </c:pt>
                <c:pt idx="199">
                  <c:v>16315</c:v>
                </c:pt>
                <c:pt idx="200">
                  <c:v>16345</c:v>
                </c:pt>
                <c:pt idx="201">
                  <c:v>16376</c:v>
                </c:pt>
                <c:pt idx="202">
                  <c:v>16406</c:v>
                </c:pt>
                <c:pt idx="203">
                  <c:v>16437</c:v>
                </c:pt>
                <c:pt idx="204">
                  <c:v>16468</c:v>
                </c:pt>
                <c:pt idx="205">
                  <c:v>16496</c:v>
                </c:pt>
                <c:pt idx="206">
                  <c:v>16527</c:v>
                </c:pt>
                <c:pt idx="207">
                  <c:v>16557</c:v>
                </c:pt>
                <c:pt idx="208">
                  <c:v>16588</c:v>
                </c:pt>
                <c:pt idx="209">
                  <c:v>16618</c:v>
                </c:pt>
                <c:pt idx="210">
                  <c:v>16649</c:v>
                </c:pt>
                <c:pt idx="211">
                  <c:v>16680</c:v>
                </c:pt>
                <c:pt idx="212">
                  <c:v>16710</c:v>
                </c:pt>
                <c:pt idx="213">
                  <c:v>16741</c:v>
                </c:pt>
                <c:pt idx="214">
                  <c:v>16771</c:v>
                </c:pt>
                <c:pt idx="215">
                  <c:v>16802</c:v>
                </c:pt>
                <c:pt idx="216">
                  <c:v>16833</c:v>
                </c:pt>
                <c:pt idx="217">
                  <c:v>16861</c:v>
                </c:pt>
                <c:pt idx="218">
                  <c:v>16892</c:v>
                </c:pt>
                <c:pt idx="219">
                  <c:v>16922</c:v>
                </c:pt>
                <c:pt idx="220">
                  <c:v>16953</c:v>
                </c:pt>
                <c:pt idx="221">
                  <c:v>16983</c:v>
                </c:pt>
                <c:pt idx="222">
                  <c:v>17014</c:v>
                </c:pt>
                <c:pt idx="223">
                  <c:v>17045</c:v>
                </c:pt>
                <c:pt idx="224">
                  <c:v>17075</c:v>
                </c:pt>
                <c:pt idx="225">
                  <c:v>17106</c:v>
                </c:pt>
                <c:pt idx="226">
                  <c:v>17136</c:v>
                </c:pt>
                <c:pt idx="227">
                  <c:v>17167</c:v>
                </c:pt>
                <c:pt idx="228">
                  <c:v>17198</c:v>
                </c:pt>
                <c:pt idx="229">
                  <c:v>17226</c:v>
                </c:pt>
                <c:pt idx="230">
                  <c:v>17257</c:v>
                </c:pt>
                <c:pt idx="231">
                  <c:v>17287</c:v>
                </c:pt>
                <c:pt idx="232">
                  <c:v>17318</c:v>
                </c:pt>
                <c:pt idx="233">
                  <c:v>17348</c:v>
                </c:pt>
                <c:pt idx="234">
                  <c:v>17379</c:v>
                </c:pt>
                <c:pt idx="235">
                  <c:v>17410</c:v>
                </c:pt>
                <c:pt idx="236">
                  <c:v>17440</c:v>
                </c:pt>
                <c:pt idx="237">
                  <c:v>17471</c:v>
                </c:pt>
                <c:pt idx="238">
                  <c:v>17501</c:v>
                </c:pt>
                <c:pt idx="239">
                  <c:v>17532</c:v>
                </c:pt>
                <c:pt idx="240">
                  <c:v>17563</c:v>
                </c:pt>
                <c:pt idx="241">
                  <c:v>17592</c:v>
                </c:pt>
                <c:pt idx="242">
                  <c:v>17623</c:v>
                </c:pt>
                <c:pt idx="243">
                  <c:v>17653</c:v>
                </c:pt>
                <c:pt idx="244">
                  <c:v>17684</c:v>
                </c:pt>
                <c:pt idx="245">
                  <c:v>17714</c:v>
                </c:pt>
                <c:pt idx="246">
                  <c:v>17745</c:v>
                </c:pt>
                <c:pt idx="247">
                  <c:v>17776</c:v>
                </c:pt>
                <c:pt idx="248">
                  <c:v>17806</c:v>
                </c:pt>
                <c:pt idx="249">
                  <c:v>17837</c:v>
                </c:pt>
                <c:pt idx="250">
                  <c:v>17867</c:v>
                </c:pt>
                <c:pt idx="251">
                  <c:v>17898</c:v>
                </c:pt>
                <c:pt idx="252">
                  <c:v>17929</c:v>
                </c:pt>
                <c:pt idx="253">
                  <c:v>17957</c:v>
                </c:pt>
                <c:pt idx="254">
                  <c:v>17988</c:v>
                </c:pt>
                <c:pt idx="255">
                  <c:v>18018</c:v>
                </c:pt>
                <c:pt idx="256">
                  <c:v>18049</c:v>
                </c:pt>
                <c:pt idx="257">
                  <c:v>18079</c:v>
                </c:pt>
                <c:pt idx="258">
                  <c:v>18110</c:v>
                </c:pt>
                <c:pt idx="259">
                  <c:v>18141</c:v>
                </c:pt>
                <c:pt idx="260">
                  <c:v>18171</c:v>
                </c:pt>
                <c:pt idx="261">
                  <c:v>18202</c:v>
                </c:pt>
                <c:pt idx="262">
                  <c:v>18232</c:v>
                </c:pt>
                <c:pt idx="263">
                  <c:v>18263</c:v>
                </c:pt>
                <c:pt idx="264">
                  <c:v>18294</c:v>
                </c:pt>
                <c:pt idx="265">
                  <c:v>18322</c:v>
                </c:pt>
                <c:pt idx="266">
                  <c:v>18353</c:v>
                </c:pt>
                <c:pt idx="267">
                  <c:v>18383</c:v>
                </c:pt>
                <c:pt idx="268">
                  <c:v>18414</c:v>
                </c:pt>
                <c:pt idx="269">
                  <c:v>18444</c:v>
                </c:pt>
                <c:pt idx="270">
                  <c:v>18475</c:v>
                </c:pt>
                <c:pt idx="271">
                  <c:v>18506</c:v>
                </c:pt>
                <c:pt idx="272">
                  <c:v>18536</c:v>
                </c:pt>
                <c:pt idx="273">
                  <c:v>18567</c:v>
                </c:pt>
                <c:pt idx="274">
                  <c:v>18597</c:v>
                </c:pt>
                <c:pt idx="275">
                  <c:v>18628</c:v>
                </c:pt>
                <c:pt idx="276">
                  <c:v>18659</c:v>
                </c:pt>
                <c:pt idx="277">
                  <c:v>18687</c:v>
                </c:pt>
                <c:pt idx="278">
                  <c:v>18718</c:v>
                </c:pt>
                <c:pt idx="279">
                  <c:v>18748</c:v>
                </c:pt>
                <c:pt idx="280">
                  <c:v>18779</c:v>
                </c:pt>
                <c:pt idx="281">
                  <c:v>18809</c:v>
                </c:pt>
                <c:pt idx="282">
                  <c:v>18840</c:v>
                </c:pt>
                <c:pt idx="283">
                  <c:v>18871</c:v>
                </c:pt>
                <c:pt idx="284">
                  <c:v>18901</c:v>
                </c:pt>
                <c:pt idx="285">
                  <c:v>18932</c:v>
                </c:pt>
                <c:pt idx="286">
                  <c:v>18962</c:v>
                </c:pt>
                <c:pt idx="287">
                  <c:v>18993</c:v>
                </c:pt>
                <c:pt idx="288">
                  <c:v>19024</c:v>
                </c:pt>
                <c:pt idx="289">
                  <c:v>19053</c:v>
                </c:pt>
                <c:pt idx="290">
                  <c:v>19084</c:v>
                </c:pt>
                <c:pt idx="291">
                  <c:v>19114</c:v>
                </c:pt>
                <c:pt idx="292">
                  <c:v>19145</c:v>
                </c:pt>
                <c:pt idx="293">
                  <c:v>19175</c:v>
                </c:pt>
                <c:pt idx="294">
                  <c:v>19206</c:v>
                </c:pt>
                <c:pt idx="295">
                  <c:v>19237</c:v>
                </c:pt>
                <c:pt idx="296">
                  <c:v>19267</c:v>
                </c:pt>
                <c:pt idx="297">
                  <c:v>19298</c:v>
                </c:pt>
                <c:pt idx="298">
                  <c:v>19328</c:v>
                </c:pt>
                <c:pt idx="299">
                  <c:v>19359</c:v>
                </c:pt>
                <c:pt idx="300">
                  <c:v>19390</c:v>
                </c:pt>
                <c:pt idx="301">
                  <c:v>19418</c:v>
                </c:pt>
                <c:pt idx="302">
                  <c:v>19449</c:v>
                </c:pt>
                <c:pt idx="303">
                  <c:v>19479</c:v>
                </c:pt>
                <c:pt idx="304">
                  <c:v>19510</c:v>
                </c:pt>
                <c:pt idx="305">
                  <c:v>19540</c:v>
                </c:pt>
                <c:pt idx="306">
                  <c:v>19571</c:v>
                </c:pt>
                <c:pt idx="307">
                  <c:v>19602</c:v>
                </c:pt>
                <c:pt idx="308">
                  <c:v>19632</c:v>
                </c:pt>
                <c:pt idx="309">
                  <c:v>19663</c:v>
                </c:pt>
                <c:pt idx="310">
                  <c:v>19693</c:v>
                </c:pt>
                <c:pt idx="311">
                  <c:v>19724</c:v>
                </c:pt>
                <c:pt idx="312">
                  <c:v>19755</c:v>
                </c:pt>
                <c:pt idx="313">
                  <c:v>19783</c:v>
                </c:pt>
                <c:pt idx="314">
                  <c:v>19814</c:v>
                </c:pt>
                <c:pt idx="315">
                  <c:v>19844</c:v>
                </c:pt>
                <c:pt idx="316">
                  <c:v>19875</c:v>
                </c:pt>
                <c:pt idx="317">
                  <c:v>19905</c:v>
                </c:pt>
                <c:pt idx="318">
                  <c:v>19936</c:v>
                </c:pt>
                <c:pt idx="319">
                  <c:v>19967</c:v>
                </c:pt>
                <c:pt idx="320">
                  <c:v>19997</c:v>
                </c:pt>
                <c:pt idx="321">
                  <c:v>20028</c:v>
                </c:pt>
                <c:pt idx="322">
                  <c:v>20058</c:v>
                </c:pt>
                <c:pt idx="323">
                  <c:v>20089</c:v>
                </c:pt>
                <c:pt idx="324">
                  <c:v>20120</c:v>
                </c:pt>
                <c:pt idx="325">
                  <c:v>20148</c:v>
                </c:pt>
                <c:pt idx="326">
                  <c:v>20179</c:v>
                </c:pt>
                <c:pt idx="327">
                  <c:v>20209</c:v>
                </c:pt>
                <c:pt idx="328">
                  <c:v>20240</c:v>
                </c:pt>
                <c:pt idx="329">
                  <c:v>20270</c:v>
                </c:pt>
                <c:pt idx="330">
                  <c:v>20301</c:v>
                </c:pt>
                <c:pt idx="331">
                  <c:v>20332</c:v>
                </c:pt>
                <c:pt idx="332">
                  <c:v>20362</c:v>
                </c:pt>
                <c:pt idx="333">
                  <c:v>20393</c:v>
                </c:pt>
                <c:pt idx="334">
                  <c:v>20423</c:v>
                </c:pt>
                <c:pt idx="335">
                  <c:v>20454</c:v>
                </c:pt>
                <c:pt idx="336">
                  <c:v>20485</c:v>
                </c:pt>
                <c:pt idx="337">
                  <c:v>20514</c:v>
                </c:pt>
                <c:pt idx="338">
                  <c:v>20545</c:v>
                </c:pt>
                <c:pt idx="339">
                  <c:v>20575</c:v>
                </c:pt>
                <c:pt idx="340">
                  <c:v>20606</c:v>
                </c:pt>
                <c:pt idx="341">
                  <c:v>20636</c:v>
                </c:pt>
                <c:pt idx="342">
                  <c:v>20667</c:v>
                </c:pt>
                <c:pt idx="343">
                  <c:v>20698</c:v>
                </c:pt>
                <c:pt idx="344">
                  <c:v>20728</c:v>
                </c:pt>
                <c:pt idx="345">
                  <c:v>20759</c:v>
                </c:pt>
                <c:pt idx="346">
                  <c:v>20789</c:v>
                </c:pt>
                <c:pt idx="347">
                  <c:v>20820</c:v>
                </c:pt>
                <c:pt idx="348">
                  <c:v>20851</c:v>
                </c:pt>
                <c:pt idx="349">
                  <c:v>20879</c:v>
                </c:pt>
                <c:pt idx="350">
                  <c:v>20910</c:v>
                </c:pt>
                <c:pt idx="351">
                  <c:v>20940</c:v>
                </c:pt>
                <c:pt idx="352">
                  <c:v>20971</c:v>
                </c:pt>
                <c:pt idx="353">
                  <c:v>21001</c:v>
                </c:pt>
                <c:pt idx="354">
                  <c:v>21032</c:v>
                </c:pt>
                <c:pt idx="355">
                  <c:v>21063</c:v>
                </c:pt>
                <c:pt idx="356">
                  <c:v>21093</c:v>
                </c:pt>
                <c:pt idx="357">
                  <c:v>21124</c:v>
                </c:pt>
                <c:pt idx="358">
                  <c:v>21154</c:v>
                </c:pt>
                <c:pt idx="359">
                  <c:v>21185</c:v>
                </c:pt>
                <c:pt idx="360">
                  <c:v>21216</c:v>
                </c:pt>
                <c:pt idx="361">
                  <c:v>21244</c:v>
                </c:pt>
                <c:pt idx="362">
                  <c:v>21275</c:v>
                </c:pt>
                <c:pt idx="363">
                  <c:v>21305</c:v>
                </c:pt>
                <c:pt idx="364">
                  <c:v>21336</c:v>
                </c:pt>
                <c:pt idx="365">
                  <c:v>21366</c:v>
                </c:pt>
                <c:pt idx="366">
                  <c:v>21397</c:v>
                </c:pt>
                <c:pt idx="367">
                  <c:v>21428</c:v>
                </c:pt>
                <c:pt idx="368">
                  <c:v>21458</c:v>
                </c:pt>
                <c:pt idx="369">
                  <c:v>21489</c:v>
                </c:pt>
                <c:pt idx="370">
                  <c:v>21519</c:v>
                </c:pt>
                <c:pt idx="371">
                  <c:v>21550</c:v>
                </c:pt>
                <c:pt idx="372">
                  <c:v>21581</c:v>
                </c:pt>
                <c:pt idx="373">
                  <c:v>21609</c:v>
                </c:pt>
                <c:pt idx="374">
                  <c:v>21640</c:v>
                </c:pt>
                <c:pt idx="375">
                  <c:v>21670</c:v>
                </c:pt>
                <c:pt idx="376">
                  <c:v>21701</c:v>
                </c:pt>
                <c:pt idx="377">
                  <c:v>21731</c:v>
                </c:pt>
                <c:pt idx="378">
                  <c:v>21762</c:v>
                </c:pt>
                <c:pt idx="379">
                  <c:v>21793</c:v>
                </c:pt>
                <c:pt idx="380">
                  <c:v>21823</c:v>
                </c:pt>
                <c:pt idx="381">
                  <c:v>21854</c:v>
                </c:pt>
                <c:pt idx="382">
                  <c:v>21884</c:v>
                </c:pt>
                <c:pt idx="383">
                  <c:v>21915</c:v>
                </c:pt>
                <c:pt idx="384">
                  <c:v>21946</c:v>
                </c:pt>
                <c:pt idx="385">
                  <c:v>21975</c:v>
                </c:pt>
                <c:pt idx="386">
                  <c:v>22006</c:v>
                </c:pt>
                <c:pt idx="387">
                  <c:v>22036</c:v>
                </c:pt>
                <c:pt idx="388">
                  <c:v>22067</c:v>
                </c:pt>
                <c:pt idx="389">
                  <c:v>22097</c:v>
                </c:pt>
                <c:pt idx="390">
                  <c:v>22128</c:v>
                </c:pt>
                <c:pt idx="391">
                  <c:v>22159</c:v>
                </c:pt>
                <c:pt idx="392">
                  <c:v>22189</c:v>
                </c:pt>
                <c:pt idx="393">
                  <c:v>22220</c:v>
                </c:pt>
                <c:pt idx="394">
                  <c:v>22250</c:v>
                </c:pt>
                <c:pt idx="395">
                  <c:v>22281</c:v>
                </c:pt>
                <c:pt idx="396">
                  <c:v>22312</c:v>
                </c:pt>
                <c:pt idx="397">
                  <c:v>22340</c:v>
                </c:pt>
                <c:pt idx="398">
                  <c:v>22371</c:v>
                </c:pt>
                <c:pt idx="399">
                  <c:v>22401</c:v>
                </c:pt>
                <c:pt idx="400">
                  <c:v>22432</c:v>
                </c:pt>
                <c:pt idx="401">
                  <c:v>22462</c:v>
                </c:pt>
                <c:pt idx="402">
                  <c:v>22493</c:v>
                </c:pt>
                <c:pt idx="403">
                  <c:v>22524</c:v>
                </c:pt>
                <c:pt idx="404">
                  <c:v>22554</c:v>
                </c:pt>
                <c:pt idx="405">
                  <c:v>22585</c:v>
                </c:pt>
                <c:pt idx="406">
                  <c:v>22615</c:v>
                </c:pt>
                <c:pt idx="407">
                  <c:v>22646</c:v>
                </c:pt>
                <c:pt idx="408">
                  <c:v>22677</c:v>
                </c:pt>
                <c:pt idx="409">
                  <c:v>22705</c:v>
                </c:pt>
                <c:pt idx="410">
                  <c:v>22736</c:v>
                </c:pt>
                <c:pt idx="411">
                  <c:v>22766</c:v>
                </c:pt>
                <c:pt idx="412">
                  <c:v>22797</c:v>
                </c:pt>
                <c:pt idx="413">
                  <c:v>22827</c:v>
                </c:pt>
                <c:pt idx="414">
                  <c:v>22858</c:v>
                </c:pt>
                <c:pt idx="415">
                  <c:v>22889</c:v>
                </c:pt>
                <c:pt idx="416">
                  <c:v>22919</c:v>
                </c:pt>
                <c:pt idx="417">
                  <c:v>22950</c:v>
                </c:pt>
                <c:pt idx="418">
                  <c:v>22980</c:v>
                </c:pt>
                <c:pt idx="419">
                  <c:v>23011</c:v>
                </c:pt>
                <c:pt idx="420">
                  <c:v>23042</c:v>
                </c:pt>
                <c:pt idx="421">
                  <c:v>23070</c:v>
                </c:pt>
                <c:pt idx="422">
                  <c:v>23101</c:v>
                </c:pt>
                <c:pt idx="423">
                  <c:v>23131</c:v>
                </c:pt>
                <c:pt idx="424">
                  <c:v>23162</c:v>
                </c:pt>
                <c:pt idx="425">
                  <c:v>23192</c:v>
                </c:pt>
                <c:pt idx="426">
                  <c:v>23223</c:v>
                </c:pt>
                <c:pt idx="427">
                  <c:v>23254</c:v>
                </c:pt>
                <c:pt idx="428">
                  <c:v>23284</c:v>
                </c:pt>
                <c:pt idx="429">
                  <c:v>23315</c:v>
                </c:pt>
                <c:pt idx="430">
                  <c:v>23345</c:v>
                </c:pt>
                <c:pt idx="431">
                  <c:v>23376</c:v>
                </c:pt>
                <c:pt idx="432">
                  <c:v>23407</c:v>
                </c:pt>
                <c:pt idx="433">
                  <c:v>23436</c:v>
                </c:pt>
                <c:pt idx="434">
                  <c:v>23467</c:v>
                </c:pt>
                <c:pt idx="435">
                  <c:v>23497</c:v>
                </c:pt>
                <c:pt idx="436">
                  <c:v>23528</c:v>
                </c:pt>
                <c:pt idx="437">
                  <c:v>23558</c:v>
                </c:pt>
                <c:pt idx="438">
                  <c:v>23589</c:v>
                </c:pt>
                <c:pt idx="439">
                  <c:v>23620</c:v>
                </c:pt>
                <c:pt idx="440">
                  <c:v>23650</c:v>
                </c:pt>
                <c:pt idx="441">
                  <c:v>23681</c:v>
                </c:pt>
                <c:pt idx="442">
                  <c:v>23711</c:v>
                </c:pt>
                <c:pt idx="443">
                  <c:v>23742</c:v>
                </c:pt>
                <c:pt idx="444">
                  <c:v>23773</c:v>
                </c:pt>
                <c:pt idx="445">
                  <c:v>23801</c:v>
                </c:pt>
                <c:pt idx="446">
                  <c:v>23832</c:v>
                </c:pt>
                <c:pt idx="447">
                  <c:v>23862</c:v>
                </c:pt>
                <c:pt idx="448">
                  <c:v>23893</c:v>
                </c:pt>
                <c:pt idx="449">
                  <c:v>23923</c:v>
                </c:pt>
                <c:pt idx="450">
                  <c:v>23954</c:v>
                </c:pt>
                <c:pt idx="451">
                  <c:v>23985</c:v>
                </c:pt>
                <c:pt idx="452">
                  <c:v>24015</c:v>
                </c:pt>
                <c:pt idx="453">
                  <c:v>24046</c:v>
                </c:pt>
                <c:pt idx="454">
                  <c:v>24076</c:v>
                </c:pt>
                <c:pt idx="455">
                  <c:v>24107</c:v>
                </c:pt>
                <c:pt idx="456">
                  <c:v>24138</c:v>
                </c:pt>
                <c:pt idx="457">
                  <c:v>24166</c:v>
                </c:pt>
                <c:pt idx="458">
                  <c:v>24197</c:v>
                </c:pt>
                <c:pt idx="459">
                  <c:v>24227</c:v>
                </c:pt>
                <c:pt idx="460">
                  <c:v>24258</c:v>
                </c:pt>
                <c:pt idx="461">
                  <c:v>24288</c:v>
                </c:pt>
                <c:pt idx="462">
                  <c:v>24319</c:v>
                </c:pt>
                <c:pt idx="463">
                  <c:v>24350</c:v>
                </c:pt>
                <c:pt idx="464">
                  <c:v>24380</c:v>
                </c:pt>
                <c:pt idx="465">
                  <c:v>24411</c:v>
                </c:pt>
                <c:pt idx="466">
                  <c:v>24441</c:v>
                </c:pt>
                <c:pt idx="467">
                  <c:v>24472</c:v>
                </c:pt>
                <c:pt idx="468">
                  <c:v>24503</c:v>
                </c:pt>
                <c:pt idx="469">
                  <c:v>24531</c:v>
                </c:pt>
                <c:pt idx="470">
                  <c:v>24562</c:v>
                </c:pt>
                <c:pt idx="471">
                  <c:v>24592</c:v>
                </c:pt>
                <c:pt idx="472">
                  <c:v>24623</c:v>
                </c:pt>
                <c:pt idx="473">
                  <c:v>24653</c:v>
                </c:pt>
                <c:pt idx="474">
                  <c:v>24684</c:v>
                </c:pt>
                <c:pt idx="475">
                  <c:v>24715</c:v>
                </c:pt>
                <c:pt idx="476">
                  <c:v>24745</c:v>
                </c:pt>
                <c:pt idx="477">
                  <c:v>24776</c:v>
                </c:pt>
                <c:pt idx="478">
                  <c:v>24806</c:v>
                </c:pt>
                <c:pt idx="479">
                  <c:v>24837</c:v>
                </c:pt>
                <c:pt idx="480">
                  <c:v>24868</c:v>
                </c:pt>
                <c:pt idx="481">
                  <c:v>24897</c:v>
                </c:pt>
                <c:pt idx="482">
                  <c:v>24928</c:v>
                </c:pt>
                <c:pt idx="483">
                  <c:v>24958</c:v>
                </c:pt>
                <c:pt idx="484">
                  <c:v>24989</c:v>
                </c:pt>
                <c:pt idx="485">
                  <c:v>25019</c:v>
                </c:pt>
                <c:pt idx="486">
                  <c:v>25050</c:v>
                </c:pt>
                <c:pt idx="487">
                  <c:v>25081</c:v>
                </c:pt>
                <c:pt idx="488">
                  <c:v>25111</c:v>
                </c:pt>
                <c:pt idx="489">
                  <c:v>25142</c:v>
                </c:pt>
                <c:pt idx="490">
                  <c:v>25172</c:v>
                </c:pt>
                <c:pt idx="491">
                  <c:v>25203</c:v>
                </c:pt>
                <c:pt idx="492">
                  <c:v>25234</c:v>
                </c:pt>
                <c:pt idx="493">
                  <c:v>25262</c:v>
                </c:pt>
                <c:pt idx="494">
                  <c:v>25293</c:v>
                </c:pt>
                <c:pt idx="495">
                  <c:v>25323</c:v>
                </c:pt>
                <c:pt idx="496">
                  <c:v>25354</c:v>
                </c:pt>
                <c:pt idx="497">
                  <c:v>25384</c:v>
                </c:pt>
                <c:pt idx="498">
                  <c:v>25415</c:v>
                </c:pt>
                <c:pt idx="499">
                  <c:v>25446</c:v>
                </c:pt>
                <c:pt idx="500">
                  <c:v>25476</c:v>
                </c:pt>
                <c:pt idx="501">
                  <c:v>25507</c:v>
                </c:pt>
                <c:pt idx="502">
                  <c:v>25537</c:v>
                </c:pt>
                <c:pt idx="503">
                  <c:v>25568</c:v>
                </c:pt>
                <c:pt idx="504">
                  <c:v>25599</c:v>
                </c:pt>
                <c:pt idx="505">
                  <c:v>25627</c:v>
                </c:pt>
                <c:pt idx="506">
                  <c:v>25658</c:v>
                </c:pt>
                <c:pt idx="507">
                  <c:v>25688</c:v>
                </c:pt>
                <c:pt idx="508">
                  <c:v>25719</c:v>
                </c:pt>
                <c:pt idx="509">
                  <c:v>25749</c:v>
                </c:pt>
                <c:pt idx="510">
                  <c:v>25780</c:v>
                </c:pt>
                <c:pt idx="511">
                  <c:v>25811</c:v>
                </c:pt>
                <c:pt idx="512">
                  <c:v>25841</c:v>
                </c:pt>
                <c:pt idx="513">
                  <c:v>25872</c:v>
                </c:pt>
                <c:pt idx="514">
                  <c:v>25902</c:v>
                </c:pt>
                <c:pt idx="515">
                  <c:v>25933</c:v>
                </c:pt>
                <c:pt idx="516">
                  <c:v>25964</c:v>
                </c:pt>
                <c:pt idx="517">
                  <c:v>25992</c:v>
                </c:pt>
                <c:pt idx="518">
                  <c:v>26023</c:v>
                </c:pt>
                <c:pt idx="519">
                  <c:v>26053</c:v>
                </c:pt>
                <c:pt idx="520">
                  <c:v>26084</c:v>
                </c:pt>
                <c:pt idx="521">
                  <c:v>26114</c:v>
                </c:pt>
                <c:pt idx="522">
                  <c:v>26145</c:v>
                </c:pt>
                <c:pt idx="523">
                  <c:v>26176</c:v>
                </c:pt>
                <c:pt idx="524">
                  <c:v>26206</c:v>
                </c:pt>
                <c:pt idx="525">
                  <c:v>26237</c:v>
                </c:pt>
                <c:pt idx="526">
                  <c:v>26267</c:v>
                </c:pt>
                <c:pt idx="527">
                  <c:v>26298</c:v>
                </c:pt>
                <c:pt idx="528">
                  <c:v>26329</c:v>
                </c:pt>
                <c:pt idx="529">
                  <c:v>26358</c:v>
                </c:pt>
                <c:pt idx="530">
                  <c:v>26389</c:v>
                </c:pt>
                <c:pt idx="531">
                  <c:v>26419</c:v>
                </c:pt>
                <c:pt idx="532">
                  <c:v>26450</c:v>
                </c:pt>
                <c:pt idx="533">
                  <c:v>26480</c:v>
                </c:pt>
                <c:pt idx="534">
                  <c:v>26511</c:v>
                </c:pt>
                <c:pt idx="535">
                  <c:v>26542</c:v>
                </c:pt>
                <c:pt idx="536">
                  <c:v>26572</c:v>
                </c:pt>
                <c:pt idx="537">
                  <c:v>26603</c:v>
                </c:pt>
                <c:pt idx="538">
                  <c:v>26633</c:v>
                </c:pt>
                <c:pt idx="539">
                  <c:v>26664</c:v>
                </c:pt>
                <c:pt idx="540">
                  <c:v>26695</c:v>
                </c:pt>
                <c:pt idx="541">
                  <c:v>26723</c:v>
                </c:pt>
                <c:pt idx="542">
                  <c:v>26754</c:v>
                </c:pt>
                <c:pt idx="543">
                  <c:v>26784</c:v>
                </c:pt>
                <c:pt idx="544">
                  <c:v>26815</c:v>
                </c:pt>
                <c:pt idx="545">
                  <c:v>26845</c:v>
                </c:pt>
                <c:pt idx="546">
                  <c:v>26876</c:v>
                </c:pt>
                <c:pt idx="547">
                  <c:v>26907</c:v>
                </c:pt>
                <c:pt idx="548">
                  <c:v>26937</c:v>
                </c:pt>
                <c:pt idx="549">
                  <c:v>26968</c:v>
                </c:pt>
                <c:pt idx="550">
                  <c:v>26998</c:v>
                </c:pt>
                <c:pt idx="551">
                  <c:v>27029</c:v>
                </c:pt>
                <c:pt idx="552">
                  <c:v>27060</c:v>
                </c:pt>
                <c:pt idx="553">
                  <c:v>27088</c:v>
                </c:pt>
                <c:pt idx="554">
                  <c:v>27119</c:v>
                </c:pt>
                <c:pt idx="555">
                  <c:v>27149</c:v>
                </c:pt>
                <c:pt idx="556">
                  <c:v>27180</c:v>
                </c:pt>
                <c:pt idx="557">
                  <c:v>27210</c:v>
                </c:pt>
                <c:pt idx="558">
                  <c:v>27241</c:v>
                </c:pt>
                <c:pt idx="559">
                  <c:v>27272</c:v>
                </c:pt>
                <c:pt idx="560">
                  <c:v>27302</c:v>
                </c:pt>
                <c:pt idx="561">
                  <c:v>27333</c:v>
                </c:pt>
                <c:pt idx="562">
                  <c:v>27363</c:v>
                </c:pt>
                <c:pt idx="563">
                  <c:v>27394</c:v>
                </c:pt>
                <c:pt idx="564">
                  <c:v>27425</c:v>
                </c:pt>
                <c:pt idx="565">
                  <c:v>27453</c:v>
                </c:pt>
                <c:pt idx="566">
                  <c:v>27484</c:v>
                </c:pt>
                <c:pt idx="567">
                  <c:v>27514</c:v>
                </c:pt>
                <c:pt idx="568">
                  <c:v>27545</c:v>
                </c:pt>
                <c:pt idx="569">
                  <c:v>27575</c:v>
                </c:pt>
                <c:pt idx="570">
                  <c:v>27606</c:v>
                </c:pt>
                <c:pt idx="571">
                  <c:v>27637</c:v>
                </c:pt>
                <c:pt idx="572">
                  <c:v>27667</c:v>
                </c:pt>
                <c:pt idx="573">
                  <c:v>27698</c:v>
                </c:pt>
                <c:pt idx="574">
                  <c:v>27728</c:v>
                </c:pt>
                <c:pt idx="575">
                  <c:v>27759</c:v>
                </c:pt>
                <c:pt idx="576">
                  <c:v>27790</c:v>
                </c:pt>
                <c:pt idx="577">
                  <c:v>27819</c:v>
                </c:pt>
                <c:pt idx="578">
                  <c:v>27850</c:v>
                </c:pt>
                <c:pt idx="579">
                  <c:v>27880</c:v>
                </c:pt>
                <c:pt idx="580">
                  <c:v>27911</c:v>
                </c:pt>
                <c:pt idx="581">
                  <c:v>27941</c:v>
                </c:pt>
                <c:pt idx="582">
                  <c:v>27972</c:v>
                </c:pt>
                <c:pt idx="583">
                  <c:v>28003</c:v>
                </c:pt>
                <c:pt idx="584">
                  <c:v>28033</c:v>
                </c:pt>
                <c:pt idx="585">
                  <c:v>28064</c:v>
                </c:pt>
                <c:pt idx="586">
                  <c:v>28094</c:v>
                </c:pt>
                <c:pt idx="587">
                  <c:v>28125</c:v>
                </c:pt>
                <c:pt idx="588">
                  <c:v>28156</c:v>
                </c:pt>
                <c:pt idx="589">
                  <c:v>28184</c:v>
                </c:pt>
                <c:pt idx="590">
                  <c:v>28215</c:v>
                </c:pt>
                <c:pt idx="591">
                  <c:v>28245</c:v>
                </c:pt>
                <c:pt idx="592">
                  <c:v>28276</c:v>
                </c:pt>
                <c:pt idx="593">
                  <c:v>28306</c:v>
                </c:pt>
                <c:pt idx="594">
                  <c:v>28337</c:v>
                </c:pt>
                <c:pt idx="595">
                  <c:v>28368</c:v>
                </c:pt>
                <c:pt idx="596">
                  <c:v>28398</c:v>
                </c:pt>
                <c:pt idx="597">
                  <c:v>28429</c:v>
                </c:pt>
                <c:pt idx="598">
                  <c:v>28459</c:v>
                </c:pt>
                <c:pt idx="599">
                  <c:v>28490</c:v>
                </c:pt>
                <c:pt idx="600">
                  <c:v>28521</c:v>
                </c:pt>
                <c:pt idx="601">
                  <c:v>28549</c:v>
                </c:pt>
                <c:pt idx="602">
                  <c:v>28580</c:v>
                </c:pt>
                <c:pt idx="603">
                  <c:v>28610</c:v>
                </c:pt>
                <c:pt idx="604">
                  <c:v>28641</c:v>
                </c:pt>
                <c:pt idx="605">
                  <c:v>28671</c:v>
                </c:pt>
                <c:pt idx="606">
                  <c:v>28702</c:v>
                </c:pt>
                <c:pt idx="607">
                  <c:v>28733</c:v>
                </c:pt>
                <c:pt idx="608">
                  <c:v>28763</c:v>
                </c:pt>
                <c:pt idx="609">
                  <c:v>28794</c:v>
                </c:pt>
                <c:pt idx="610">
                  <c:v>28824</c:v>
                </c:pt>
                <c:pt idx="611">
                  <c:v>28855</c:v>
                </c:pt>
                <c:pt idx="612">
                  <c:v>28886</c:v>
                </c:pt>
                <c:pt idx="613">
                  <c:v>28914</c:v>
                </c:pt>
                <c:pt idx="614">
                  <c:v>28945</c:v>
                </c:pt>
                <c:pt idx="615">
                  <c:v>28975</c:v>
                </c:pt>
                <c:pt idx="616">
                  <c:v>29006</c:v>
                </c:pt>
                <c:pt idx="617">
                  <c:v>29036</c:v>
                </c:pt>
                <c:pt idx="618">
                  <c:v>29067</c:v>
                </c:pt>
                <c:pt idx="619">
                  <c:v>29098</c:v>
                </c:pt>
                <c:pt idx="620">
                  <c:v>29128</c:v>
                </c:pt>
                <c:pt idx="621">
                  <c:v>29159</c:v>
                </c:pt>
                <c:pt idx="622">
                  <c:v>29189</c:v>
                </c:pt>
                <c:pt idx="623">
                  <c:v>29220</c:v>
                </c:pt>
                <c:pt idx="624">
                  <c:v>29251</c:v>
                </c:pt>
                <c:pt idx="625">
                  <c:v>29280</c:v>
                </c:pt>
                <c:pt idx="626">
                  <c:v>29311</c:v>
                </c:pt>
                <c:pt idx="627">
                  <c:v>29341</c:v>
                </c:pt>
                <c:pt idx="628">
                  <c:v>29372</c:v>
                </c:pt>
                <c:pt idx="629">
                  <c:v>29402</c:v>
                </c:pt>
                <c:pt idx="630">
                  <c:v>29433</c:v>
                </c:pt>
                <c:pt idx="631">
                  <c:v>29464</c:v>
                </c:pt>
                <c:pt idx="632">
                  <c:v>29494</c:v>
                </c:pt>
                <c:pt idx="633">
                  <c:v>29525</c:v>
                </c:pt>
                <c:pt idx="634">
                  <c:v>29555</c:v>
                </c:pt>
                <c:pt idx="635">
                  <c:v>29586</c:v>
                </c:pt>
                <c:pt idx="636">
                  <c:v>29617</c:v>
                </c:pt>
                <c:pt idx="637">
                  <c:v>29645</c:v>
                </c:pt>
                <c:pt idx="638">
                  <c:v>29676</c:v>
                </c:pt>
                <c:pt idx="639">
                  <c:v>29706</c:v>
                </c:pt>
                <c:pt idx="640">
                  <c:v>29737</c:v>
                </c:pt>
                <c:pt idx="641">
                  <c:v>29767</c:v>
                </c:pt>
                <c:pt idx="642">
                  <c:v>29798</c:v>
                </c:pt>
                <c:pt idx="643">
                  <c:v>29829</c:v>
                </c:pt>
                <c:pt idx="644">
                  <c:v>29859</c:v>
                </c:pt>
                <c:pt idx="645">
                  <c:v>29890</c:v>
                </c:pt>
                <c:pt idx="646">
                  <c:v>29920</c:v>
                </c:pt>
                <c:pt idx="647">
                  <c:v>29951</c:v>
                </c:pt>
                <c:pt idx="648">
                  <c:v>29982</c:v>
                </c:pt>
                <c:pt idx="649">
                  <c:v>30010</c:v>
                </c:pt>
                <c:pt idx="650">
                  <c:v>30041</c:v>
                </c:pt>
                <c:pt idx="651">
                  <c:v>30071</c:v>
                </c:pt>
                <c:pt idx="652">
                  <c:v>30102</c:v>
                </c:pt>
                <c:pt idx="653">
                  <c:v>30132</c:v>
                </c:pt>
                <c:pt idx="654">
                  <c:v>30163</c:v>
                </c:pt>
                <c:pt idx="655">
                  <c:v>30194</c:v>
                </c:pt>
                <c:pt idx="656">
                  <c:v>30224</c:v>
                </c:pt>
                <c:pt idx="657">
                  <c:v>30255</c:v>
                </c:pt>
                <c:pt idx="658">
                  <c:v>30285</c:v>
                </c:pt>
                <c:pt idx="659">
                  <c:v>30316</c:v>
                </c:pt>
                <c:pt idx="660">
                  <c:v>30347</c:v>
                </c:pt>
                <c:pt idx="661">
                  <c:v>30375</c:v>
                </c:pt>
                <c:pt idx="662">
                  <c:v>30406</c:v>
                </c:pt>
                <c:pt idx="663">
                  <c:v>30436</c:v>
                </c:pt>
                <c:pt idx="664">
                  <c:v>30467</c:v>
                </c:pt>
                <c:pt idx="665">
                  <c:v>30497</c:v>
                </c:pt>
                <c:pt idx="666">
                  <c:v>30528</c:v>
                </c:pt>
                <c:pt idx="667">
                  <c:v>30559</c:v>
                </c:pt>
                <c:pt idx="668">
                  <c:v>30589</c:v>
                </c:pt>
                <c:pt idx="669">
                  <c:v>30620</c:v>
                </c:pt>
                <c:pt idx="670">
                  <c:v>30650</c:v>
                </c:pt>
                <c:pt idx="671">
                  <c:v>30681</c:v>
                </c:pt>
                <c:pt idx="672">
                  <c:v>30712</c:v>
                </c:pt>
                <c:pt idx="673">
                  <c:v>30741</c:v>
                </c:pt>
                <c:pt idx="674">
                  <c:v>30772</c:v>
                </c:pt>
                <c:pt idx="675">
                  <c:v>30802</c:v>
                </c:pt>
                <c:pt idx="676">
                  <c:v>30833</c:v>
                </c:pt>
                <c:pt idx="677">
                  <c:v>30863</c:v>
                </c:pt>
                <c:pt idx="678">
                  <c:v>30894</c:v>
                </c:pt>
                <c:pt idx="679">
                  <c:v>30925</c:v>
                </c:pt>
                <c:pt idx="680">
                  <c:v>30955</c:v>
                </c:pt>
                <c:pt idx="681">
                  <c:v>30986</c:v>
                </c:pt>
                <c:pt idx="682">
                  <c:v>31016</c:v>
                </c:pt>
                <c:pt idx="683">
                  <c:v>31047</c:v>
                </c:pt>
                <c:pt idx="684">
                  <c:v>31078</c:v>
                </c:pt>
                <c:pt idx="685">
                  <c:v>31106</c:v>
                </c:pt>
                <c:pt idx="686">
                  <c:v>31137</c:v>
                </c:pt>
                <c:pt idx="687">
                  <c:v>31167</c:v>
                </c:pt>
                <c:pt idx="688">
                  <c:v>31198</c:v>
                </c:pt>
                <c:pt idx="689">
                  <c:v>31228</c:v>
                </c:pt>
                <c:pt idx="690">
                  <c:v>31259</c:v>
                </c:pt>
                <c:pt idx="691">
                  <c:v>31290</c:v>
                </c:pt>
                <c:pt idx="692">
                  <c:v>31320</c:v>
                </c:pt>
                <c:pt idx="693">
                  <c:v>31351</c:v>
                </c:pt>
                <c:pt idx="694">
                  <c:v>31381</c:v>
                </c:pt>
                <c:pt idx="695">
                  <c:v>31412</c:v>
                </c:pt>
                <c:pt idx="696">
                  <c:v>31443</c:v>
                </c:pt>
                <c:pt idx="697">
                  <c:v>31471</c:v>
                </c:pt>
                <c:pt idx="698">
                  <c:v>31502</c:v>
                </c:pt>
                <c:pt idx="699">
                  <c:v>31532</c:v>
                </c:pt>
                <c:pt idx="700">
                  <c:v>31563</c:v>
                </c:pt>
                <c:pt idx="701">
                  <c:v>31593</c:v>
                </c:pt>
                <c:pt idx="702">
                  <c:v>31624</c:v>
                </c:pt>
                <c:pt idx="703">
                  <c:v>31655</c:v>
                </c:pt>
                <c:pt idx="704">
                  <c:v>31685</c:v>
                </c:pt>
                <c:pt idx="705">
                  <c:v>31716</c:v>
                </c:pt>
                <c:pt idx="706">
                  <c:v>31746</c:v>
                </c:pt>
                <c:pt idx="707">
                  <c:v>31777</c:v>
                </c:pt>
                <c:pt idx="708">
                  <c:v>31808</c:v>
                </c:pt>
                <c:pt idx="709">
                  <c:v>31836</c:v>
                </c:pt>
                <c:pt idx="710">
                  <c:v>31867</c:v>
                </c:pt>
                <c:pt idx="711">
                  <c:v>31897</c:v>
                </c:pt>
                <c:pt idx="712">
                  <c:v>31928</c:v>
                </c:pt>
                <c:pt idx="713">
                  <c:v>31958</c:v>
                </c:pt>
                <c:pt idx="714">
                  <c:v>31989</c:v>
                </c:pt>
                <c:pt idx="715">
                  <c:v>32020</c:v>
                </c:pt>
                <c:pt idx="716">
                  <c:v>32050</c:v>
                </c:pt>
                <c:pt idx="717">
                  <c:v>32081</c:v>
                </c:pt>
                <c:pt idx="718">
                  <c:v>32111</c:v>
                </c:pt>
                <c:pt idx="719">
                  <c:v>32142</c:v>
                </c:pt>
                <c:pt idx="720">
                  <c:v>32173</c:v>
                </c:pt>
                <c:pt idx="721">
                  <c:v>32202</c:v>
                </c:pt>
                <c:pt idx="722">
                  <c:v>32233</c:v>
                </c:pt>
                <c:pt idx="723">
                  <c:v>32263</c:v>
                </c:pt>
                <c:pt idx="724">
                  <c:v>32294</c:v>
                </c:pt>
                <c:pt idx="725">
                  <c:v>32324</c:v>
                </c:pt>
                <c:pt idx="726">
                  <c:v>32355</c:v>
                </c:pt>
                <c:pt idx="727">
                  <c:v>32386</c:v>
                </c:pt>
                <c:pt idx="728">
                  <c:v>32416</c:v>
                </c:pt>
                <c:pt idx="729">
                  <c:v>32447</c:v>
                </c:pt>
                <c:pt idx="730">
                  <c:v>32477</c:v>
                </c:pt>
                <c:pt idx="731">
                  <c:v>32508</c:v>
                </c:pt>
                <c:pt idx="732">
                  <c:v>32539</c:v>
                </c:pt>
                <c:pt idx="733">
                  <c:v>32567</c:v>
                </c:pt>
                <c:pt idx="734">
                  <c:v>32598</c:v>
                </c:pt>
                <c:pt idx="735">
                  <c:v>32628</c:v>
                </c:pt>
                <c:pt idx="736">
                  <c:v>32659</c:v>
                </c:pt>
                <c:pt idx="737">
                  <c:v>32689</c:v>
                </c:pt>
                <c:pt idx="738">
                  <c:v>32720</c:v>
                </c:pt>
                <c:pt idx="739">
                  <c:v>32751</c:v>
                </c:pt>
                <c:pt idx="740">
                  <c:v>32781</c:v>
                </c:pt>
                <c:pt idx="741">
                  <c:v>32812</c:v>
                </c:pt>
                <c:pt idx="742">
                  <c:v>32842</c:v>
                </c:pt>
                <c:pt idx="743">
                  <c:v>32873</c:v>
                </c:pt>
                <c:pt idx="744">
                  <c:v>32904</c:v>
                </c:pt>
                <c:pt idx="745">
                  <c:v>32932</c:v>
                </c:pt>
                <c:pt idx="746">
                  <c:v>32963</c:v>
                </c:pt>
                <c:pt idx="747">
                  <c:v>32993</c:v>
                </c:pt>
                <c:pt idx="748">
                  <c:v>33024</c:v>
                </c:pt>
                <c:pt idx="749">
                  <c:v>33054</c:v>
                </c:pt>
                <c:pt idx="750">
                  <c:v>33085</c:v>
                </c:pt>
                <c:pt idx="751">
                  <c:v>33116</c:v>
                </c:pt>
                <c:pt idx="752">
                  <c:v>33146</c:v>
                </c:pt>
                <c:pt idx="753">
                  <c:v>33177</c:v>
                </c:pt>
                <c:pt idx="754">
                  <c:v>33207</c:v>
                </c:pt>
                <c:pt idx="755">
                  <c:v>33238</c:v>
                </c:pt>
                <c:pt idx="756">
                  <c:v>33269</c:v>
                </c:pt>
                <c:pt idx="757">
                  <c:v>33297</c:v>
                </c:pt>
                <c:pt idx="758">
                  <c:v>33328</c:v>
                </c:pt>
                <c:pt idx="759">
                  <c:v>33358</c:v>
                </c:pt>
                <c:pt idx="760">
                  <c:v>33389</c:v>
                </c:pt>
                <c:pt idx="761">
                  <c:v>33419</c:v>
                </c:pt>
                <c:pt idx="762">
                  <c:v>33450</c:v>
                </c:pt>
                <c:pt idx="763">
                  <c:v>33481</c:v>
                </c:pt>
                <c:pt idx="764">
                  <c:v>33511</c:v>
                </c:pt>
                <c:pt idx="765">
                  <c:v>33542</c:v>
                </c:pt>
                <c:pt idx="766">
                  <c:v>33572</c:v>
                </c:pt>
                <c:pt idx="767">
                  <c:v>33603</c:v>
                </c:pt>
                <c:pt idx="768">
                  <c:v>33634</c:v>
                </c:pt>
                <c:pt idx="769">
                  <c:v>33663</c:v>
                </c:pt>
                <c:pt idx="770">
                  <c:v>33694</c:v>
                </c:pt>
                <c:pt idx="771">
                  <c:v>33724</c:v>
                </c:pt>
                <c:pt idx="772">
                  <c:v>33755</c:v>
                </c:pt>
                <c:pt idx="773">
                  <c:v>33785</c:v>
                </c:pt>
                <c:pt idx="774">
                  <c:v>33816</c:v>
                </c:pt>
                <c:pt idx="775">
                  <c:v>33847</c:v>
                </c:pt>
                <c:pt idx="776">
                  <c:v>33877</c:v>
                </c:pt>
                <c:pt idx="777">
                  <c:v>33908</c:v>
                </c:pt>
                <c:pt idx="778">
                  <c:v>33938</c:v>
                </c:pt>
                <c:pt idx="779">
                  <c:v>33969</c:v>
                </c:pt>
                <c:pt idx="780">
                  <c:v>34000</c:v>
                </c:pt>
                <c:pt idx="781">
                  <c:v>34028</c:v>
                </c:pt>
                <c:pt idx="782">
                  <c:v>34059</c:v>
                </c:pt>
                <c:pt idx="783">
                  <c:v>34089</c:v>
                </c:pt>
                <c:pt idx="784">
                  <c:v>34120</c:v>
                </c:pt>
                <c:pt idx="785">
                  <c:v>34150</c:v>
                </c:pt>
                <c:pt idx="786">
                  <c:v>34181</c:v>
                </c:pt>
                <c:pt idx="787">
                  <c:v>34212</c:v>
                </c:pt>
                <c:pt idx="788">
                  <c:v>34242</c:v>
                </c:pt>
                <c:pt idx="789">
                  <c:v>34273</c:v>
                </c:pt>
                <c:pt idx="790">
                  <c:v>34303</c:v>
                </c:pt>
                <c:pt idx="791">
                  <c:v>34334</c:v>
                </c:pt>
                <c:pt idx="792">
                  <c:v>34365</c:v>
                </c:pt>
                <c:pt idx="793">
                  <c:v>34393</c:v>
                </c:pt>
                <c:pt idx="794">
                  <c:v>34424</c:v>
                </c:pt>
                <c:pt idx="795">
                  <c:v>34454</c:v>
                </c:pt>
                <c:pt idx="796">
                  <c:v>34485</c:v>
                </c:pt>
                <c:pt idx="797">
                  <c:v>34515</c:v>
                </c:pt>
                <c:pt idx="798">
                  <c:v>34546</c:v>
                </c:pt>
                <c:pt idx="799">
                  <c:v>34577</c:v>
                </c:pt>
                <c:pt idx="800">
                  <c:v>34607</c:v>
                </c:pt>
                <c:pt idx="801">
                  <c:v>34638</c:v>
                </c:pt>
                <c:pt idx="802">
                  <c:v>34668</c:v>
                </c:pt>
                <c:pt idx="803">
                  <c:v>34699</c:v>
                </c:pt>
                <c:pt idx="804">
                  <c:v>34730</c:v>
                </c:pt>
                <c:pt idx="805">
                  <c:v>34758</c:v>
                </c:pt>
                <c:pt idx="806">
                  <c:v>34789</c:v>
                </c:pt>
                <c:pt idx="807">
                  <c:v>34819</c:v>
                </c:pt>
                <c:pt idx="808">
                  <c:v>34850</c:v>
                </c:pt>
                <c:pt idx="809">
                  <c:v>34880</c:v>
                </c:pt>
                <c:pt idx="810">
                  <c:v>34911</c:v>
                </c:pt>
                <c:pt idx="811">
                  <c:v>34942</c:v>
                </c:pt>
                <c:pt idx="812">
                  <c:v>34972</c:v>
                </c:pt>
                <c:pt idx="813">
                  <c:v>35003</c:v>
                </c:pt>
                <c:pt idx="814">
                  <c:v>35033</c:v>
                </c:pt>
                <c:pt idx="815">
                  <c:v>35064</c:v>
                </c:pt>
                <c:pt idx="816">
                  <c:v>35095</c:v>
                </c:pt>
                <c:pt idx="817">
                  <c:v>35124</c:v>
                </c:pt>
                <c:pt idx="818">
                  <c:v>35155</c:v>
                </c:pt>
                <c:pt idx="819">
                  <c:v>35185</c:v>
                </c:pt>
                <c:pt idx="820">
                  <c:v>35216</c:v>
                </c:pt>
                <c:pt idx="821">
                  <c:v>35246</c:v>
                </c:pt>
                <c:pt idx="822">
                  <c:v>35277</c:v>
                </c:pt>
                <c:pt idx="823">
                  <c:v>35308</c:v>
                </c:pt>
                <c:pt idx="824">
                  <c:v>35338</c:v>
                </c:pt>
                <c:pt idx="825">
                  <c:v>35369</c:v>
                </c:pt>
                <c:pt idx="826">
                  <c:v>35399</c:v>
                </c:pt>
                <c:pt idx="827">
                  <c:v>35430</c:v>
                </c:pt>
                <c:pt idx="828">
                  <c:v>35461</c:v>
                </c:pt>
                <c:pt idx="829">
                  <c:v>35489</c:v>
                </c:pt>
                <c:pt idx="830">
                  <c:v>35520</c:v>
                </c:pt>
                <c:pt idx="831">
                  <c:v>35550</c:v>
                </c:pt>
                <c:pt idx="832">
                  <c:v>35581</c:v>
                </c:pt>
                <c:pt idx="833">
                  <c:v>35611</c:v>
                </c:pt>
                <c:pt idx="834">
                  <c:v>35642</c:v>
                </c:pt>
                <c:pt idx="835">
                  <c:v>35673</c:v>
                </c:pt>
                <c:pt idx="836">
                  <c:v>35703</c:v>
                </c:pt>
                <c:pt idx="837">
                  <c:v>35734</c:v>
                </c:pt>
                <c:pt idx="838">
                  <c:v>35764</c:v>
                </c:pt>
                <c:pt idx="839">
                  <c:v>35795</c:v>
                </c:pt>
                <c:pt idx="840">
                  <c:v>35826</c:v>
                </c:pt>
                <c:pt idx="841">
                  <c:v>35854</c:v>
                </c:pt>
                <c:pt idx="842">
                  <c:v>35885</c:v>
                </c:pt>
                <c:pt idx="843">
                  <c:v>35915</c:v>
                </c:pt>
                <c:pt idx="844">
                  <c:v>35946</c:v>
                </c:pt>
                <c:pt idx="845">
                  <c:v>35976</c:v>
                </c:pt>
                <c:pt idx="846">
                  <c:v>36007</c:v>
                </c:pt>
                <c:pt idx="847">
                  <c:v>36038</c:v>
                </c:pt>
                <c:pt idx="848">
                  <c:v>36068</c:v>
                </c:pt>
                <c:pt idx="849">
                  <c:v>36099</c:v>
                </c:pt>
                <c:pt idx="850">
                  <c:v>36129</c:v>
                </c:pt>
                <c:pt idx="851">
                  <c:v>36160</c:v>
                </c:pt>
                <c:pt idx="852">
                  <c:v>36191</c:v>
                </c:pt>
                <c:pt idx="853">
                  <c:v>36219</c:v>
                </c:pt>
                <c:pt idx="854">
                  <c:v>36250</c:v>
                </c:pt>
                <c:pt idx="855">
                  <c:v>36280</c:v>
                </c:pt>
                <c:pt idx="856">
                  <c:v>36311</c:v>
                </c:pt>
                <c:pt idx="857">
                  <c:v>36341</c:v>
                </c:pt>
                <c:pt idx="858">
                  <c:v>36372</c:v>
                </c:pt>
                <c:pt idx="859">
                  <c:v>36403</c:v>
                </c:pt>
                <c:pt idx="860">
                  <c:v>36433</c:v>
                </c:pt>
                <c:pt idx="861">
                  <c:v>36464</c:v>
                </c:pt>
                <c:pt idx="862">
                  <c:v>36494</c:v>
                </c:pt>
                <c:pt idx="863">
                  <c:v>36525</c:v>
                </c:pt>
                <c:pt idx="864">
                  <c:v>36556</c:v>
                </c:pt>
                <c:pt idx="865">
                  <c:v>36585</c:v>
                </c:pt>
                <c:pt idx="866">
                  <c:v>36616</c:v>
                </c:pt>
                <c:pt idx="867">
                  <c:v>36646</c:v>
                </c:pt>
                <c:pt idx="868">
                  <c:v>36677</c:v>
                </c:pt>
                <c:pt idx="869">
                  <c:v>36707</c:v>
                </c:pt>
                <c:pt idx="870">
                  <c:v>36738</c:v>
                </c:pt>
                <c:pt idx="871">
                  <c:v>36769</c:v>
                </c:pt>
                <c:pt idx="872">
                  <c:v>36799</c:v>
                </c:pt>
                <c:pt idx="873">
                  <c:v>36830</c:v>
                </c:pt>
                <c:pt idx="874">
                  <c:v>36860</c:v>
                </c:pt>
                <c:pt idx="875">
                  <c:v>36891</c:v>
                </c:pt>
                <c:pt idx="876">
                  <c:v>36922</c:v>
                </c:pt>
                <c:pt idx="877">
                  <c:v>36950</c:v>
                </c:pt>
                <c:pt idx="878">
                  <c:v>36981</c:v>
                </c:pt>
                <c:pt idx="879">
                  <c:v>37011</c:v>
                </c:pt>
                <c:pt idx="880">
                  <c:v>37042</c:v>
                </c:pt>
                <c:pt idx="881">
                  <c:v>37072</c:v>
                </c:pt>
                <c:pt idx="882">
                  <c:v>37103</c:v>
                </c:pt>
                <c:pt idx="883">
                  <c:v>37134</c:v>
                </c:pt>
                <c:pt idx="884">
                  <c:v>37164</c:v>
                </c:pt>
                <c:pt idx="885">
                  <c:v>37195</c:v>
                </c:pt>
                <c:pt idx="886">
                  <c:v>37225</c:v>
                </c:pt>
                <c:pt idx="887">
                  <c:v>37256</c:v>
                </c:pt>
                <c:pt idx="888">
                  <c:v>37287</c:v>
                </c:pt>
                <c:pt idx="889">
                  <c:v>37315</c:v>
                </c:pt>
                <c:pt idx="890">
                  <c:v>37346</c:v>
                </c:pt>
                <c:pt idx="891">
                  <c:v>37376</c:v>
                </c:pt>
                <c:pt idx="892">
                  <c:v>37407</c:v>
                </c:pt>
                <c:pt idx="893">
                  <c:v>37437</c:v>
                </c:pt>
                <c:pt idx="894">
                  <c:v>37468</c:v>
                </c:pt>
                <c:pt idx="895">
                  <c:v>37499</c:v>
                </c:pt>
                <c:pt idx="896">
                  <c:v>37529</c:v>
                </c:pt>
                <c:pt idx="897">
                  <c:v>37560</c:v>
                </c:pt>
                <c:pt idx="898">
                  <c:v>37590</c:v>
                </c:pt>
                <c:pt idx="899">
                  <c:v>37621</c:v>
                </c:pt>
                <c:pt idx="900">
                  <c:v>37652</c:v>
                </c:pt>
                <c:pt idx="901">
                  <c:v>37680</c:v>
                </c:pt>
                <c:pt idx="902">
                  <c:v>37711</c:v>
                </c:pt>
                <c:pt idx="903">
                  <c:v>37741</c:v>
                </c:pt>
                <c:pt idx="904">
                  <c:v>37772</c:v>
                </c:pt>
                <c:pt idx="905">
                  <c:v>37802</c:v>
                </c:pt>
                <c:pt idx="906">
                  <c:v>37833</c:v>
                </c:pt>
                <c:pt idx="907">
                  <c:v>37864</c:v>
                </c:pt>
                <c:pt idx="908">
                  <c:v>37894</c:v>
                </c:pt>
                <c:pt idx="909">
                  <c:v>37925</c:v>
                </c:pt>
                <c:pt idx="910">
                  <c:v>37955</c:v>
                </c:pt>
                <c:pt idx="911">
                  <c:v>37986</c:v>
                </c:pt>
                <c:pt idx="912">
                  <c:v>38017</c:v>
                </c:pt>
                <c:pt idx="913">
                  <c:v>38046</c:v>
                </c:pt>
                <c:pt idx="914">
                  <c:v>38077</c:v>
                </c:pt>
                <c:pt idx="915">
                  <c:v>38107</c:v>
                </c:pt>
                <c:pt idx="916">
                  <c:v>38138</c:v>
                </c:pt>
                <c:pt idx="917">
                  <c:v>38168</c:v>
                </c:pt>
                <c:pt idx="918">
                  <c:v>38199</c:v>
                </c:pt>
                <c:pt idx="919">
                  <c:v>38230</c:v>
                </c:pt>
                <c:pt idx="920">
                  <c:v>38260</c:v>
                </c:pt>
                <c:pt idx="921">
                  <c:v>38291</c:v>
                </c:pt>
                <c:pt idx="922">
                  <c:v>38321</c:v>
                </c:pt>
                <c:pt idx="923">
                  <c:v>38352</c:v>
                </c:pt>
                <c:pt idx="924">
                  <c:v>38383</c:v>
                </c:pt>
                <c:pt idx="925">
                  <c:v>38411</c:v>
                </c:pt>
                <c:pt idx="926">
                  <c:v>38442</c:v>
                </c:pt>
                <c:pt idx="927">
                  <c:v>38472</c:v>
                </c:pt>
                <c:pt idx="928">
                  <c:v>38503</c:v>
                </c:pt>
                <c:pt idx="929">
                  <c:v>38533</c:v>
                </c:pt>
                <c:pt idx="930">
                  <c:v>38564</c:v>
                </c:pt>
                <c:pt idx="931">
                  <c:v>38595</c:v>
                </c:pt>
                <c:pt idx="932">
                  <c:v>38625</c:v>
                </c:pt>
                <c:pt idx="933">
                  <c:v>38656</c:v>
                </c:pt>
                <c:pt idx="934">
                  <c:v>38686</c:v>
                </c:pt>
                <c:pt idx="935">
                  <c:v>38717</c:v>
                </c:pt>
                <c:pt idx="936">
                  <c:v>38748</c:v>
                </c:pt>
                <c:pt idx="937">
                  <c:v>38776</c:v>
                </c:pt>
                <c:pt idx="938">
                  <c:v>38807</c:v>
                </c:pt>
                <c:pt idx="939">
                  <c:v>38837</c:v>
                </c:pt>
                <c:pt idx="940">
                  <c:v>38868</c:v>
                </c:pt>
                <c:pt idx="941">
                  <c:v>38898</c:v>
                </c:pt>
                <c:pt idx="942">
                  <c:v>38929</c:v>
                </c:pt>
                <c:pt idx="943">
                  <c:v>38960</c:v>
                </c:pt>
                <c:pt idx="944">
                  <c:v>38990</c:v>
                </c:pt>
                <c:pt idx="945">
                  <c:v>39021</c:v>
                </c:pt>
                <c:pt idx="946">
                  <c:v>39051</c:v>
                </c:pt>
                <c:pt idx="947">
                  <c:v>39082</c:v>
                </c:pt>
                <c:pt idx="948">
                  <c:v>39113</c:v>
                </c:pt>
                <c:pt idx="949">
                  <c:v>39141</c:v>
                </c:pt>
                <c:pt idx="950">
                  <c:v>39172</c:v>
                </c:pt>
                <c:pt idx="951">
                  <c:v>39202</c:v>
                </c:pt>
                <c:pt idx="952">
                  <c:v>39233</c:v>
                </c:pt>
                <c:pt idx="953">
                  <c:v>39263</c:v>
                </c:pt>
                <c:pt idx="954">
                  <c:v>39294</c:v>
                </c:pt>
                <c:pt idx="955">
                  <c:v>39325</c:v>
                </c:pt>
                <c:pt idx="956">
                  <c:v>39355</c:v>
                </c:pt>
                <c:pt idx="957">
                  <c:v>39386</c:v>
                </c:pt>
                <c:pt idx="958">
                  <c:v>39416</c:v>
                </c:pt>
                <c:pt idx="959">
                  <c:v>39447</c:v>
                </c:pt>
                <c:pt idx="960">
                  <c:v>39478</c:v>
                </c:pt>
                <c:pt idx="961">
                  <c:v>39507</c:v>
                </c:pt>
                <c:pt idx="962">
                  <c:v>39538</c:v>
                </c:pt>
                <c:pt idx="963">
                  <c:v>39568</c:v>
                </c:pt>
                <c:pt idx="964">
                  <c:v>39599</c:v>
                </c:pt>
                <c:pt idx="965">
                  <c:v>39629</c:v>
                </c:pt>
                <c:pt idx="966">
                  <c:v>39660</c:v>
                </c:pt>
                <c:pt idx="967">
                  <c:v>39691</c:v>
                </c:pt>
                <c:pt idx="968">
                  <c:v>39721</c:v>
                </c:pt>
                <c:pt idx="969">
                  <c:v>39752</c:v>
                </c:pt>
                <c:pt idx="970">
                  <c:v>39782</c:v>
                </c:pt>
                <c:pt idx="971">
                  <c:v>39813</c:v>
                </c:pt>
                <c:pt idx="972">
                  <c:v>39844</c:v>
                </c:pt>
                <c:pt idx="973">
                  <c:v>39872</c:v>
                </c:pt>
                <c:pt idx="974">
                  <c:v>39903</c:v>
                </c:pt>
                <c:pt idx="975">
                  <c:v>39933</c:v>
                </c:pt>
                <c:pt idx="976">
                  <c:v>39964</c:v>
                </c:pt>
                <c:pt idx="977">
                  <c:v>39994</c:v>
                </c:pt>
                <c:pt idx="978">
                  <c:v>40025</c:v>
                </c:pt>
                <c:pt idx="979">
                  <c:v>40056</c:v>
                </c:pt>
                <c:pt idx="980">
                  <c:v>40086</c:v>
                </c:pt>
                <c:pt idx="981">
                  <c:v>40117</c:v>
                </c:pt>
                <c:pt idx="982">
                  <c:v>40147</c:v>
                </c:pt>
                <c:pt idx="983">
                  <c:v>40178</c:v>
                </c:pt>
                <c:pt idx="984">
                  <c:v>40209</c:v>
                </c:pt>
                <c:pt idx="985">
                  <c:v>40237</c:v>
                </c:pt>
                <c:pt idx="986">
                  <c:v>40268</c:v>
                </c:pt>
                <c:pt idx="987">
                  <c:v>40298</c:v>
                </c:pt>
                <c:pt idx="988">
                  <c:v>40329</c:v>
                </c:pt>
                <c:pt idx="989">
                  <c:v>40359</c:v>
                </c:pt>
                <c:pt idx="990">
                  <c:v>40390</c:v>
                </c:pt>
                <c:pt idx="991">
                  <c:v>40421</c:v>
                </c:pt>
                <c:pt idx="992">
                  <c:v>40451</c:v>
                </c:pt>
                <c:pt idx="993">
                  <c:v>40482</c:v>
                </c:pt>
                <c:pt idx="994">
                  <c:v>40512</c:v>
                </c:pt>
                <c:pt idx="995">
                  <c:v>40543</c:v>
                </c:pt>
                <c:pt idx="996">
                  <c:v>40574</c:v>
                </c:pt>
                <c:pt idx="997">
                  <c:v>40602</c:v>
                </c:pt>
                <c:pt idx="998">
                  <c:v>40633</c:v>
                </c:pt>
                <c:pt idx="999">
                  <c:v>40663</c:v>
                </c:pt>
                <c:pt idx="1000">
                  <c:v>40694</c:v>
                </c:pt>
                <c:pt idx="1001">
                  <c:v>40724</c:v>
                </c:pt>
                <c:pt idx="1002">
                  <c:v>40755</c:v>
                </c:pt>
                <c:pt idx="1003">
                  <c:v>40786</c:v>
                </c:pt>
                <c:pt idx="1004">
                  <c:v>40816</c:v>
                </c:pt>
                <c:pt idx="1005">
                  <c:v>40847</c:v>
                </c:pt>
                <c:pt idx="1006">
                  <c:v>40877</c:v>
                </c:pt>
                <c:pt idx="1007">
                  <c:v>40908</c:v>
                </c:pt>
                <c:pt idx="1008">
                  <c:v>40939</c:v>
                </c:pt>
                <c:pt idx="1009">
                  <c:v>40968</c:v>
                </c:pt>
                <c:pt idx="1010">
                  <c:v>40999</c:v>
                </c:pt>
                <c:pt idx="1011">
                  <c:v>41029</c:v>
                </c:pt>
                <c:pt idx="1012">
                  <c:v>41060</c:v>
                </c:pt>
                <c:pt idx="1013">
                  <c:v>41090</c:v>
                </c:pt>
                <c:pt idx="1014">
                  <c:v>41121</c:v>
                </c:pt>
                <c:pt idx="1015">
                  <c:v>41152</c:v>
                </c:pt>
                <c:pt idx="1016">
                  <c:v>41182</c:v>
                </c:pt>
                <c:pt idx="1017">
                  <c:v>41213</c:v>
                </c:pt>
                <c:pt idx="1018">
                  <c:v>41243</c:v>
                </c:pt>
                <c:pt idx="1019">
                  <c:v>41274</c:v>
                </c:pt>
                <c:pt idx="1020">
                  <c:v>41305</c:v>
                </c:pt>
                <c:pt idx="1021">
                  <c:v>41333</c:v>
                </c:pt>
                <c:pt idx="1022">
                  <c:v>41364</c:v>
                </c:pt>
                <c:pt idx="1023">
                  <c:v>41394</c:v>
                </c:pt>
                <c:pt idx="1024">
                  <c:v>41425</c:v>
                </c:pt>
                <c:pt idx="1025">
                  <c:v>41455</c:v>
                </c:pt>
                <c:pt idx="1026">
                  <c:v>41486</c:v>
                </c:pt>
                <c:pt idx="1027">
                  <c:v>41517</c:v>
                </c:pt>
                <c:pt idx="1028">
                  <c:v>41547</c:v>
                </c:pt>
                <c:pt idx="1029">
                  <c:v>41578</c:v>
                </c:pt>
                <c:pt idx="1030">
                  <c:v>41608</c:v>
                </c:pt>
                <c:pt idx="1031">
                  <c:v>41639</c:v>
                </c:pt>
                <c:pt idx="1032">
                  <c:v>41670</c:v>
                </c:pt>
                <c:pt idx="1033">
                  <c:v>41698</c:v>
                </c:pt>
                <c:pt idx="1034">
                  <c:v>41729</c:v>
                </c:pt>
                <c:pt idx="1035">
                  <c:v>41759</c:v>
                </c:pt>
                <c:pt idx="1036">
                  <c:v>41790</c:v>
                </c:pt>
                <c:pt idx="1037">
                  <c:v>41820</c:v>
                </c:pt>
                <c:pt idx="1038">
                  <c:v>41851</c:v>
                </c:pt>
                <c:pt idx="1039">
                  <c:v>41882</c:v>
                </c:pt>
                <c:pt idx="1040">
                  <c:v>41912</c:v>
                </c:pt>
                <c:pt idx="1041">
                  <c:v>41943</c:v>
                </c:pt>
                <c:pt idx="1042">
                  <c:v>41973</c:v>
                </c:pt>
                <c:pt idx="1043">
                  <c:v>42004</c:v>
                </c:pt>
                <c:pt idx="1044">
                  <c:v>42035</c:v>
                </c:pt>
                <c:pt idx="1045">
                  <c:v>42063</c:v>
                </c:pt>
                <c:pt idx="1046">
                  <c:v>42094</c:v>
                </c:pt>
                <c:pt idx="1047">
                  <c:v>42124</c:v>
                </c:pt>
                <c:pt idx="1048">
                  <c:v>42155</c:v>
                </c:pt>
                <c:pt idx="1049">
                  <c:v>42185</c:v>
                </c:pt>
                <c:pt idx="1050">
                  <c:v>42216</c:v>
                </c:pt>
                <c:pt idx="1051">
                  <c:v>42247</c:v>
                </c:pt>
                <c:pt idx="1052">
                  <c:v>42277</c:v>
                </c:pt>
                <c:pt idx="1053">
                  <c:v>42308</c:v>
                </c:pt>
                <c:pt idx="1054">
                  <c:v>42338</c:v>
                </c:pt>
                <c:pt idx="1055">
                  <c:v>42369</c:v>
                </c:pt>
                <c:pt idx="1056">
                  <c:v>42400</c:v>
                </c:pt>
                <c:pt idx="1057">
                  <c:v>42429</c:v>
                </c:pt>
                <c:pt idx="1058">
                  <c:v>42460</c:v>
                </c:pt>
                <c:pt idx="1059">
                  <c:v>42490</c:v>
                </c:pt>
                <c:pt idx="1060">
                  <c:v>42521</c:v>
                </c:pt>
                <c:pt idx="1061">
                  <c:v>42551</c:v>
                </c:pt>
                <c:pt idx="1062">
                  <c:v>42582</c:v>
                </c:pt>
                <c:pt idx="1063">
                  <c:v>42613</c:v>
                </c:pt>
                <c:pt idx="1064">
                  <c:v>42643</c:v>
                </c:pt>
                <c:pt idx="1065">
                  <c:v>42674</c:v>
                </c:pt>
                <c:pt idx="1066">
                  <c:v>42704</c:v>
                </c:pt>
                <c:pt idx="1067">
                  <c:v>42735</c:v>
                </c:pt>
                <c:pt idx="1068">
                  <c:v>42766</c:v>
                </c:pt>
                <c:pt idx="1069">
                  <c:v>42794</c:v>
                </c:pt>
                <c:pt idx="1070">
                  <c:v>42825</c:v>
                </c:pt>
                <c:pt idx="1071">
                  <c:v>42855</c:v>
                </c:pt>
                <c:pt idx="1072">
                  <c:v>42886</c:v>
                </c:pt>
                <c:pt idx="1073">
                  <c:v>42916</c:v>
                </c:pt>
                <c:pt idx="1074">
                  <c:v>42947</c:v>
                </c:pt>
                <c:pt idx="1075">
                  <c:v>42978</c:v>
                </c:pt>
                <c:pt idx="1076">
                  <c:v>43008</c:v>
                </c:pt>
                <c:pt idx="1077">
                  <c:v>43039</c:v>
                </c:pt>
                <c:pt idx="1078">
                  <c:v>43069</c:v>
                </c:pt>
                <c:pt idx="1079">
                  <c:v>43100</c:v>
                </c:pt>
                <c:pt idx="1080">
                  <c:v>43131</c:v>
                </c:pt>
                <c:pt idx="1081">
                  <c:v>43159</c:v>
                </c:pt>
                <c:pt idx="1082">
                  <c:v>43190</c:v>
                </c:pt>
                <c:pt idx="1083">
                  <c:v>43220</c:v>
                </c:pt>
                <c:pt idx="1084">
                  <c:v>43251</c:v>
                </c:pt>
                <c:pt idx="1085">
                  <c:v>43281</c:v>
                </c:pt>
                <c:pt idx="1086">
                  <c:v>43312</c:v>
                </c:pt>
                <c:pt idx="1087">
                  <c:v>43343</c:v>
                </c:pt>
                <c:pt idx="1088">
                  <c:v>43373</c:v>
                </c:pt>
                <c:pt idx="1089">
                  <c:v>43404</c:v>
                </c:pt>
                <c:pt idx="1090">
                  <c:v>43434</c:v>
                </c:pt>
                <c:pt idx="1091">
                  <c:v>43465</c:v>
                </c:pt>
                <c:pt idx="1092">
                  <c:v>43496</c:v>
                </c:pt>
                <c:pt idx="1093">
                  <c:v>43524</c:v>
                </c:pt>
                <c:pt idx="1094">
                  <c:v>43555</c:v>
                </c:pt>
                <c:pt idx="1095">
                  <c:v>43585</c:v>
                </c:pt>
                <c:pt idx="1096">
                  <c:v>43616</c:v>
                </c:pt>
                <c:pt idx="1097">
                  <c:v>43646</c:v>
                </c:pt>
                <c:pt idx="1098">
                  <c:v>43677</c:v>
                </c:pt>
                <c:pt idx="1099">
                  <c:v>43708</c:v>
                </c:pt>
                <c:pt idx="1100">
                  <c:v>43738</c:v>
                </c:pt>
                <c:pt idx="1101">
                  <c:v>43769</c:v>
                </c:pt>
                <c:pt idx="1102">
                  <c:v>43799</c:v>
                </c:pt>
                <c:pt idx="1103">
                  <c:v>43830</c:v>
                </c:pt>
                <c:pt idx="1104">
                  <c:v>43861</c:v>
                </c:pt>
                <c:pt idx="1105">
                  <c:v>43890</c:v>
                </c:pt>
                <c:pt idx="1106">
                  <c:v>43921</c:v>
                </c:pt>
                <c:pt idx="1107">
                  <c:v>43951</c:v>
                </c:pt>
                <c:pt idx="1108">
                  <c:v>43982</c:v>
                </c:pt>
                <c:pt idx="1109">
                  <c:v>44012</c:v>
                </c:pt>
                <c:pt idx="1110">
                  <c:v>44043</c:v>
                </c:pt>
                <c:pt idx="1111">
                  <c:v>44074</c:v>
                </c:pt>
                <c:pt idx="1112">
                  <c:v>44104</c:v>
                </c:pt>
                <c:pt idx="1113">
                  <c:v>44135</c:v>
                </c:pt>
                <c:pt idx="1114">
                  <c:v>44165</c:v>
                </c:pt>
                <c:pt idx="1115">
                  <c:v>44196</c:v>
                </c:pt>
                <c:pt idx="1116">
                  <c:v>44227</c:v>
                </c:pt>
                <c:pt idx="1117">
                  <c:v>44255</c:v>
                </c:pt>
                <c:pt idx="1118">
                  <c:v>44286</c:v>
                </c:pt>
                <c:pt idx="1119">
                  <c:v>44316</c:v>
                </c:pt>
                <c:pt idx="1120">
                  <c:v>44347</c:v>
                </c:pt>
                <c:pt idx="1121">
                  <c:v>44377</c:v>
                </c:pt>
                <c:pt idx="1122">
                  <c:v>44408</c:v>
                </c:pt>
                <c:pt idx="1123">
                  <c:v>44439</c:v>
                </c:pt>
                <c:pt idx="1124">
                  <c:v>44469</c:v>
                </c:pt>
                <c:pt idx="1125">
                  <c:v>44500</c:v>
                </c:pt>
                <c:pt idx="1126">
                  <c:v>44530</c:v>
                </c:pt>
                <c:pt idx="1127">
                  <c:v>44561</c:v>
                </c:pt>
                <c:pt idx="1128">
                  <c:v>44592</c:v>
                </c:pt>
                <c:pt idx="1129">
                  <c:v>44620</c:v>
                </c:pt>
                <c:pt idx="1130">
                  <c:v>44651</c:v>
                </c:pt>
                <c:pt idx="1131">
                  <c:v>44681</c:v>
                </c:pt>
                <c:pt idx="1132">
                  <c:v>44712</c:v>
                </c:pt>
                <c:pt idx="1133">
                  <c:v>44742</c:v>
                </c:pt>
                <c:pt idx="1134">
                  <c:v>44773</c:v>
                </c:pt>
                <c:pt idx="1135">
                  <c:v>44804</c:v>
                </c:pt>
                <c:pt idx="1136">
                  <c:v>44834</c:v>
                </c:pt>
                <c:pt idx="1137">
                  <c:v>44865</c:v>
                </c:pt>
                <c:pt idx="1138">
                  <c:v>44895</c:v>
                </c:pt>
                <c:pt idx="1139">
                  <c:v>44926</c:v>
                </c:pt>
                <c:pt idx="1140">
                  <c:v>44957</c:v>
                </c:pt>
                <c:pt idx="1141">
                  <c:v>44985</c:v>
                </c:pt>
                <c:pt idx="1142">
                  <c:v>45016</c:v>
                </c:pt>
                <c:pt idx="1143">
                  <c:v>45046</c:v>
                </c:pt>
                <c:pt idx="1144">
                  <c:v>45077</c:v>
                </c:pt>
                <c:pt idx="1145">
                  <c:v>45107</c:v>
                </c:pt>
                <c:pt idx="1146">
                  <c:v>45138</c:v>
                </c:pt>
                <c:pt idx="1147">
                  <c:v>45169</c:v>
                </c:pt>
                <c:pt idx="1148">
                  <c:v>45199</c:v>
                </c:pt>
                <c:pt idx="1149">
                  <c:v>45230</c:v>
                </c:pt>
                <c:pt idx="1150">
                  <c:v>45260</c:v>
                </c:pt>
                <c:pt idx="1151">
                  <c:v>45291</c:v>
                </c:pt>
                <c:pt idx="1152">
                  <c:v>45322</c:v>
                </c:pt>
                <c:pt idx="1153">
                  <c:v>45351</c:v>
                </c:pt>
                <c:pt idx="1154">
                  <c:v>45382</c:v>
                </c:pt>
                <c:pt idx="1155">
                  <c:v>45412</c:v>
                </c:pt>
                <c:pt idx="1156">
                  <c:v>45443</c:v>
                </c:pt>
                <c:pt idx="1157">
                  <c:v>45473</c:v>
                </c:pt>
                <c:pt idx="1158">
                  <c:v>45504</c:v>
                </c:pt>
                <c:pt idx="1159">
                  <c:v>45535</c:v>
                </c:pt>
                <c:pt idx="1160">
                  <c:v>45565</c:v>
                </c:pt>
                <c:pt idx="1161">
                  <c:v>45596</c:v>
                </c:pt>
                <c:pt idx="1162">
                  <c:v>45626</c:v>
                </c:pt>
                <c:pt idx="1163">
                  <c:v>45657</c:v>
                </c:pt>
                <c:pt idx="1164">
                  <c:v>45688</c:v>
                </c:pt>
                <c:pt idx="1165">
                  <c:v>45716</c:v>
                </c:pt>
                <c:pt idx="1166">
                  <c:v>45747</c:v>
                </c:pt>
                <c:pt idx="1167">
                  <c:v>45777</c:v>
                </c:pt>
                <c:pt idx="1168">
                  <c:v>45808</c:v>
                </c:pt>
                <c:pt idx="1169">
                  <c:v>45838</c:v>
                </c:pt>
                <c:pt idx="1170">
                  <c:v>45869</c:v>
                </c:pt>
                <c:pt idx="1171">
                  <c:v>45900</c:v>
                </c:pt>
                <c:pt idx="1172">
                  <c:v>45930</c:v>
                </c:pt>
                <c:pt idx="1173">
                  <c:v>45961</c:v>
                </c:pt>
                <c:pt idx="1174">
                  <c:v>45991</c:v>
                </c:pt>
                <c:pt idx="1175">
                  <c:v>46022</c:v>
                </c:pt>
                <c:pt idx="1176">
                  <c:v>46053</c:v>
                </c:pt>
                <c:pt idx="1177">
                  <c:v>46081</c:v>
                </c:pt>
                <c:pt idx="1178">
                  <c:v>46112</c:v>
                </c:pt>
                <c:pt idx="1179">
                  <c:v>46142</c:v>
                </c:pt>
                <c:pt idx="1180">
                  <c:v>46173</c:v>
                </c:pt>
                <c:pt idx="1181">
                  <c:v>46203</c:v>
                </c:pt>
              </c:numCache>
            </c:numRef>
          </c:cat>
          <c:val>
            <c:numRef>
              <c:f>Sheet1!$B$2:$B$1183</c:f>
              <c:numCache>
                <c:formatCode>General</c:formatCode>
                <c:ptCount val="1182"/>
                <c:pt idx="0">
                  <c:v>0.136292</c:v>
                </c:pt>
                <c:pt idx="1">
                  <c:v>0.170849</c:v>
                </c:pt>
                <c:pt idx="2">
                  <c:v>3.0490000000000001E-3</c:v>
                </c:pt>
                <c:pt idx="3">
                  <c:v>-5.8599999999999998E-3</c:v>
                </c:pt>
                <c:pt idx="4">
                  <c:v>5.4598000000000001E-2</c:v>
                </c:pt>
                <c:pt idx="5">
                  <c:v>0.115915</c:v>
                </c:pt>
                <c:pt idx="6">
                  <c:v>0.126973</c:v>
                </c:pt>
                <c:pt idx="7">
                  <c:v>0.174544</c:v>
                </c:pt>
                <c:pt idx="8">
                  <c:v>0.16264799999999999</c:v>
                </c:pt>
                <c:pt idx="9">
                  <c:v>0.197991</c:v>
                </c:pt>
                <c:pt idx="10">
                  <c:v>6.3319E-2</c:v>
                </c:pt>
                <c:pt idx="11">
                  <c:v>5.7591999999999997E-2</c:v>
                </c:pt>
                <c:pt idx="12">
                  <c:v>1.6601000000000001E-2</c:v>
                </c:pt>
                <c:pt idx="13">
                  <c:v>-2.1167999999999999E-2</c:v>
                </c:pt>
                <c:pt idx="14">
                  <c:v>8.3094000000000001E-2</c:v>
                </c:pt>
                <c:pt idx="15">
                  <c:v>0.12287099999999999</c:v>
                </c:pt>
                <c:pt idx="16">
                  <c:v>0.28756199999999998</c:v>
                </c:pt>
                <c:pt idx="17">
                  <c:v>0.108913</c:v>
                </c:pt>
                <c:pt idx="18">
                  <c:v>-0.157114</c:v>
                </c:pt>
                <c:pt idx="19">
                  <c:v>-0.33412900000000001</c:v>
                </c:pt>
                <c:pt idx="20">
                  <c:v>-0.281252</c:v>
                </c:pt>
                <c:pt idx="21">
                  <c:v>-4.5485999999999999E-2</c:v>
                </c:pt>
                <c:pt idx="22">
                  <c:v>0.12514</c:v>
                </c:pt>
                <c:pt idx="23">
                  <c:v>0.137901</c:v>
                </c:pt>
                <c:pt idx="24">
                  <c:v>0.10366300000000001</c:v>
                </c:pt>
                <c:pt idx="25">
                  <c:v>6.2516000000000002E-2</c:v>
                </c:pt>
                <c:pt idx="26">
                  <c:v>-0.14396900000000001</c:v>
                </c:pt>
                <c:pt idx="27">
                  <c:v>-0.13873199999999999</c:v>
                </c:pt>
                <c:pt idx="28">
                  <c:v>-0.117244</c:v>
                </c:pt>
                <c:pt idx="29">
                  <c:v>-8.0689999999999998E-2</c:v>
                </c:pt>
                <c:pt idx="30">
                  <c:v>-0.191356</c:v>
                </c:pt>
                <c:pt idx="31">
                  <c:v>-0.22316</c:v>
                </c:pt>
                <c:pt idx="32">
                  <c:v>-0.16257199999999999</c:v>
                </c:pt>
                <c:pt idx="33">
                  <c:v>-2.9590000000000002E-2</c:v>
                </c:pt>
                <c:pt idx="34">
                  <c:v>0.117323</c:v>
                </c:pt>
                <c:pt idx="35">
                  <c:v>0.10352600000000001</c:v>
                </c:pt>
                <c:pt idx="36">
                  <c:v>-5.4810999999999999E-2</c:v>
                </c:pt>
                <c:pt idx="37">
                  <c:v>-0.267179</c:v>
                </c:pt>
                <c:pt idx="38">
                  <c:v>-9.7411999999999999E-2</c:v>
                </c:pt>
                <c:pt idx="39">
                  <c:v>-7.5510999999999995E-2</c:v>
                </c:pt>
                <c:pt idx="40">
                  <c:v>8.1506999999999996E-2</c:v>
                </c:pt>
                <c:pt idx="41">
                  <c:v>-0.33436500000000002</c:v>
                </c:pt>
                <c:pt idx="42">
                  <c:v>-0.226359</c:v>
                </c:pt>
                <c:pt idx="43">
                  <c:v>-0.30094199999999999</c:v>
                </c:pt>
                <c:pt idx="44">
                  <c:v>-0.14535400000000001</c:v>
                </c:pt>
                <c:pt idx="45">
                  <c:v>-0.22118399999999999</c:v>
                </c:pt>
                <c:pt idx="46">
                  <c:v>-0.106251</c:v>
                </c:pt>
                <c:pt idx="47">
                  <c:v>-7.8572000000000003E-2</c:v>
                </c:pt>
                <c:pt idx="48">
                  <c:v>-0.24729999999999999</c:v>
                </c:pt>
                <c:pt idx="49">
                  <c:v>-0.44580599999999998</c:v>
                </c:pt>
                <c:pt idx="50">
                  <c:v>-0.37456400000000001</c:v>
                </c:pt>
                <c:pt idx="51">
                  <c:v>6.8713999999999997E-2</c:v>
                </c:pt>
                <c:pt idx="52">
                  <c:v>0.93239300000000003</c:v>
                </c:pt>
                <c:pt idx="53">
                  <c:v>0.86710500000000001</c:v>
                </c:pt>
                <c:pt idx="54">
                  <c:v>0.176616</c:v>
                </c:pt>
                <c:pt idx="55">
                  <c:v>-0.204591</c:v>
                </c:pt>
                <c:pt idx="56">
                  <c:v>-0.12723899999999999</c:v>
                </c:pt>
                <c:pt idx="57">
                  <c:v>1.5436E-2</c:v>
                </c:pt>
                <c:pt idx="58">
                  <c:v>-0.119754</c:v>
                </c:pt>
                <c:pt idx="59">
                  <c:v>-0.13848299999999999</c:v>
                </c:pt>
                <c:pt idx="60">
                  <c:v>0.14986099999999999</c:v>
                </c:pt>
                <c:pt idx="61">
                  <c:v>0.73219900000000004</c:v>
                </c:pt>
                <c:pt idx="62">
                  <c:v>0.89147799999999999</c:v>
                </c:pt>
                <c:pt idx="63">
                  <c:v>0.28570600000000002</c:v>
                </c:pt>
                <c:pt idx="64">
                  <c:v>0.162934</c:v>
                </c:pt>
                <c:pt idx="65">
                  <c:v>-9.9538000000000001E-2</c:v>
                </c:pt>
                <c:pt idx="66">
                  <c:v>-8.9430999999999997E-2</c:v>
                </c:pt>
                <c:pt idx="67">
                  <c:v>-9.8963999999999996E-2</c:v>
                </c:pt>
                <c:pt idx="68">
                  <c:v>3.7497999999999997E-2</c:v>
                </c:pt>
                <c:pt idx="69">
                  <c:v>0.26040200000000002</c:v>
                </c:pt>
                <c:pt idx="70">
                  <c:v>0.100478</c:v>
                </c:pt>
                <c:pt idx="71">
                  <c:v>7.6092999999999994E-2</c:v>
                </c:pt>
                <c:pt idx="72">
                  <c:v>-5.4079000000000002E-2</c:v>
                </c:pt>
                <c:pt idx="73">
                  <c:v>-9.7361000000000003E-2</c:v>
                </c:pt>
                <c:pt idx="74">
                  <c:v>-6.6155000000000005E-2</c:v>
                </c:pt>
                <c:pt idx="75">
                  <c:v>-0.16062000000000001</c:v>
                </c:pt>
                <c:pt idx="76">
                  <c:v>-3.6601000000000002E-2</c:v>
                </c:pt>
                <c:pt idx="77">
                  <c:v>-6.3015000000000002E-2</c:v>
                </c:pt>
                <c:pt idx="78">
                  <c:v>2.7719000000000001E-2</c:v>
                </c:pt>
                <c:pt idx="79">
                  <c:v>5.5694E-2</c:v>
                </c:pt>
                <c:pt idx="80">
                  <c:v>5.9208999999999998E-2</c:v>
                </c:pt>
                <c:pt idx="81">
                  <c:v>4.5581000000000003E-2</c:v>
                </c:pt>
                <c:pt idx="82">
                  <c:v>-7.2525999999999993E-2</c:v>
                </c:pt>
                <c:pt idx="83">
                  <c:v>-9.9152000000000004E-2</c:v>
                </c:pt>
                <c:pt idx="84">
                  <c:v>3.2922E-2</c:v>
                </c:pt>
                <c:pt idx="85">
                  <c:v>0.109823</c:v>
                </c:pt>
                <c:pt idx="86">
                  <c:v>0.22595599999999999</c:v>
                </c:pt>
                <c:pt idx="87">
                  <c:v>0.20702000000000001</c:v>
                </c:pt>
                <c:pt idx="88">
                  <c:v>0.18543299999999999</c:v>
                </c:pt>
                <c:pt idx="89">
                  <c:v>0.14303199999999999</c:v>
                </c:pt>
                <c:pt idx="90">
                  <c:v>0.135347</c:v>
                </c:pt>
                <c:pt idx="91">
                  <c:v>0.16195000000000001</c:v>
                </c:pt>
                <c:pt idx="92">
                  <c:v>0.16933999999999999</c:v>
                </c:pt>
                <c:pt idx="93">
                  <c:v>0.15867400000000001</c:v>
                </c:pt>
                <c:pt idx="94">
                  <c:v>0.13814899999999999</c:v>
                </c:pt>
                <c:pt idx="95">
                  <c:v>0.120444</c:v>
                </c:pt>
                <c:pt idx="96">
                  <c:v>-2.9509000000000001E-2</c:v>
                </c:pt>
                <c:pt idx="97">
                  <c:v>-4.9170000000000004E-3</c:v>
                </c:pt>
                <c:pt idx="98">
                  <c:v>3.8110000000000002E-3</c:v>
                </c:pt>
                <c:pt idx="99">
                  <c:v>0.16184899999999999</c:v>
                </c:pt>
                <c:pt idx="100">
                  <c:v>0.120769</c:v>
                </c:pt>
                <c:pt idx="101">
                  <c:v>8.8958999999999996E-2</c:v>
                </c:pt>
                <c:pt idx="102">
                  <c:v>9.7409999999999997E-2</c:v>
                </c:pt>
                <c:pt idx="103">
                  <c:v>9.1158000000000003E-2</c:v>
                </c:pt>
                <c:pt idx="104">
                  <c:v>8.3856E-2</c:v>
                </c:pt>
                <c:pt idx="105">
                  <c:v>4.1974999999999998E-2</c:v>
                </c:pt>
                <c:pt idx="106">
                  <c:v>5.6049000000000002E-2</c:v>
                </c:pt>
                <c:pt idx="107">
                  <c:v>5.3900000000000003E-2</c:v>
                </c:pt>
                <c:pt idx="108">
                  <c:v>-6.547E-2</c:v>
                </c:pt>
                <c:pt idx="109">
                  <c:v>-8.9307999999999998E-2</c:v>
                </c:pt>
                <c:pt idx="110">
                  <c:v>-0.12984799999999999</c:v>
                </c:pt>
                <c:pt idx="111">
                  <c:v>3.3793999999999998E-2</c:v>
                </c:pt>
                <c:pt idx="112">
                  <c:v>-1.077E-3</c:v>
                </c:pt>
                <c:pt idx="113">
                  <c:v>-9.5219999999999999E-2</c:v>
                </c:pt>
                <c:pt idx="114">
                  <c:v>-0.25337399999999999</c:v>
                </c:pt>
                <c:pt idx="115">
                  <c:v>-0.29640100000000003</c:v>
                </c:pt>
                <c:pt idx="116">
                  <c:v>-0.219912</c:v>
                </c:pt>
                <c:pt idx="117">
                  <c:v>-0.118849</c:v>
                </c:pt>
                <c:pt idx="118">
                  <c:v>3.9114999999999997E-2</c:v>
                </c:pt>
                <c:pt idx="119">
                  <c:v>-0.17954600000000001</c:v>
                </c:pt>
                <c:pt idx="120">
                  <c:v>-6.7756999999999998E-2</c:v>
                </c:pt>
                <c:pt idx="121">
                  <c:v>-0.16672799999999999</c:v>
                </c:pt>
                <c:pt idx="122">
                  <c:v>0.38589600000000002</c:v>
                </c:pt>
                <c:pt idx="123">
                  <c:v>0.282642</c:v>
                </c:pt>
                <c:pt idx="124">
                  <c:v>0.32139099999999998</c:v>
                </c:pt>
                <c:pt idx="125">
                  <c:v>7.3962E-2</c:v>
                </c:pt>
                <c:pt idx="126">
                  <c:v>8.2335000000000005E-2</c:v>
                </c:pt>
                <c:pt idx="127">
                  <c:v>6.8445000000000006E-2</c:v>
                </c:pt>
                <c:pt idx="128">
                  <c:v>8.5197999999999996E-2</c:v>
                </c:pt>
                <c:pt idx="129">
                  <c:v>-5.6337999999999999E-2</c:v>
                </c:pt>
                <c:pt idx="130">
                  <c:v>7.9279999999999993E-3</c:v>
                </c:pt>
                <c:pt idx="131">
                  <c:v>-0.155636</c:v>
                </c:pt>
                <c:pt idx="132">
                  <c:v>-0.101534</c:v>
                </c:pt>
                <c:pt idx="133">
                  <c:v>-7.6091000000000006E-2</c:v>
                </c:pt>
                <c:pt idx="134">
                  <c:v>8.25E-4</c:v>
                </c:pt>
                <c:pt idx="135">
                  <c:v>0.11443399999999999</c:v>
                </c:pt>
                <c:pt idx="136">
                  <c:v>-2.4875000000000001E-2</c:v>
                </c:pt>
                <c:pt idx="137">
                  <c:v>0.191298</c:v>
                </c:pt>
                <c:pt idx="138">
                  <c:v>7.7800999999999995E-2</c:v>
                </c:pt>
                <c:pt idx="139">
                  <c:v>0.103683</c:v>
                </c:pt>
                <c:pt idx="140">
                  <c:v>-1.4161999999999999E-2</c:v>
                </c:pt>
                <c:pt idx="141">
                  <c:v>-4.9120999999999998E-2</c:v>
                </c:pt>
                <c:pt idx="142">
                  <c:v>6.9449999999999998E-3</c:v>
                </c:pt>
                <c:pt idx="143">
                  <c:v>-9.8630000000000002E-3</c:v>
                </c:pt>
                <c:pt idx="144">
                  <c:v>2.4773E-2</c:v>
                </c:pt>
                <c:pt idx="145">
                  <c:v>-0.225163</c:v>
                </c:pt>
                <c:pt idx="146">
                  <c:v>-0.16816800000000001</c:v>
                </c:pt>
                <c:pt idx="147">
                  <c:v>-0.14204800000000001</c:v>
                </c:pt>
                <c:pt idx="148">
                  <c:v>0.15154999999999999</c:v>
                </c:pt>
                <c:pt idx="149">
                  <c:v>8.5533999999999999E-2</c:v>
                </c:pt>
                <c:pt idx="150">
                  <c:v>9.4018000000000004E-2</c:v>
                </c:pt>
                <c:pt idx="151">
                  <c:v>2.2439000000000001E-2</c:v>
                </c:pt>
                <c:pt idx="152">
                  <c:v>8.0949999999999998E-3</c:v>
                </c:pt>
                <c:pt idx="153">
                  <c:v>-7.6759999999999995E-2</c:v>
                </c:pt>
                <c:pt idx="154">
                  <c:v>-4.6038000000000003E-2</c:v>
                </c:pt>
                <c:pt idx="155">
                  <c:v>-4.2722999999999997E-2</c:v>
                </c:pt>
                <c:pt idx="156">
                  <c:v>-5.9329E-2</c:v>
                </c:pt>
                <c:pt idx="157">
                  <c:v>-3.7579000000000001E-2</c:v>
                </c:pt>
                <c:pt idx="158">
                  <c:v>6.7889999999999999E-3</c:v>
                </c:pt>
                <c:pt idx="159">
                  <c:v>0.13580600000000001</c:v>
                </c:pt>
                <c:pt idx="160">
                  <c:v>0.114964</c:v>
                </c:pt>
                <c:pt idx="161">
                  <c:v>5.3289999999999997E-2</c:v>
                </c:pt>
                <c:pt idx="162">
                  <c:v>-6.9654999999999995E-2</c:v>
                </c:pt>
                <c:pt idx="163">
                  <c:v>-9.6766000000000005E-2</c:v>
                </c:pt>
                <c:pt idx="164">
                  <c:v>-0.13167300000000001</c:v>
                </c:pt>
                <c:pt idx="165">
                  <c:v>-4.9972000000000003E-2</c:v>
                </c:pt>
                <c:pt idx="166">
                  <c:v>-3.9054999999999999E-2</c:v>
                </c:pt>
                <c:pt idx="167">
                  <c:v>-5.9355999999999999E-2</c:v>
                </c:pt>
                <c:pt idx="168">
                  <c:v>-0.116122</c:v>
                </c:pt>
                <c:pt idx="169">
                  <c:v>-3.0794999999999999E-2</c:v>
                </c:pt>
                <c:pt idx="170">
                  <c:v>5.8074000000000001E-2</c:v>
                </c:pt>
                <c:pt idx="171">
                  <c:v>0.13994300000000001</c:v>
                </c:pt>
                <c:pt idx="172">
                  <c:v>7.7948000000000003E-2</c:v>
                </c:pt>
                <c:pt idx="173">
                  <c:v>8.5996000000000003E-2</c:v>
                </c:pt>
                <c:pt idx="174">
                  <c:v>0.11282</c:v>
                </c:pt>
                <c:pt idx="175">
                  <c:v>9.5870999999999998E-2</c:v>
                </c:pt>
                <c:pt idx="176">
                  <c:v>0.12166200000000001</c:v>
                </c:pt>
                <c:pt idx="177">
                  <c:v>0.13261300000000001</c:v>
                </c:pt>
                <c:pt idx="178">
                  <c:v>0.19826099999999999</c:v>
                </c:pt>
                <c:pt idx="179">
                  <c:v>0.20188</c:v>
                </c:pt>
                <c:pt idx="180">
                  <c:v>0.12506600000000001</c:v>
                </c:pt>
                <c:pt idx="181">
                  <c:v>0.112681</c:v>
                </c:pt>
                <c:pt idx="182">
                  <c:v>7.9905000000000004E-2</c:v>
                </c:pt>
                <c:pt idx="183">
                  <c:v>3.4986999999999997E-2</c:v>
                </c:pt>
                <c:pt idx="184">
                  <c:v>-8.6219999999999995E-3</c:v>
                </c:pt>
                <c:pt idx="185">
                  <c:v>-9.6500000000000006E-3</c:v>
                </c:pt>
                <c:pt idx="186">
                  <c:v>1.7850999999999999E-2</c:v>
                </c:pt>
                <c:pt idx="187">
                  <c:v>-5.4004000000000003E-2</c:v>
                </c:pt>
                <c:pt idx="188">
                  <c:v>-2.1174999999999999E-2</c:v>
                </c:pt>
                <c:pt idx="189">
                  <c:v>8.1869999999999998E-3</c:v>
                </c:pt>
                <c:pt idx="190">
                  <c:v>8.6748000000000006E-2</c:v>
                </c:pt>
                <c:pt idx="191">
                  <c:v>4.3418999999999999E-2</c:v>
                </c:pt>
                <c:pt idx="192">
                  <c:v>1.4807000000000001E-2</c:v>
                </c:pt>
                <c:pt idx="193">
                  <c:v>5.8469E-2</c:v>
                </c:pt>
                <c:pt idx="194">
                  <c:v>9.3812000000000006E-2</c:v>
                </c:pt>
                <c:pt idx="195">
                  <c:v>8.4252999999999995E-2</c:v>
                </c:pt>
                <c:pt idx="196">
                  <c:v>5.0944999999999997E-2</c:v>
                </c:pt>
                <c:pt idx="197">
                  <c:v>-6.2129999999999998E-3</c:v>
                </c:pt>
                <c:pt idx="198">
                  <c:v>1.8162999999999999E-2</c:v>
                </c:pt>
                <c:pt idx="199">
                  <c:v>1.3398E-2</c:v>
                </c:pt>
                <c:pt idx="200">
                  <c:v>5.5362000000000001E-2</c:v>
                </c:pt>
                <c:pt idx="201">
                  <c:v>6.6938999999999999E-2</c:v>
                </c:pt>
                <c:pt idx="202">
                  <c:v>0.12793599999999999</c:v>
                </c:pt>
                <c:pt idx="203">
                  <c:v>3.6940000000000001E-2</c:v>
                </c:pt>
                <c:pt idx="204">
                  <c:v>0.114508</c:v>
                </c:pt>
                <c:pt idx="205">
                  <c:v>6.1624999999999999E-2</c:v>
                </c:pt>
                <c:pt idx="206">
                  <c:v>0.104715</c:v>
                </c:pt>
                <c:pt idx="207">
                  <c:v>-1.2719999999999999E-3</c:v>
                </c:pt>
                <c:pt idx="208">
                  <c:v>4.4706000000000003E-2</c:v>
                </c:pt>
                <c:pt idx="209">
                  <c:v>9.1129000000000002E-2</c:v>
                </c:pt>
                <c:pt idx="210">
                  <c:v>0.147732</c:v>
                </c:pt>
                <c:pt idx="211">
                  <c:v>0.119496</c:v>
                </c:pt>
                <c:pt idx="212">
                  <c:v>9.2203999999999994E-2</c:v>
                </c:pt>
                <c:pt idx="213">
                  <c:v>0.125944</c:v>
                </c:pt>
                <c:pt idx="214">
                  <c:v>1.4710000000000001E-2</c:v>
                </c:pt>
                <c:pt idx="215">
                  <c:v>4.9026E-2</c:v>
                </c:pt>
                <c:pt idx="216">
                  <c:v>1.9768999999999998E-2</c:v>
                </c:pt>
                <c:pt idx="217">
                  <c:v>0.120327</c:v>
                </c:pt>
                <c:pt idx="218">
                  <c:v>3.0976E-2</c:v>
                </c:pt>
                <c:pt idx="219">
                  <c:v>-3.3763000000000001E-2</c:v>
                </c:pt>
                <c:pt idx="220">
                  <c:v>-0.12367400000000001</c:v>
                </c:pt>
                <c:pt idx="221">
                  <c:v>-0.179951</c:v>
                </c:pt>
                <c:pt idx="222">
                  <c:v>-0.16458700000000001</c:v>
                </c:pt>
                <c:pt idx="223">
                  <c:v>-0.107894</c:v>
                </c:pt>
                <c:pt idx="224">
                  <c:v>3.4917999999999998E-2</c:v>
                </c:pt>
                <c:pt idx="225">
                  <c:v>6.7802000000000001E-2</c:v>
                </c:pt>
                <c:pt idx="226">
                  <c:v>6.3361000000000001E-2</c:v>
                </c:pt>
                <c:pt idx="227">
                  <c:v>3.124E-3</c:v>
                </c:pt>
                <c:pt idx="228">
                  <c:v>-5.7790000000000001E-2</c:v>
                </c:pt>
                <c:pt idx="229">
                  <c:v>-5.1740000000000001E-2</c:v>
                </c:pt>
                <c:pt idx="230">
                  <c:v>1.5554E-2</c:v>
                </c:pt>
                <c:pt idx="231">
                  <c:v>9.4730999999999996E-2</c:v>
                </c:pt>
                <c:pt idx="232">
                  <c:v>7.3590000000000003E-2</c:v>
                </c:pt>
                <c:pt idx="233">
                  <c:v>6.0670000000000003E-3</c:v>
                </c:pt>
                <c:pt idx="234">
                  <c:v>-8.201E-3</c:v>
                </c:pt>
                <c:pt idx="235">
                  <c:v>-9.1859999999999997E-3</c:v>
                </c:pt>
                <c:pt idx="236">
                  <c:v>2.6338E-2</c:v>
                </c:pt>
                <c:pt idx="237">
                  <c:v>-3.5299999999999998E-2</c:v>
                </c:pt>
                <c:pt idx="238">
                  <c:v>-5.6603000000000001E-2</c:v>
                </c:pt>
                <c:pt idx="239">
                  <c:v>2.24E-4</c:v>
                </c:pt>
                <c:pt idx="240">
                  <c:v>6.9969000000000003E-2</c:v>
                </c:pt>
                <c:pt idx="241">
                  <c:v>0.21495700000000001</c:v>
                </c:pt>
                <c:pt idx="242">
                  <c:v>0.124821</c:v>
                </c:pt>
                <c:pt idx="243">
                  <c:v>3.7239000000000001E-2</c:v>
                </c:pt>
                <c:pt idx="244">
                  <c:v>-3.0549E-2</c:v>
                </c:pt>
                <c:pt idx="245">
                  <c:v>-6.2128000000000003E-2</c:v>
                </c:pt>
                <c:pt idx="246">
                  <c:v>5.5368000000000001E-2</c:v>
                </c:pt>
                <c:pt idx="247">
                  <c:v>-6.3238000000000003E-2</c:v>
                </c:pt>
                <c:pt idx="248">
                  <c:v>-4.2449999999999996E-3</c:v>
                </c:pt>
                <c:pt idx="249">
                  <c:v>-6.3438999999999995E-2</c:v>
                </c:pt>
                <c:pt idx="250">
                  <c:v>6.855E-3</c:v>
                </c:pt>
                <c:pt idx="251">
                  <c:v>6.8269999999999997E-3</c:v>
                </c:pt>
                <c:pt idx="252">
                  <c:v>-1.7461000000000001E-2</c:v>
                </c:pt>
                <c:pt idx="253">
                  <c:v>-1.3050000000000001E-2</c:v>
                </c:pt>
                <c:pt idx="254">
                  <c:v>-4.3327999999999998E-2</c:v>
                </c:pt>
                <c:pt idx="255">
                  <c:v>4.0550000000000003E-2</c:v>
                </c:pt>
                <c:pt idx="256">
                  <c:v>9.1537999999999994E-2</c:v>
                </c:pt>
                <c:pt idx="257">
                  <c:v>0.119175</c:v>
                </c:pt>
                <c:pt idx="258">
                  <c:v>8.4616999999999998E-2</c:v>
                </c:pt>
                <c:pt idx="259">
                  <c:v>7.3229000000000002E-2</c:v>
                </c:pt>
                <c:pt idx="260">
                  <c:v>9.6249000000000001E-2</c:v>
                </c:pt>
                <c:pt idx="261">
                  <c:v>8.1354999999999997E-2</c:v>
                </c:pt>
                <c:pt idx="262">
                  <c:v>9.0660000000000004E-2</c:v>
                </c:pt>
                <c:pt idx="263">
                  <c:v>4.7351999999999998E-2</c:v>
                </c:pt>
                <c:pt idx="264">
                  <c:v>7.1166999999999994E-2</c:v>
                </c:pt>
                <c:pt idx="265">
                  <c:v>0.108747</c:v>
                </c:pt>
                <c:pt idx="266">
                  <c:v>3.9876000000000002E-2</c:v>
                </c:pt>
                <c:pt idx="267">
                  <c:v>1.0028E-2</c:v>
                </c:pt>
                <c:pt idx="268">
                  <c:v>-2.2330000000000002E-3</c:v>
                </c:pt>
                <c:pt idx="269">
                  <c:v>0.11899999999999999</c:v>
                </c:pt>
                <c:pt idx="270">
                  <c:v>0.11394799999999999</c:v>
                </c:pt>
                <c:pt idx="271">
                  <c:v>7.7954999999999997E-2</c:v>
                </c:pt>
                <c:pt idx="272">
                  <c:v>6.9433999999999996E-2</c:v>
                </c:pt>
                <c:pt idx="273">
                  <c:v>0.129251</c:v>
                </c:pt>
                <c:pt idx="274">
                  <c:v>0.13738300000000001</c:v>
                </c:pt>
                <c:pt idx="275">
                  <c:v>6.9850999999999996E-2</c:v>
                </c:pt>
                <c:pt idx="276">
                  <c:v>5.3723E-2</c:v>
                </c:pt>
                <c:pt idx="277">
                  <c:v>4.6610000000000002E-3</c:v>
                </c:pt>
                <c:pt idx="278">
                  <c:v>-6.7320000000000001E-3</c:v>
                </c:pt>
                <c:pt idx="279">
                  <c:v>1.6587999999999999E-2</c:v>
                </c:pt>
                <c:pt idx="280">
                  <c:v>0.10087500000000001</c:v>
                </c:pt>
                <c:pt idx="281">
                  <c:v>0.12859300000000001</c:v>
                </c:pt>
                <c:pt idx="282">
                  <c:v>4.0901E-2</c:v>
                </c:pt>
                <c:pt idx="283">
                  <c:v>-1.3389999999999999E-3</c:v>
                </c:pt>
                <c:pt idx="284">
                  <c:v>3.8008E-2</c:v>
                </c:pt>
                <c:pt idx="285">
                  <c:v>6.8421999999999997E-2</c:v>
                </c:pt>
                <c:pt idx="286">
                  <c:v>3.1837999999999998E-2</c:v>
                </c:pt>
                <c:pt idx="287">
                  <c:v>4.0551999999999998E-2</c:v>
                </c:pt>
                <c:pt idx="288">
                  <c:v>-1.9394999999999999E-2</c:v>
                </c:pt>
                <c:pt idx="289">
                  <c:v>4.1347000000000002E-2</c:v>
                </c:pt>
                <c:pt idx="290">
                  <c:v>3.9724000000000002E-2</c:v>
                </c:pt>
                <c:pt idx="291">
                  <c:v>0.10546700000000001</c:v>
                </c:pt>
                <c:pt idx="292">
                  <c:v>6.4435000000000006E-2</c:v>
                </c:pt>
                <c:pt idx="293">
                  <c:v>-2.4750000000000002E-3</c:v>
                </c:pt>
                <c:pt idx="294">
                  <c:v>-2.0438000000000001E-2</c:v>
                </c:pt>
                <c:pt idx="295">
                  <c:v>4.0196000000000003E-2</c:v>
                </c:pt>
                <c:pt idx="296">
                  <c:v>9.8192000000000002E-2</c:v>
                </c:pt>
                <c:pt idx="297">
                  <c:v>9.0740000000000001E-2</c:v>
                </c:pt>
                <c:pt idx="298">
                  <c:v>2.3109999999999999E-2</c:v>
                </c:pt>
                <c:pt idx="299">
                  <c:v>-3.5194000000000003E-2</c:v>
                </c:pt>
                <c:pt idx="300">
                  <c:v>-5.3726000000000003E-2</c:v>
                </c:pt>
                <c:pt idx="301">
                  <c:v>-3.9114000000000003E-2</c:v>
                </c:pt>
                <c:pt idx="302">
                  <c:v>-3.1571000000000002E-2</c:v>
                </c:pt>
                <c:pt idx="303">
                  <c:v>2.0028000000000001E-2</c:v>
                </c:pt>
                <c:pt idx="304">
                  <c:v>-3.5678000000000001E-2</c:v>
                </c:pt>
                <c:pt idx="305">
                  <c:v>-1.8294999999999999E-2</c:v>
                </c:pt>
                <c:pt idx="306">
                  <c:v>6.411E-3</c:v>
                </c:pt>
                <c:pt idx="307">
                  <c:v>7.7747999999999998E-2</c:v>
                </c:pt>
                <c:pt idx="308">
                  <c:v>7.8300999999999996E-2</c:v>
                </c:pt>
                <c:pt idx="309">
                  <c:v>7.8312000000000007E-2</c:v>
                </c:pt>
                <c:pt idx="310">
                  <c:v>7.1373000000000006E-2</c:v>
                </c:pt>
                <c:pt idx="311">
                  <c:v>0.101233</c:v>
                </c:pt>
                <c:pt idx="312">
                  <c:v>9.8549999999999999E-2</c:v>
                </c:pt>
                <c:pt idx="313">
                  <c:v>0.13114200000000001</c:v>
                </c:pt>
                <c:pt idx="314">
                  <c:v>9.8242999999999997E-2</c:v>
                </c:pt>
                <c:pt idx="315">
                  <c:v>0.106374</c:v>
                </c:pt>
                <c:pt idx="316">
                  <c:v>3.4438999999999997E-2</c:v>
                </c:pt>
                <c:pt idx="317">
                  <c:v>0.119364</c:v>
                </c:pt>
                <c:pt idx="318">
                  <c:v>3.8013999999999999E-2</c:v>
                </c:pt>
                <c:pt idx="319">
                  <c:v>0.161166</c:v>
                </c:pt>
                <c:pt idx="320">
                  <c:v>0.12625800000000001</c:v>
                </c:pt>
                <c:pt idx="321">
                  <c:v>0.16911899999999999</c:v>
                </c:pt>
                <c:pt idx="322">
                  <c:v>8.5262000000000004E-2</c:v>
                </c:pt>
                <c:pt idx="323">
                  <c:v>2.7615000000000001E-2</c:v>
                </c:pt>
                <c:pt idx="324">
                  <c:v>4.7280000000000003E-2</c:v>
                </c:pt>
                <c:pt idx="325">
                  <c:v>4.2153999999999997E-2</c:v>
                </c:pt>
                <c:pt idx="326">
                  <c:v>0.133157</c:v>
                </c:pt>
                <c:pt idx="327">
                  <c:v>0.15782099999999999</c:v>
                </c:pt>
                <c:pt idx="328">
                  <c:v>0.149919</c:v>
                </c:pt>
                <c:pt idx="329">
                  <c:v>7.4278999999999998E-2</c:v>
                </c:pt>
                <c:pt idx="330">
                  <c:v>-1.7912999999999998E-2</c:v>
                </c:pt>
                <c:pt idx="331">
                  <c:v>6.3800999999999997E-2</c:v>
                </c:pt>
                <c:pt idx="332">
                  <c:v>5.1135E-2</c:v>
                </c:pt>
                <c:pt idx="333">
                  <c:v>4.4513999999999998E-2</c:v>
                </c:pt>
                <c:pt idx="334">
                  <c:v>5.6259999999999999E-3</c:v>
                </c:pt>
                <c:pt idx="335">
                  <c:v>7.6008000000000006E-2</c:v>
                </c:pt>
                <c:pt idx="336">
                  <c:v>0.114341</c:v>
                </c:pt>
                <c:pt idx="337">
                  <c:v>6.1890000000000001E-3</c:v>
                </c:pt>
                <c:pt idx="338">
                  <c:v>-2.1930999999999999E-2</c:v>
                </c:pt>
                <c:pt idx="339">
                  <c:v>3.0646E-2</c:v>
                </c:pt>
                <c:pt idx="340">
                  <c:v>6.1120000000000001E-2</c:v>
                </c:pt>
                <c:pt idx="341">
                  <c:v>-2.5256000000000001E-2</c:v>
                </c:pt>
                <c:pt idx="342">
                  <c:v>-6.8168000000000006E-2</c:v>
                </c:pt>
                <c:pt idx="343">
                  <c:v>-4.1836999999999999E-2</c:v>
                </c:pt>
                <c:pt idx="344">
                  <c:v>3.9043000000000001E-2</c:v>
                </c:pt>
                <c:pt idx="345">
                  <c:v>-9.4640000000000002E-3</c:v>
                </c:pt>
                <c:pt idx="346">
                  <c:v>-3.1085000000000002E-2</c:v>
                </c:pt>
                <c:pt idx="347">
                  <c:v>-4.5560000000000003E-2</c:v>
                </c:pt>
                <c:pt idx="348">
                  <c:v>3.288E-2</c:v>
                </c:pt>
                <c:pt idx="349">
                  <c:v>0.106922</c:v>
                </c:pt>
                <c:pt idx="350">
                  <c:v>8.3951999999999999E-2</c:v>
                </c:pt>
                <c:pt idx="351">
                  <c:v>5.7016999999999998E-2</c:v>
                </c:pt>
                <c:pt idx="352">
                  <c:v>-3.7782000000000003E-2</c:v>
                </c:pt>
                <c:pt idx="353">
                  <c:v>-9.5943000000000001E-2</c:v>
                </c:pt>
                <c:pt idx="354">
                  <c:v>-0.13428000000000001</c:v>
                </c:pt>
                <c:pt idx="355">
                  <c:v>-6.7576999999999998E-2</c:v>
                </c:pt>
                <c:pt idx="356">
                  <c:v>-4.6899000000000003E-2</c:v>
                </c:pt>
                <c:pt idx="357">
                  <c:v>2.6811000000000001E-2</c:v>
                </c:pt>
                <c:pt idx="358">
                  <c:v>-1.0362E-2</c:v>
                </c:pt>
                <c:pt idx="359">
                  <c:v>6.4093999999999998E-2</c:v>
                </c:pt>
                <c:pt idx="360">
                  <c:v>5.2775000000000002E-2</c:v>
                </c:pt>
                <c:pt idx="361">
                  <c:v>9.0740000000000001E-2</c:v>
                </c:pt>
                <c:pt idx="362">
                  <c:v>8.5389000000000007E-2</c:v>
                </c:pt>
                <c:pt idx="363">
                  <c:v>9.6894999999999995E-2</c:v>
                </c:pt>
                <c:pt idx="364">
                  <c:v>9.3218999999999996E-2</c:v>
                </c:pt>
                <c:pt idx="365">
                  <c:v>0.116661</c:v>
                </c:pt>
                <c:pt idx="366">
                  <c:v>9.7351999999999994E-2</c:v>
                </c:pt>
                <c:pt idx="367">
                  <c:v>0.10849399999999999</c:v>
                </c:pt>
                <c:pt idx="368">
                  <c:v>0.112104</c:v>
                </c:pt>
                <c:pt idx="369">
                  <c:v>8.9077000000000003E-2</c:v>
                </c:pt>
                <c:pt idx="370">
                  <c:v>6.4354999999999996E-2</c:v>
                </c:pt>
                <c:pt idx="371">
                  <c:v>1.2172000000000001E-2</c:v>
                </c:pt>
                <c:pt idx="372">
                  <c:v>4.6833E-2</c:v>
                </c:pt>
                <c:pt idx="373">
                  <c:v>6.7289000000000002E-2</c:v>
                </c:pt>
                <c:pt idx="374">
                  <c:v>6.2861E-2</c:v>
                </c:pt>
                <c:pt idx="375">
                  <c:v>5.8788E-2</c:v>
                </c:pt>
                <c:pt idx="376">
                  <c:v>2.3460000000000002E-2</c:v>
                </c:pt>
                <c:pt idx="377">
                  <c:v>-1.9692999999999999E-2</c:v>
                </c:pt>
                <c:pt idx="378">
                  <c:v>-4.1940999999999999E-2</c:v>
                </c:pt>
                <c:pt idx="379">
                  <c:v>-1.4338E-2</c:v>
                </c:pt>
                <c:pt idx="380">
                  <c:v>6.1261999999999997E-2</c:v>
                </c:pt>
                <c:pt idx="381">
                  <c:v>-2.5519E-2</c:v>
                </c:pt>
                <c:pt idx="382">
                  <c:v>-2.9222999999999999E-2</c:v>
                </c:pt>
                <c:pt idx="383">
                  <c:v>-6.8117999999999998E-2</c:v>
                </c:pt>
                <c:pt idx="384">
                  <c:v>-1.3764999999999999E-2</c:v>
                </c:pt>
                <c:pt idx="385">
                  <c:v>3.6099999999999999E-3</c:v>
                </c:pt>
                <c:pt idx="386">
                  <c:v>3.7520999999999999E-2</c:v>
                </c:pt>
                <c:pt idx="387">
                  <c:v>2.9874999999999999E-2</c:v>
                </c:pt>
                <c:pt idx="388">
                  <c:v>2.9078E-2</c:v>
                </c:pt>
                <c:pt idx="389">
                  <c:v>-5.1465999999999998E-2</c:v>
                </c:pt>
                <c:pt idx="390">
                  <c:v>-2.9624999999999999E-2</c:v>
                </c:pt>
                <c:pt idx="391">
                  <c:v>-1.6194E-2</c:v>
                </c:pt>
                <c:pt idx="392">
                  <c:v>9.5375000000000001E-2</c:v>
                </c:pt>
                <c:pt idx="393">
                  <c:v>0.16703200000000001</c:v>
                </c:pt>
                <c:pt idx="394">
                  <c:v>0.15162500000000001</c:v>
                </c:pt>
                <c:pt idx="395">
                  <c:v>0.128418</c:v>
                </c:pt>
                <c:pt idx="396">
                  <c:v>6.5181000000000003E-2</c:v>
                </c:pt>
                <c:pt idx="397">
                  <c:v>5.6979000000000002E-2</c:v>
                </c:pt>
                <c:pt idx="398">
                  <c:v>8.7299999999999997E-4</c:v>
                </c:pt>
                <c:pt idx="399">
                  <c:v>2.9769E-2</c:v>
                </c:pt>
                <c:pt idx="400">
                  <c:v>3.0227E-2</c:v>
                </c:pt>
                <c:pt idx="401">
                  <c:v>3.9906999999999998E-2</c:v>
                </c:pt>
                <c:pt idx="402">
                  <c:v>3.5349999999999999E-2</c:v>
                </c:pt>
                <c:pt idx="403">
                  <c:v>5.5320000000000001E-2</c:v>
                </c:pt>
                <c:pt idx="404">
                  <c:v>7.9894000000000007E-2</c:v>
                </c:pt>
                <c:pt idx="405">
                  <c:v>1.0392E-2</c:v>
                </c:pt>
                <c:pt idx="406">
                  <c:v>-1.1976000000000001E-2</c:v>
                </c:pt>
                <c:pt idx="407">
                  <c:v>-2.0853E-2</c:v>
                </c:pt>
                <c:pt idx="408">
                  <c:v>-4.5316000000000002E-2</c:v>
                </c:pt>
                <c:pt idx="409">
                  <c:v>-0.14111299999999999</c:v>
                </c:pt>
                <c:pt idx="410">
                  <c:v>-0.20622099999999999</c:v>
                </c:pt>
                <c:pt idx="411">
                  <c:v>-9.9528000000000005E-2</c:v>
                </c:pt>
                <c:pt idx="412">
                  <c:v>4.7699999999999999E-4</c:v>
                </c:pt>
                <c:pt idx="413">
                  <c:v>3.7018000000000002E-2</c:v>
                </c:pt>
                <c:pt idx="414">
                  <c:v>-2.0539000000000002E-2</c:v>
                </c:pt>
                <c:pt idx="415">
                  <c:v>6.2671000000000004E-2</c:v>
                </c:pt>
                <c:pt idx="416">
                  <c:v>0.131382</c:v>
                </c:pt>
                <c:pt idx="417">
                  <c:v>0.18127299999999999</c:v>
                </c:pt>
                <c:pt idx="418">
                  <c:v>4.1191999999999999E-2</c:v>
                </c:pt>
                <c:pt idx="419">
                  <c:v>6.3652E-2</c:v>
                </c:pt>
                <c:pt idx="420">
                  <c:v>6.2918000000000002E-2</c:v>
                </c:pt>
                <c:pt idx="421">
                  <c:v>0.11004800000000001</c:v>
                </c:pt>
                <c:pt idx="422">
                  <c:v>5.0257999999999997E-2</c:v>
                </c:pt>
                <c:pt idx="423">
                  <c:v>-1.7769999999999999E-3</c:v>
                </c:pt>
                <c:pt idx="424">
                  <c:v>3.2096E-2</c:v>
                </c:pt>
                <c:pt idx="425">
                  <c:v>4.1658000000000001E-2</c:v>
                </c:pt>
                <c:pt idx="426">
                  <c:v>7.8831999999999999E-2</c:v>
                </c:pt>
                <c:pt idx="427">
                  <c:v>1.7843000000000001E-2</c:v>
                </c:pt>
                <c:pt idx="428">
                  <c:v>5.4392000000000003E-2</c:v>
                </c:pt>
                <c:pt idx="429">
                  <c:v>4.8939000000000003E-2</c:v>
                </c:pt>
                <c:pt idx="430">
                  <c:v>7.0463999999999999E-2</c:v>
                </c:pt>
                <c:pt idx="431">
                  <c:v>6.0666999999999999E-2</c:v>
                </c:pt>
                <c:pt idx="432">
                  <c:v>3.9073999999999998E-2</c:v>
                </c:pt>
                <c:pt idx="433">
                  <c:v>4.0654000000000003E-2</c:v>
                </c:pt>
                <c:pt idx="434">
                  <c:v>4.1951000000000002E-2</c:v>
                </c:pt>
                <c:pt idx="435">
                  <c:v>5.4501000000000001E-2</c:v>
                </c:pt>
                <c:pt idx="436">
                  <c:v>2.5661E-2</c:v>
                </c:pt>
                <c:pt idx="437">
                  <c:v>3.8031000000000002E-2</c:v>
                </c:pt>
                <c:pt idx="438">
                  <c:v>2.7685000000000001E-2</c:v>
                </c:pt>
                <c:pt idx="439">
                  <c:v>3.9181000000000001E-2</c:v>
                </c:pt>
                <c:pt idx="440">
                  <c:v>1.4164E-2</c:v>
                </c:pt>
                <c:pt idx="441">
                  <c:v>3.9413999999999998E-2</c:v>
                </c:pt>
                <c:pt idx="442">
                  <c:v>4.3296000000000001E-2</c:v>
                </c:pt>
                <c:pt idx="443">
                  <c:v>2.4101999999999998E-2</c:v>
                </c:pt>
                <c:pt idx="444">
                  <c:v>2.5174999999999999E-2</c:v>
                </c:pt>
                <c:pt idx="445">
                  <c:v>1.8731999999999999E-2</c:v>
                </c:pt>
                <c:pt idx="446">
                  <c:v>-1.6416E-2</c:v>
                </c:pt>
                <c:pt idx="447">
                  <c:v>-3.6065E-2</c:v>
                </c:pt>
                <c:pt idx="448">
                  <c:v>-6.535E-3</c:v>
                </c:pt>
                <c:pt idx="449">
                  <c:v>7.7589000000000005E-2</c:v>
                </c:pt>
                <c:pt idx="450">
                  <c:v>9.2234999999999998E-2</c:v>
                </c:pt>
                <c:pt idx="451">
                  <c:v>5.8703999999999999E-2</c:v>
                </c:pt>
                <c:pt idx="452">
                  <c:v>3.5042999999999998E-2</c:v>
                </c:pt>
                <c:pt idx="453">
                  <c:v>1.24E-2</c:v>
                </c:pt>
                <c:pt idx="454">
                  <c:v>3.1380000000000002E-3</c:v>
                </c:pt>
                <c:pt idx="455">
                  <c:v>-2.7319E-2</c:v>
                </c:pt>
                <c:pt idx="456">
                  <c:v>-1.2083999999999999E-2</c:v>
                </c:pt>
                <c:pt idx="457">
                  <c:v>-4.8355000000000002E-2</c:v>
                </c:pt>
                <c:pt idx="458">
                  <c:v>-4.2703999999999999E-2</c:v>
                </c:pt>
                <c:pt idx="459">
                  <c:v>-7.4355000000000004E-2</c:v>
                </c:pt>
                <c:pt idx="460">
                  <c:v>-9.7221000000000002E-2</c:v>
                </c:pt>
                <c:pt idx="461">
                  <c:v>-8.8515999999999997E-2</c:v>
                </c:pt>
                <c:pt idx="462">
                  <c:v>-3.1821000000000002E-2</c:v>
                </c:pt>
                <c:pt idx="463">
                  <c:v>5.3065000000000001E-2</c:v>
                </c:pt>
                <c:pt idx="464">
                  <c:v>5.8747000000000001E-2</c:v>
                </c:pt>
                <c:pt idx="465">
                  <c:v>8.9409000000000002E-2</c:v>
                </c:pt>
                <c:pt idx="466">
                  <c:v>8.7934999999999999E-2</c:v>
                </c:pt>
                <c:pt idx="467">
                  <c:v>0.13222999999999999</c:v>
                </c:pt>
                <c:pt idx="468">
                  <c:v>9.4286999999999996E-2</c:v>
                </c:pt>
                <c:pt idx="469">
                  <c:v>3.4719E-2</c:v>
                </c:pt>
                <c:pt idx="470">
                  <c:v>1.286E-2</c:v>
                </c:pt>
                <c:pt idx="471">
                  <c:v>1.5823E-2</c:v>
                </c:pt>
                <c:pt idx="472">
                  <c:v>5.944E-2</c:v>
                </c:pt>
                <c:pt idx="473">
                  <c:v>7.5231000000000006E-2</c:v>
                </c:pt>
                <c:pt idx="474">
                  <c:v>-7.7380000000000001E-3</c:v>
                </c:pt>
                <c:pt idx="475">
                  <c:v>1.1615E-2</c:v>
                </c:pt>
                <c:pt idx="476">
                  <c:v>5.2529999999999999E-3</c:v>
                </c:pt>
                <c:pt idx="477">
                  <c:v>-3.6709999999999998E-3</c:v>
                </c:pt>
                <c:pt idx="478">
                  <c:v>-4.1896999999999997E-2</c:v>
                </c:pt>
                <c:pt idx="479">
                  <c:v>-5.7458000000000002E-2</c:v>
                </c:pt>
                <c:pt idx="480">
                  <c:v>6.5119999999999997E-2</c:v>
                </c:pt>
                <c:pt idx="481">
                  <c:v>0.113028</c:v>
                </c:pt>
                <c:pt idx="482">
                  <c:v>0.11240600000000001</c:v>
                </c:pt>
                <c:pt idx="483">
                  <c:v>1.0430999999999999E-2</c:v>
                </c:pt>
                <c:pt idx="484">
                  <c:v>9.4020000000000006E-3</c:v>
                </c:pt>
                <c:pt idx="485">
                  <c:v>3.8843999999999997E-2</c:v>
                </c:pt>
                <c:pt idx="486">
                  <c:v>6.5974000000000005E-2</c:v>
                </c:pt>
                <c:pt idx="487">
                  <c:v>0.104287</c:v>
                </c:pt>
                <c:pt idx="488">
                  <c:v>1.8966E-2</c:v>
                </c:pt>
                <c:pt idx="489">
                  <c:v>3.4659999999999999E-3</c:v>
                </c:pt>
                <c:pt idx="490">
                  <c:v>-8.7712999999999999E-2</c:v>
                </c:pt>
                <c:pt idx="491">
                  <c:v>-1.5115E-2</c:v>
                </c:pt>
                <c:pt idx="492">
                  <c:v>1.4382000000000001E-2</c:v>
                </c:pt>
                <c:pt idx="493">
                  <c:v>6.2407999999999998E-2</c:v>
                </c:pt>
                <c:pt idx="494">
                  <c:v>-3.0016000000000001E-2</c:v>
                </c:pt>
                <c:pt idx="495">
                  <c:v>-0.107373</c:v>
                </c:pt>
                <c:pt idx="496">
                  <c:v>-6.9262000000000004E-2</c:v>
                </c:pt>
                <c:pt idx="497">
                  <c:v>-3.9011999999999998E-2</c:v>
                </c:pt>
                <c:pt idx="498">
                  <c:v>6.6433000000000006E-2</c:v>
                </c:pt>
                <c:pt idx="499">
                  <c:v>-9.6480000000000003E-3</c:v>
                </c:pt>
                <c:pt idx="500">
                  <c:v>-3.0660000000000001E-3</c:v>
                </c:pt>
                <c:pt idx="501">
                  <c:v>-0.117075</c:v>
                </c:pt>
                <c:pt idx="502">
                  <c:v>-3.7475000000000001E-2</c:v>
                </c:pt>
                <c:pt idx="503">
                  <c:v>-1.7665E-2</c:v>
                </c:pt>
                <c:pt idx="504">
                  <c:v>-3.2412999999999997E-2</c:v>
                </c:pt>
                <c:pt idx="505">
                  <c:v>-0.136488</c:v>
                </c:pt>
                <c:pt idx="506">
                  <c:v>-0.18045</c:v>
                </c:pt>
                <c:pt idx="507">
                  <c:v>-3.2460000000000003E-2</c:v>
                </c:pt>
                <c:pt idx="508">
                  <c:v>7.6083999999999999E-2</c:v>
                </c:pt>
                <c:pt idx="509">
                  <c:v>0.17105999999999999</c:v>
                </c:pt>
                <c:pt idx="510">
                  <c:v>7.7099000000000001E-2</c:v>
                </c:pt>
                <c:pt idx="511">
                  <c:v>7.9867999999999995E-2</c:v>
                </c:pt>
                <c:pt idx="512">
                  <c:v>0.10318099999999999</c:v>
                </c:pt>
                <c:pt idx="513">
                  <c:v>0.161912</c:v>
                </c:pt>
                <c:pt idx="514">
                  <c:v>0.118848</c:v>
                </c:pt>
                <c:pt idx="515">
                  <c:v>9.7370999999999999E-2</c:v>
                </c:pt>
                <c:pt idx="516">
                  <c:v>9.2648999999999995E-2</c:v>
                </c:pt>
                <c:pt idx="517">
                  <c:v>3.7685000000000003E-2</c:v>
                </c:pt>
                <c:pt idx="518">
                  <c:v>-8.4950000000000008E-3</c:v>
                </c:pt>
                <c:pt idx="519">
                  <c:v>-7.3371000000000006E-2</c:v>
                </c:pt>
                <c:pt idx="520">
                  <c:v>1.8140000000000001E-3</c:v>
                </c:pt>
                <c:pt idx="521">
                  <c:v>4.2059999999999997E-3</c:v>
                </c:pt>
                <c:pt idx="522">
                  <c:v>-6.3200000000000001E-3</c:v>
                </c:pt>
                <c:pt idx="523">
                  <c:v>-4.3274E-2</c:v>
                </c:pt>
                <c:pt idx="524">
                  <c:v>4.6457999999999999E-2</c:v>
                </c:pt>
                <c:pt idx="525">
                  <c:v>0.111707</c:v>
                </c:pt>
                <c:pt idx="526">
                  <c:v>0.14236699999999999</c:v>
                </c:pt>
                <c:pt idx="527">
                  <c:v>5.7729000000000003E-2</c:v>
                </c:pt>
                <c:pt idx="528">
                  <c:v>4.3326999999999997E-2</c:v>
                </c:pt>
                <c:pt idx="529">
                  <c:v>3.5103000000000002E-2</c:v>
                </c:pt>
                <c:pt idx="530">
                  <c:v>6.5589999999999997E-3</c:v>
                </c:pt>
                <c:pt idx="531">
                  <c:v>4.5409999999999999E-3</c:v>
                </c:pt>
                <c:pt idx="532">
                  <c:v>2.1436E-2</c:v>
                </c:pt>
                <c:pt idx="533">
                  <c:v>3.9122999999999998E-2</c:v>
                </c:pt>
                <c:pt idx="534">
                  <c:v>4.6332999999999999E-2</c:v>
                </c:pt>
                <c:pt idx="535">
                  <c:v>5.7577000000000003E-2</c:v>
                </c:pt>
                <c:pt idx="536">
                  <c:v>7.5192999999999996E-2</c:v>
                </c:pt>
                <c:pt idx="537">
                  <c:v>4.6893999999999998E-2</c:v>
                </c:pt>
                <c:pt idx="538">
                  <c:v>-3.6273E-2</c:v>
                </c:pt>
                <c:pt idx="539">
                  <c:v>-4.8793000000000003E-2</c:v>
                </c:pt>
                <c:pt idx="540">
                  <c:v>-7.1543999999999996E-2</c:v>
                </c:pt>
                <c:pt idx="541">
                  <c:v>-5.3423999999999999E-2</c:v>
                </c:pt>
                <c:pt idx="542">
                  <c:v>-5.8098999999999998E-2</c:v>
                </c:pt>
                <c:pt idx="543">
                  <c:v>1.9407000000000001E-2</c:v>
                </c:pt>
                <c:pt idx="544">
                  <c:v>1.0330000000000001E-3</c:v>
                </c:pt>
                <c:pt idx="545">
                  <c:v>4.8080999999999999E-2</c:v>
                </c:pt>
                <c:pt idx="546">
                  <c:v>8.3840000000000008E-3</c:v>
                </c:pt>
                <c:pt idx="547">
                  <c:v>-7.2289999999999993E-2</c:v>
                </c:pt>
                <c:pt idx="548">
                  <c:v>-9.2920000000000003E-2</c:v>
                </c:pt>
                <c:pt idx="549">
                  <c:v>-0.10047499999999999</c:v>
                </c:pt>
                <c:pt idx="550">
                  <c:v>1.1745999999999999E-2</c:v>
                </c:pt>
                <c:pt idx="551">
                  <c:v>-2.7942999999999999E-2</c:v>
                </c:pt>
                <c:pt idx="552">
                  <c:v>-5.6263000000000001E-2</c:v>
                </c:pt>
                <c:pt idx="553">
                  <c:v>-8.4439E-2</c:v>
                </c:pt>
                <c:pt idx="554">
                  <c:v>-7.6079999999999995E-2</c:v>
                </c:pt>
                <c:pt idx="555">
                  <c:v>-0.112942</c:v>
                </c:pt>
                <c:pt idx="556">
                  <c:v>-0.16444500000000001</c:v>
                </c:pt>
                <c:pt idx="557">
                  <c:v>-0.25234800000000002</c:v>
                </c:pt>
                <c:pt idx="558">
                  <c:v>-5.6367E-2</c:v>
                </c:pt>
                <c:pt idx="559">
                  <c:v>-1.7618999999999999E-2</c:v>
                </c:pt>
                <c:pt idx="560">
                  <c:v>9.3104999999999993E-2</c:v>
                </c:pt>
                <c:pt idx="561">
                  <c:v>5.5119000000000001E-2</c:v>
                </c:pt>
                <c:pt idx="562">
                  <c:v>0.18065899999999999</c:v>
                </c:pt>
                <c:pt idx="563">
                  <c:v>0.23006499999999999</c:v>
                </c:pt>
                <c:pt idx="564">
                  <c:v>0.14668300000000001</c:v>
                </c:pt>
                <c:pt idx="565">
                  <c:v>0.12918099999999999</c:v>
                </c:pt>
                <c:pt idx="566">
                  <c:v>0.15384300000000001</c:v>
                </c:pt>
                <c:pt idx="567">
                  <c:v>2.6941E-2</c:v>
                </c:pt>
                <c:pt idx="568">
                  <c:v>-3.6977999999999997E-2</c:v>
                </c:pt>
                <c:pt idx="569">
                  <c:v>-0.109527</c:v>
                </c:pt>
                <c:pt idx="570">
                  <c:v>1.4102999999999999E-2</c:v>
                </c:pt>
                <c:pt idx="571">
                  <c:v>6.1321000000000001E-2</c:v>
                </c:pt>
                <c:pt idx="572">
                  <c:v>8.6546999999999999E-2</c:v>
                </c:pt>
                <c:pt idx="573">
                  <c:v>0.14418300000000001</c:v>
                </c:pt>
                <c:pt idx="574">
                  <c:v>0.103464</c:v>
                </c:pt>
                <c:pt idx="575">
                  <c:v>0.150091</c:v>
                </c:pt>
                <c:pt idx="576">
                  <c:v>1.6976999999999999E-2</c:v>
                </c:pt>
                <c:pt idx="577">
                  <c:v>1.3956E-2</c:v>
                </c:pt>
                <c:pt idx="578">
                  <c:v>2.4065E-2</c:v>
                </c:pt>
                <c:pt idx="579">
                  <c:v>2.7105000000000001E-2</c:v>
                </c:pt>
                <c:pt idx="580">
                  <c:v>3.6738E-2</c:v>
                </c:pt>
                <c:pt idx="581">
                  <c:v>1.8488000000000001E-2</c:v>
                </c:pt>
                <c:pt idx="582">
                  <c:v>4.1029999999999999E-3</c:v>
                </c:pt>
                <c:pt idx="583">
                  <c:v>1.6260000000000001E-3</c:v>
                </c:pt>
                <c:pt idx="584">
                  <c:v>3.1057000000000001E-2</c:v>
                </c:pt>
                <c:pt idx="585">
                  <c:v>1.304E-3</c:v>
                </c:pt>
                <c:pt idx="586">
                  <c:v>-1.2571000000000001E-2</c:v>
                </c:pt>
                <c:pt idx="587">
                  <c:v>-7.4751999999999999E-2</c:v>
                </c:pt>
                <c:pt idx="588">
                  <c:v>-2.5035999999999999E-2</c:v>
                </c:pt>
                <c:pt idx="589">
                  <c:v>-2.6731000000000001E-2</c:v>
                </c:pt>
                <c:pt idx="590">
                  <c:v>3.2083E-2</c:v>
                </c:pt>
                <c:pt idx="591">
                  <c:v>1.5228E-2</c:v>
                </c:pt>
                <c:pt idx="592">
                  <c:v>1.8022E-2</c:v>
                </c:pt>
                <c:pt idx="593">
                  <c:v>-2.8337000000000001E-2</c:v>
                </c:pt>
                <c:pt idx="594">
                  <c:v>-5.4821000000000002E-2</c:v>
                </c:pt>
                <c:pt idx="595">
                  <c:v>-8.1899999999999994E-3</c:v>
                </c:pt>
                <c:pt idx="596">
                  <c:v>-2.643E-3</c:v>
                </c:pt>
                <c:pt idx="597">
                  <c:v>-2.1228E-2</c:v>
                </c:pt>
                <c:pt idx="598">
                  <c:v>-7.0178000000000004E-2</c:v>
                </c:pt>
                <c:pt idx="599">
                  <c:v>-4.9363999999999998E-2</c:v>
                </c:pt>
                <c:pt idx="600">
                  <c:v>9.9467E-2</c:v>
                </c:pt>
                <c:pt idx="601">
                  <c:v>0.13183300000000001</c:v>
                </c:pt>
                <c:pt idx="602">
                  <c:v>8.4542000000000006E-2</c:v>
                </c:pt>
                <c:pt idx="603">
                  <c:v>5.2947000000000001E-2</c:v>
                </c:pt>
                <c:pt idx="604">
                  <c:v>7.5502E-2</c:v>
                </c:pt>
                <c:pt idx="605">
                  <c:v>8.6628999999999998E-2</c:v>
                </c:pt>
                <c:pt idx="606">
                  <c:v>-6.3432000000000002E-2</c:v>
                </c:pt>
                <c:pt idx="607">
                  <c:v>-7.1488999999999997E-2</c:v>
                </c:pt>
                <c:pt idx="608">
                  <c:v>-5.0423000000000003E-2</c:v>
                </c:pt>
                <c:pt idx="609">
                  <c:v>8.695E-2</c:v>
                </c:pt>
                <c:pt idx="610">
                  <c:v>3.0034000000000002E-2</c:v>
                </c:pt>
                <c:pt idx="611">
                  <c:v>7.0824999999999999E-2</c:v>
                </c:pt>
                <c:pt idx="612">
                  <c:v>3.1623999999999999E-2</c:v>
                </c:pt>
                <c:pt idx="613">
                  <c:v>4.2584999999999998E-2</c:v>
                </c:pt>
                <c:pt idx="614">
                  <c:v>2.6332000000000001E-2</c:v>
                </c:pt>
                <c:pt idx="615">
                  <c:v>3.3675999999999998E-2</c:v>
                </c:pt>
                <c:pt idx="616">
                  <c:v>0.117773</c:v>
                </c:pt>
                <c:pt idx="617">
                  <c:v>7.6016E-2</c:v>
                </c:pt>
                <c:pt idx="618">
                  <c:v>-6.4359999999999999E-3</c:v>
                </c:pt>
                <c:pt idx="619">
                  <c:v>-1.6031E-2</c:v>
                </c:pt>
                <c:pt idx="620">
                  <c:v>6.0800000000000003E-4</c:v>
                </c:pt>
                <c:pt idx="621">
                  <c:v>0.136048</c:v>
                </c:pt>
                <c:pt idx="622">
                  <c:v>8.4450999999999998E-2</c:v>
                </c:pt>
                <c:pt idx="623">
                  <c:v>-4.1758000000000003E-2</c:v>
                </c:pt>
                <c:pt idx="624">
                  <c:v>-5.6272999999999997E-2</c:v>
                </c:pt>
                <c:pt idx="625">
                  <c:v>-7.574E-3</c:v>
                </c:pt>
                <c:pt idx="626">
                  <c:v>0.134354</c:v>
                </c:pt>
                <c:pt idx="627">
                  <c:v>0.15972900000000001</c:v>
                </c:pt>
                <c:pt idx="628">
                  <c:v>0.114039</c:v>
                </c:pt>
                <c:pt idx="629">
                  <c:v>0.11172600000000001</c:v>
                </c:pt>
                <c:pt idx="630">
                  <c:v>6.0285999999999999E-2</c:v>
                </c:pt>
                <c:pt idx="631">
                  <c:v>0.16170799999999999</c:v>
                </c:pt>
                <c:pt idx="632">
                  <c:v>9.4636999999999999E-2</c:v>
                </c:pt>
                <c:pt idx="633">
                  <c:v>2.8076E-2</c:v>
                </c:pt>
                <c:pt idx="634">
                  <c:v>-5.4753000000000003E-2</c:v>
                </c:pt>
                <c:pt idx="635">
                  <c:v>1.3726E-2</c:v>
                </c:pt>
                <c:pt idx="636">
                  <c:v>3.7432E-2</c:v>
                </c:pt>
                <c:pt idx="637">
                  <c:v>2.2110999999999999E-2</c:v>
                </c:pt>
                <c:pt idx="638">
                  <c:v>-2.3612000000000001E-2</c:v>
                </c:pt>
                <c:pt idx="639">
                  <c:v>-2.1350000000000002E-3</c:v>
                </c:pt>
                <c:pt idx="640">
                  <c:v>-6.241E-2</c:v>
                </c:pt>
                <c:pt idx="641">
                  <c:v>-0.10304000000000001</c:v>
                </c:pt>
                <c:pt idx="642">
                  <c:v>-5.6486000000000001E-2</c:v>
                </c:pt>
                <c:pt idx="643">
                  <c:v>4.3110999999999997E-2</c:v>
                </c:pt>
                <c:pt idx="644">
                  <c:v>6.9158999999999998E-2</c:v>
                </c:pt>
                <c:pt idx="645">
                  <c:v>1.3680000000000001E-3</c:v>
                </c:pt>
                <c:pt idx="646">
                  <c:v>-9.2106999999999994E-2</c:v>
                </c:pt>
                <c:pt idx="647">
                  <c:v>-7.2925000000000004E-2</c:v>
                </c:pt>
                <c:pt idx="648">
                  <c:v>-1.8511E-2</c:v>
                </c:pt>
                <c:pt idx="649">
                  <c:v>3.82E-3</c:v>
                </c:pt>
                <c:pt idx="650">
                  <c:v>-6.326E-3</c:v>
                </c:pt>
                <c:pt idx="651">
                  <c:v>-6.6184999999999994E-2</c:v>
                </c:pt>
                <c:pt idx="652">
                  <c:v>8.4973999999999994E-2</c:v>
                </c:pt>
                <c:pt idx="653">
                  <c:v>0.11530600000000001</c:v>
                </c:pt>
                <c:pt idx="654">
                  <c:v>0.26651000000000002</c:v>
                </c:pt>
                <c:pt idx="655">
                  <c:v>0.174458</c:v>
                </c:pt>
                <c:pt idx="656">
                  <c:v>0.18268100000000001</c:v>
                </c:pt>
                <c:pt idx="657">
                  <c:v>9.9968000000000001E-2</c:v>
                </c:pt>
                <c:pt idx="658">
                  <c:v>8.1697000000000006E-2</c:v>
                </c:pt>
                <c:pt idx="659">
                  <c:v>0.100381</c:v>
                </c:pt>
                <c:pt idx="660">
                  <c:v>0.144593</c:v>
                </c:pt>
                <c:pt idx="661">
                  <c:v>0.10888200000000001</c:v>
                </c:pt>
                <c:pt idx="662">
                  <c:v>0.107712</c:v>
                </c:pt>
                <c:pt idx="663">
                  <c:v>-9.6699999999999998E-4</c:v>
                </c:pt>
                <c:pt idx="664">
                  <c:v>2.3096999999999999E-2</c:v>
                </c:pt>
                <c:pt idx="665">
                  <c:v>1.137E-3</c:v>
                </c:pt>
                <c:pt idx="666">
                  <c:v>1.6777E-2</c:v>
                </c:pt>
                <c:pt idx="667">
                  <c:v>2.2896E-2</c:v>
                </c:pt>
                <c:pt idx="668">
                  <c:v>3.7690000000000002E-3</c:v>
                </c:pt>
                <c:pt idx="669">
                  <c:v>9.9139999999999992E-3</c:v>
                </c:pt>
                <c:pt idx="670">
                  <c:v>-4.5737E-2</c:v>
                </c:pt>
                <c:pt idx="671">
                  <c:v>-2.4035999999999998E-2</c:v>
                </c:pt>
                <c:pt idx="672">
                  <c:v>-9.3229999999999997E-3</c:v>
                </c:pt>
                <c:pt idx="673">
                  <c:v>-3.0372E-2</c:v>
                </c:pt>
                <c:pt idx="674">
                  <c:v>-2.6398999999999999E-2</c:v>
                </c:pt>
                <c:pt idx="675">
                  <c:v>-4.7406999999999998E-2</c:v>
                </c:pt>
                <c:pt idx="676">
                  <c:v>0.120229</c:v>
                </c:pt>
                <c:pt idx="677">
                  <c:v>9.6862000000000004E-2</c:v>
                </c:pt>
                <c:pt idx="678">
                  <c:v>0.11482000000000001</c:v>
                </c:pt>
                <c:pt idx="679">
                  <c:v>-7.5370000000000003E-3</c:v>
                </c:pt>
                <c:pt idx="680">
                  <c:v>1.8327E-2</c:v>
                </c:pt>
                <c:pt idx="681">
                  <c:v>9.3753000000000003E-2</c:v>
                </c:pt>
                <c:pt idx="682">
                  <c:v>0.119849</c:v>
                </c:pt>
                <c:pt idx="683">
                  <c:v>9.1916999999999999E-2</c:v>
                </c:pt>
                <c:pt idx="684">
                  <c:v>1.1795E-2</c:v>
                </c:pt>
                <c:pt idx="685">
                  <c:v>5.7326000000000002E-2</c:v>
                </c:pt>
                <c:pt idx="686">
                  <c:v>7.3082999999999995E-2</c:v>
                </c:pt>
                <c:pt idx="687">
                  <c:v>7.2613999999999998E-2</c:v>
                </c:pt>
                <c:pt idx="688">
                  <c:v>5.3829999999999998E-3</c:v>
                </c:pt>
                <c:pt idx="689">
                  <c:v>-4.1036000000000003E-2</c:v>
                </c:pt>
                <c:pt idx="690">
                  <c:v>4.7530000000000003E-3</c:v>
                </c:pt>
                <c:pt idx="691">
                  <c:v>8.2976999999999995E-2</c:v>
                </c:pt>
                <c:pt idx="692">
                  <c:v>0.17205699999999999</c:v>
                </c:pt>
                <c:pt idx="693">
                  <c:v>0.12654299999999999</c:v>
                </c:pt>
                <c:pt idx="694">
                  <c:v>0.13300899999999999</c:v>
                </c:pt>
                <c:pt idx="695">
                  <c:v>0.14105100000000001</c:v>
                </c:pt>
                <c:pt idx="696">
                  <c:v>0.121848</c:v>
                </c:pt>
                <c:pt idx="697">
                  <c:v>9.9357000000000001E-2</c:v>
                </c:pt>
                <c:pt idx="698">
                  <c:v>5.8828999999999999E-2</c:v>
                </c:pt>
                <c:pt idx="699">
                  <c:v>1.1004999999999999E-2</c:v>
                </c:pt>
                <c:pt idx="700">
                  <c:v>3.1149E-2</c:v>
                </c:pt>
                <c:pt idx="701">
                  <c:v>-6.9952E-2</c:v>
                </c:pt>
                <c:pt idx="702">
                  <c:v>4.2174000000000003E-2</c:v>
                </c:pt>
                <c:pt idx="703">
                  <c:v>-6.1710000000000003E-3</c:v>
                </c:pt>
                <c:pt idx="704">
                  <c:v>5.5821000000000003E-2</c:v>
                </c:pt>
                <c:pt idx="705">
                  <c:v>0.13262399999999999</c:v>
                </c:pt>
                <c:pt idx="706">
                  <c:v>0.14935799999999999</c:v>
                </c:pt>
                <c:pt idx="707">
                  <c:v>0.21354799999999999</c:v>
                </c:pt>
                <c:pt idx="708">
                  <c:v>5.9773E-2</c:v>
                </c:pt>
                <c:pt idx="709">
                  <c:v>2.8174000000000001E-2</c:v>
                </c:pt>
                <c:pt idx="710">
                  <c:v>4.9714000000000001E-2</c:v>
                </c:pt>
                <c:pt idx="711">
                  <c:v>0.11294899999999999</c:v>
                </c:pt>
                <c:pt idx="712">
                  <c:v>0.144651</c:v>
                </c:pt>
                <c:pt idx="713">
                  <c:v>6.5818000000000002E-2</c:v>
                </c:pt>
                <c:pt idx="714">
                  <c:v>-0.20422999999999999</c:v>
                </c:pt>
                <c:pt idx="715">
                  <c:v>-0.29616999999999999</c:v>
                </c:pt>
                <c:pt idx="716">
                  <c:v>-0.225579</c:v>
                </c:pt>
                <c:pt idx="717">
                  <c:v>2.8572E-2</c:v>
                </c:pt>
                <c:pt idx="718">
                  <c:v>0.17350399999999999</c:v>
                </c:pt>
                <c:pt idx="719">
                  <c:v>5.6766999999999998E-2</c:v>
                </c:pt>
                <c:pt idx="720">
                  <c:v>2.5517999999999999E-2</c:v>
                </c:pt>
                <c:pt idx="721">
                  <c:v>-1.1726E-2</c:v>
                </c:pt>
                <c:pt idx="722">
                  <c:v>6.6589999999999996E-2</c:v>
                </c:pt>
                <c:pt idx="723">
                  <c:v>5.0938999999999998E-2</c:v>
                </c:pt>
                <c:pt idx="724">
                  <c:v>6.5709999999999996E-3</c:v>
                </c:pt>
                <c:pt idx="725">
                  <c:v>3.411E-3</c:v>
                </c:pt>
                <c:pt idx="726">
                  <c:v>3.5244999999999999E-2</c:v>
                </c:pt>
                <c:pt idx="727">
                  <c:v>5.6365999999999999E-2</c:v>
                </c:pt>
                <c:pt idx="728">
                  <c:v>3.0877999999999999E-2</c:v>
                </c:pt>
                <c:pt idx="729">
                  <c:v>7.6373999999999997E-2</c:v>
                </c:pt>
                <c:pt idx="730">
                  <c:v>6.4728999999999995E-2</c:v>
                </c:pt>
                <c:pt idx="731">
                  <c:v>7.0873000000000005E-2</c:v>
                </c:pt>
                <c:pt idx="732">
                  <c:v>4.9643E-2</c:v>
                </c:pt>
                <c:pt idx="733">
                  <c:v>0.11999600000000001</c:v>
                </c:pt>
                <c:pt idx="734">
                  <c:v>8.8287000000000004E-2</c:v>
                </c:pt>
                <c:pt idx="735">
                  <c:v>0.12798899999999999</c:v>
                </c:pt>
                <c:pt idx="736">
                  <c:v>0.10530399999999999</c:v>
                </c:pt>
                <c:pt idx="737">
                  <c:v>0.10709399999999999</c:v>
                </c:pt>
                <c:pt idx="738">
                  <c:v>-8.1670000000000006E-3</c:v>
                </c:pt>
                <c:pt idx="739">
                  <c:v>-7.3410000000000003E-3</c:v>
                </c:pt>
                <c:pt idx="740">
                  <c:v>2.0632999999999999E-2</c:v>
                </c:pt>
                <c:pt idx="741">
                  <c:v>-2.5253999999999999E-2</c:v>
                </c:pt>
                <c:pt idx="742">
                  <c:v>-3.2414999999999999E-2</c:v>
                </c:pt>
                <c:pt idx="743">
                  <c:v>-3.0072999999999999E-2</c:v>
                </c:pt>
                <c:pt idx="744">
                  <c:v>1.3788E-2</c:v>
                </c:pt>
                <c:pt idx="745">
                  <c:v>9.8465999999999998E-2</c:v>
                </c:pt>
                <c:pt idx="746">
                  <c:v>6.2880000000000005E-2</c:v>
                </c:pt>
                <c:pt idx="747">
                  <c:v>8.6588999999999999E-2</c:v>
                </c:pt>
                <c:pt idx="748">
                  <c:v>-9.9416000000000004E-2</c:v>
                </c:pt>
                <c:pt idx="749">
                  <c:v>-0.13741900000000001</c:v>
                </c:pt>
                <c:pt idx="750">
                  <c:v>-0.138347</c:v>
                </c:pt>
                <c:pt idx="751">
                  <c:v>8.515E-3</c:v>
                </c:pt>
                <c:pt idx="752">
                  <c:v>8.9629E-2</c:v>
                </c:pt>
                <c:pt idx="753">
                  <c:v>0.141956</c:v>
                </c:pt>
                <c:pt idx="754">
                  <c:v>0.14932799999999999</c:v>
                </c:pt>
                <c:pt idx="755">
                  <c:v>0.145255</c:v>
                </c:pt>
                <c:pt idx="756">
                  <c:v>0.100068</c:v>
                </c:pt>
                <c:pt idx="757">
                  <c:v>7.0934999999999998E-2</c:v>
                </c:pt>
                <c:pt idx="758">
                  <c:v>-2.2799999999999999E-3</c:v>
                </c:pt>
                <c:pt idx="759">
                  <c:v>4.1751000000000003E-2</c:v>
                </c:pt>
                <c:pt idx="760">
                  <c:v>2.2305999999999999E-2</c:v>
                </c:pt>
                <c:pt idx="761">
                  <c:v>5.3467000000000001E-2</c:v>
                </c:pt>
                <c:pt idx="762">
                  <c:v>2.0084000000000001E-2</c:v>
                </c:pt>
                <c:pt idx="763">
                  <c:v>-4.3660999999999998E-2</c:v>
                </c:pt>
                <c:pt idx="764">
                  <c:v>8.3835999999999994E-2</c:v>
                </c:pt>
                <c:pt idx="765">
                  <c:v>4.9544999999999999E-2</c:v>
                </c:pt>
                <c:pt idx="766">
                  <c:v>0.10775800000000001</c:v>
                </c:pt>
                <c:pt idx="767">
                  <c:v>-2.5249000000000001E-2</c:v>
                </c:pt>
                <c:pt idx="768">
                  <c:v>2.2412999999999999E-2</c:v>
                </c:pt>
                <c:pt idx="769">
                  <c:v>1.4283000000000001E-2</c:v>
                </c:pt>
                <c:pt idx="770">
                  <c:v>1.9015000000000001E-2</c:v>
                </c:pt>
                <c:pt idx="771">
                  <c:v>3.0379E-2</c:v>
                </c:pt>
                <c:pt idx="772">
                  <c:v>4.3839999999999999E-3</c:v>
                </c:pt>
                <c:pt idx="773">
                  <c:v>3.1526999999999999E-2</c:v>
                </c:pt>
                <c:pt idx="774">
                  <c:v>-5.5259999999999997E-3</c:v>
                </c:pt>
                <c:pt idx="775">
                  <c:v>4.9822999999999999E-2</c:v>
                </c:pt>
                <c:pt idx="776">
                  <c:v>5.0362999999999998E-2</c:v>
                </c:pt>
                <c:pt idx="777">
                  <c:v>5.5481999999999997E-2</c:v>
                </c:pt>
                <c:pt idx="778">
                  <c:v>3.4653000000000003E-2</c:v>
                </c:pt>
                <c:pt idx="779">
                  <c:v>4.3666999999999997E-2</c:v>
                </c:pt>
                <c:pt idx="780">
                  <c:v>1.001E-2</c:v>
                </c:pt>
                <c:pt idx="781">
                  <c:v>2.3067000000000001E-2</c:v>
                </c:pt>
                <c:pt idx="782">
                  <c:v>4.8630000000000001E-3</c:v>
                </c:pt>
                <c:pt idx="783">
                  <c:v>2.5603999999999998E-2</c:v>
                </c:pt>
                <c:pt idx="784">
                  <c:v>3.6794E-2</c:v>
                </c:pt>
                <c:pt idx="785">
                  <c:v>2.5843000000000001E-2</c:v>
                </c:pt>
                <c:pt idx="786">
                  <c:v>5.1302E-2</c:v>
                </c:pt>
                <c:pt idx="787">
                  <c:v>3.199E-3</c:v>
                </c:pt>
                <c:pt idx="788">
                  <c:v>2.3175000000000001E-2</c:v>
                </c:pt>
                <c:pt idx="789">
                  <c:v>3.6519999999999997E-2</c:v>
                </c:pt>
                <c:pt idx="790">
                  <c:v>1.8096999999999999E-2</c:v>
                </c:pt>
                <c:pt idx="791">
                  <c:v>-3.7927000000000002E-2</c:v>
                </c:pt>
                <c:pt idx="792">
                  <c:v>-5.7632000000000003E-2</c:v>
                </c:pt>
                <c:pt idx="793">
                  <c:v>-1.5431E-2</c:v>
                </c:pt>
                <c:pt idx="794">
                  <c:v>4.2259999999999997E-3</c:v>
                </c:pt>
                <c:pt idx="795">
                  <c:v>2.4058E-2</c:v>
                </c:pt>
                <c:pt idx="796">
                  <c:v>4.8832E-2</c:v>
                </c:pt>
                <c:pt idx="797">
                  <c:v>4.8891999999999998E-2</c:v>
                </c:pt>
                <c:pt idx="798">
                  <c:v>3.8360999999999999E-2</c:v>
                </c:pt>
                <c:pt idx="799">
                  <c:v>-3.8865999999999998E-2</c:v>
                </c:pt>
                <c:pt idx="800">
                  <c:v>-1.56E-4</c:v>
                </c:pt>
                <c:pt idx="801">
                  <c:v>3.2439999999999999E-3</c:v>
                </c:pt>
                <c:pt idx="802">
                  <c:v>8.1722000000000003E-2</c:v>
                </c:pt>
                <c:pt idx="803">
                  <c:v>9.7358E-2</c:v>
                </c:pt>
                <c:pt idx="804">
                  <c:v>0.10111100000000001</c:v>
                </c:pt>
                <c:pt idx="805">
                  <c:v>0.10219200000000001</c:v>
                </c:pt>
                <c:pt idx="806">
                  <c:v>9.5463000000000006E-2</c:v>
                </c:pt>
                <c:pt idx="807">
                  <c:v>9.9421999999999996E-2</c:v>
                </c:pt>
                <c:pt idx="808">
                  <c:v>5.9819999999999998E-2</c:v>
                </c:pt>
                <c:pt idx="809">
                  <c:v>7.9472000000000001E-2</c:v>
                </c:pt>
                <c:pt idx="810">
                  <c:v>4.1090000000000002E-2</c:v>
                </c:pt>
                <c:pt idx="811">
                  <c:v>8.4052000000000002E-2</c:v>
                </c:pt>
                <c:pt idx="812">
                  <c:v>6.0194999999999999E-2</c:v>
                </c:pt>
                <c:pt idx="813">
                  <c:v>0.100215</c:v>
                </c:pt>
                <c:pt idx="814">
                  <c:v>6.3727000000000006E-2</c:v>
                </c:pt>
                <c:pt idx="815">
                  <c:v>5.3671999999999997E-2</c:v>
                </c:pt>
                <c:pt idx="816">
                  <c:v>3.4005000000000001E-2</c:v>
                </c:pt>
                <c:pt idx="817">
                  <c:v>5.0931999999999998E-2</c:v>
                </c:pt>
                <c:pt idx="818">
                  <c:v>4.4886000000000002E-2</c:v>
                </c:pt>
                <c:pt idx="819">
                  <c:v>-1.5788E-2</c:v>
                </c:pt>
                <c:pt idx="820">
                  <c:v>-2.0295000000000001E-2</c:v>
                </c:pt>
                <c:pt idx="821">
                  <c:v>3.0917E-2</c:v>
                </c:pt>
                <c:pt idx="822">
                  <c:v>0.108317</c:v>
                </c:pt>
                <c:pt idx="823">
                  <c:v>0.167462</c:v>
                </c:pt>
                <c:pt idx="824">
                  <c:v>8.3350999999999995E-2</c:v>
                </c:pt>
                <c:pt idx="825">
                  <c:v>0.120139</c:v>
                </c:pt>
                <c:pt idx="826">
                  <c:v>4.9588E-2</c:v>
                </c:pt>
                <c:pt idx="827">
                  <c:v>2.6799E-2</c:v>
                </c:pt>
                <c:pt idx="828">
                  <c:v>2.4122000000000001E-2</c:v>
                </c:pt>
                <c:pt idx="829">
                  <c:v>7.8026999999999999E-2</c:v>
                </c:pt>
                <c:pt idx="830">
                  <c:v>0.17459</c:v>
                </c:pt>
                <c:pt idx="831">
                  <c:v>0.19661200000000001</c:v>
                </c:pt>
                <c:pt idx="832">
                  <c:v>6.4746999999999999E-2</c:v>
                </c:pt>
                <c:pt idx="833">
                  <c:v>7.4894000000000002E-2</c:v>
                </c:pt>
                <c:pt idx="834">
                  <c:v>-3.7576999999999999E-2</c:v>
                </c:pt>
                <c:pt idx="835">
                  <c:v>6.6733000000000001E-2</c:v>
                </c:pt>
                <c:pt idx="836">
                  <c:v>2.8719000000000001E-2</c:v>
                </c:pt>
                <c:pt idx="837">
                  <c:v>7.6032000000000002E-2</c:v>
                </c:pt>
                <c:pt idx="838">
                  <c:v>0.102601</c:v>
                </c:pt>
                <c:pt idx="839">
                  <c:v>0.13949600000000001</c:v>
                </c:pt>
                <c:pt idx="840">
                  <c:v>0.13836499999999999</c:v>
                </c:pt>
                <c:pt idx="841">
                  <c:v>4.3533000000000002E-2</c:v>
                </c:pt>
                <c:pt idx="842">
                  <c:v>3.3020000000000001E-2</c:v>
                </c:pt>
                <c:pt idx="843">
                  <c:v>1.184E-2</c:v>
                </c:pt>
                <c:pt idx="844">
                  <c:v>-0.119311</c:v>
                </c:pt>
                <c:pt idx="845">
                  <c:v>-9.9472000000000005E-2</c:v>
                </c:pt>
                <c:pt idx="846">
                  <c:v>-1.5741000000000002E-2</c:v>
                </c:pt>
                <c:pt idx="847">
                  <c:v>0.220357</c:v>
                </c:pt>
                <c:pt idx="848">
                  <c:v>0.212974</c:v>
                </c:pt>
                <c:pt idx="849">
                  <c:v>0.16863500000000001</c:v>
                </c:pt>
                <c:pt idx="850">
                  <c:v>6.7604999999999998E-2</c:v>
                </c:pt>
                <c:pt idx="851">
                  <c:v>4.9820000000000003E-2</c:v>
                </c:pt>
                <c:pt idx="852">
                  <c:v>4.6711000000000003E-2</c:v>
                </c:pt>
                <c:pt idx="853">
                  <c:v>5.4769999999999999E-2</c:v>
                </c:pt>
                <c:pt idx="854">
                  <c:v>7.0482000000000003E-2</c:v>
                </c:pt>
                <c:pt idx="855">
                  <c:v>-1.609E-3</c:v>
                </c:pt>
                <c:pt idx="856">
                  <c:v>1.7485000000000001E-2</c:v>
                </c:pt>
                <c:pt idx="857">
                  <c:v>-6.2441999999999998E-2</c:v>
                </c:pt>
                <c:pt idx="858">
                  <c:v>2.9017999999999999E-2</c:v>
                </c:pt>
                <c:pt idx="859">
                  <c:v>5.5152E-2</c:v>
                </c:pt>
                <c:pt idx="860">
                  <c:v>0.14879000000000001</c:v>
                </c:pt>
                <c:pt idx="861">
                  <c:v>2.6137000000000001E-2</c:v>
                </c:pt>
                <c:pt idx="862">
                  <c:v>-1.3342E-2</c:v>
                </c:pt>
                <c:pt idx="863">
                  <c:v>2.2935000000000001E-2</c:v>
                </c:pt>
                <c:pt idx="864">
                  <c:v>4.4644000000000003E-2</c:v>
                </c:pt>
                <c:pt idx="865">
                  <c:v>4.2951999999999997E-2</c:v>
                </c:pt>
                <c:pt idx="866">
                  <c:v>-2.6564999999999998E-2</c:v>
                </c:pt>
                <c:pt idx="867">
                  <c:v>-1.2062E-2</c:v>
                </c:pt>
                <c:pt idx="868">
                  <c:v>7.1284E-2</c:v>
                </c:pt>
                <c:pt idx="869">
                  <c:v>-9.6880000000000004E-3</c:v>
                </c:pt>
                <c:pt idx="870">
                  <c:v>1.792E-3</c:v>
                </c:pt>
                <c:pt idx="871">
                  <c:v>-0.131157</c:v>
                </c:pt>
                <c:pt idx="872">
                  <c:v>-7.8241000000000005E-2</c:v>
                </c:pt>
                <c:pt idx="873">
                  <c:v>-4.1493000000000002E-2</c:v>
                </c:pt>
                <c:pt idx="874">
                  <c:v>-5.4330999999999997E-2</c:v>
                </c:pt>
                <c:pt idx="875">
                  <c:v>-0.11855499999999999</c:v>
                </c:pt>
                <c:pt idx="876">
                  <c:v>-8.2604999999999998E-2</c:v>
                </c:pt>
                <c:pt idx="877">
                  <c:v>1.6199000000000002E-2</c:v>
                </c:pt>
                <c:pt idx="878">
                  <c:v>5.8522999999999999E-2</c:v>
                </c:pt>
                <c:pt idx="879">
                  <c:v>-2.7466999999999998E-2</c:v>
                </c:pt>
                <c:pt idx="880">
                  <c:v>-9.4423000000000007E-2</c:v>
                </c:pt>
                <c:pt idx="881">
                  <c:v>-0.14678099999999999</c:v>
                </c:pt>
                <c:pt idx="882">
                  <c:v>-0.12187099999999999</c:v>
                </c:pt>
                <c:pt idx="883">
                  <c:v>8.6350000000000003E-3</c:v>
                </c:pt>
                <c:pt idx="884">
                  <c:v>0.106851</c:v>
                </c:pt>
                <c:pt idx="885">
                  <c:v>7.0288000000000003E-2</c:v>
                </c:pt>
                <c:pt idx="886">
                  <c:v>-2.5128999999999999E-2</c:v>
                </c:pt>
                <c:pt idx="887">
                  <c:v>2.7490000000000001E-3</c:v>
                </c:pt>
                <c:pt idx="888">
                  <c:v>-4.4096999999999997E-2</c:v>
                </c:pt>
                <c:pt idx="889">
                  <c:v>-3.2481000000000003E-2</c:v>
                </c:pt>
                <c:pt idx="890">
                  <c:v>-0.133969</c:v>
                </c:pt>
                <c:pt idx="891">
                  <c:v>-0.14994099999999999</c:v>
                </c:pt>
                <c:pt idx="892">
                  <c:v>-0.13800599999999999</c:v>
                </c:pt>
                <c:pt idx="893">
                  <c:v>-0.172767</c:v>
                </c:pt>
                <c:pt idx="894">
                  <c:v>-2.3859000000000002E-2</c:v>
                </c:pt>
                <c:pt idx="895">
                  <c:v>2.6845999999999998E-2</c:v>
                </c:pt>
                <c:pt idx="896">
                  <c:v>8.4381999999999999E-2</c:v>
                </c:pt>
                <c:pt idx="897">
                  <c:v>-2.9453E-2</c:v>
                </c:pt>
                <c:pt idx="898">
                  <c:v>-9.7156999999999993E-2</c:v>
                </c:pt>
                <c:pt idx="899">
                  <c:v>-3.1494000000000001E-2</c:v>
                </c:pt>
                <c:pt idx="900">
                  <c:v>7.6480999999999993E-2</c:v>
                </c:pt>
                <c:pt idx="901">
                  <c:v>0.15045800000000001</c:v>
                </c:pt>
                <c:pt idx="902">
                  <c:v>0.15393100000000001</c:v>
                </c:pt>
                <c:pt idx="903">
                  <c:v>8.4912000000000001E-2</c:v>
                </c:pt>
                <c:pt idx="904">
                  <c:v>5.0714000000000002E-2</c:v>
                </c:pt>
                <c:pt idx="905">
                  <c:v>2.6457000000000001E-2</c:v>
                </c:pt>
                <c:pt idx="906">
                  <c:v>6.5738000000000005E-2</c:v>
                </c:pt>
                <c:pt idx="907">
                  <c:v>5.4551000000000002E-2</c:v>
                </c:pt>
                <c:pt idx="908">
                  <c:v>0.121768</c:v>
                </c:pt>
                <c:pt idx="909">
                  <c:v>8.1190999999999999E-2</c:v>
                </c:pt>
                <c:pt idx="910">
                  <c:v>8.6655999999999997E-2</c:v>
                </c:pt>
                <c:pt idx="911">
                  <c:v>1.6931999999999999E-2</c:v>
                </c:pt>
                <c:pt idx="912">
                  <c:v>-1.7075E-2</c:v>
                </c:pt>
                <c:pt idx="913">
                  <c:v>-1.7246000000000001E-2</c:v>
                </c:pt>
                <c:pt idx="914">
                  <c:v>1.7214E-2</c:v>
                </c:pt>
                <c:pt idx="915">
                  <c:v>-7.6900000000000004E-4</c:v>
                </c:pt>
                <c:pt idx="916">
                  <c:v>-1.0305E-2</c:v>
                </c:pt>
                <c:pt idx="917">
                  <c:v>-1.8674E-2</c:v>
                </c:pt>
                <c:pt idx="918">
                  <c:v>3.0426000000000002E-2</c:v>
                </c:pt>
                <c:pt idx="919">
                  <c:v>6.7797999999999997E-2</c:v>
                </c:pt>
                <c:pt idx="920">
                  <c:v>9.2304999999999998E-2</c:v>
                </c:pt>
                <c:pt idx="921">
                  <c:v>4.9639999999999997E-2</c:v>
                </c:pt>
                <c:pt idx="922">
                  <c:v>3.0051999999999999E-2</c:v>
                </c:pt>
                <c:pt idx="923">
                  <c:v>-2.1482999999999999E-2</c:v>
                </c:pt>
                <c:pt idx="924">
                  <c:v>-1.6056000000000001E-2</c:v>
                </c:pt>
                <c:pt idx="925">
                  <c:v>-5.6730000000000001E-3</c:v>
                </c:pt>
                <c:pt idx="926">
                  <c:v>1.3686E-2</c:v>
                </c:pt>
                <c:pt idx="927">
                  <c:v>7.1710999999999997E-2</c:v>
                </c:pt>
                <c:pt idx="928">
                  <c:v>2.9184000000000002E-2</c:v>
                </c:pt>
                <c:pt idx="929">
                  <c:v>3.6045000000000001E-2</c:v>
                </c:pt>
                <c:pt idx="930">
                  <c:v>-1.7753999999999999E-2</c:v>
                </c:pt>
                <c:pt idx="931">
                  <c:v>2.8781999999999999E-2</c:v>
                </c:pt>
                <c:pt idx="932">
                  <c:v>2.0878000000000001E-2</c:v>
                </c:pt>
                <c:pt idx="933">
                  <c:v>6.5674999999999997E-2</c:v>
                </c:pt>
                <c:pt idx="934">
                  <c:v>2.9624999999999999E-2</c:v>
                </c:pt>
                <c:pt idx="935">
                  <c:v>4.2077999999999997E-2</c:v>
                </c:pt>
                <c:pt idx="936">
                  <c:v>2.8825E-2</c:v>
                </c:pt>
                <c:pt idx="937">
                  <c:v>-3.4889999999999999E-3</c:v>
                </c:pt>
                <c:pt idx="938">
                  <c:v>-1.4409999999999999E-2</c:v>
                </c:pt>
                <c:pt idx="939">
                  <c:v>-2.1461999999999998E-2</c:v>
                </c:pt>
                <c:pt idx="940">
                  <c:v>3.1507E-2</c:v>
                </c:pt>
                <c:pt idx="941">
                  <c:v>5.6656999999999999E-2</c:v>
                </c:pt>
                <c:pt idx="942">
                  <c:v>8.4392999999999996E-2</c:v>
                </c:pt>
                <c:pt idx="943">
                  <c:v>7.9337000000000005E-2</c:v>
                </c:pt>
                <c:pt idx="944">
                  <c:v>6.6983000000000001E-2</c:v>
                </c:pt>
                <c:pt idx="945">
                  <c:v>4.8939999999999997E-2</c:v>
                </c:pt>
                <c:pt idx="946">
                  <c:v>9.2259999999999998E-3</c:v>
                </c:pt>
                <c:pt idx="947">
                  <c:v>6.4000000000000003E-3</c:v>
                </c:pt>
                <c:pt idx="948">
                  <c:v>3.5324000000000001E-2</c:v>
                </c:pt>
                <c:pt idx="949">
                  <c:v>9.2826000000000006E-2</c:v>
                </c:pt>
                <c:pt idx="950">
                  <c:v>6.2783000000000005E-2</c:v>
                </c:pt>
                <c:pt idx="951">
                  <c:v>-1.3854E-2</c:v>
                </c:pt>
                <c:pt idx="952">
                  <c:v>-3.2821000000000003E-2</c:v>
                </c:pt>
                <c:pt idx="953">
                  <c:v>2.0301E-2</c:v>
                </c:pt>
                <c:pt idx="954">
                  <c:v>6.9698999999999997E-2</c:v>
                </c:pt>
                <c:pt idx="955">
                  <c:v>9.8399999999999998E-3</c:v>
                </c:pt>
                <c:pt idx="956">
                  <c:v>-3.3319000000000001E-2</c:v>
                </c:pt>
                <c:pt idx="957">
                  <c:v>-0.10553</c:v>
                </c:pt>
                <c:pt idx="958">
                  <c:v>-9.6824999999999994E-2</c:v>
                </c:pt>
                <c:pt idx="959">
                  <c:v>-9.4444E-2</c:v>
                </c:pt>
                <c:pt idx="960">
                  <c:v>1.0253999999999999E-2</c:v>
                </c:pt>
                <c:pt idx="961">
                  <c:v>5.7697999999999999E-2</c:v>
                </c:pt>
                <c:pt idx="962">
                  <c:v>-2.7269000000000002E-2</c:v>
                </c:pt>
                <c:pt idx="963">
                  <c:v>-8.0241999999999994E-2</c:v>
                </c:pt>
                <c:pt idx="964">
                  <c:v>-7.8868999999999995E-2</c:v>
                </c:pt>
                <c:pt idx="965">
                  <c:v>-8.3697999999999995E-2</c:v>
                </c:pt>
                <c:pt idx="966">
                  <c:v>-0.231127</c:v>
                </c:pt>
                <c:pt idx="967">
                  <c:v>-0.29647200000000001</c:v>
                </c:pt>
                <c:pt idx="968">
                  <c:v>-0.21943199999999999</c:v>
                </c:pt>
                <c:pt idx="969">
                  <c:v>-0.14094699999999999</c:v>
                </c:pt>
                <c:pt idx="970">
                  <c:v>-0.17308399999999999</c:v>
                </c:pt>
                <c:pt idx="971">
                  <c:v>-0.11011899999999999</c:v>
                </c:pt>
                <c:pt idx="972">
                  <c:v>6.4801999999999998E-2</c:v>
                </c:pt>
                <c:pt idx="973">
                  <c:v>0.25834400000000002</c:v>
                </c:pt>
                <c:pt idx="974">
                  <c:v>0.15929099999999999</c:v>
                </c:pt>
                <c:pt idx="975">
                  <c:v>0.13805000000000001</c:v>
                </c:pt>
                <c:pt idx="976">
                  <c:v>0.11668000000000001</c:v>
                </c:pt>
                <c:pt idx="977">
                  <c:v>0.156057</c:v>
                </c:pt>
                <c:pt idx="978">
                  <c:v>5.4802999999999998E-2</c:v>
                </c:pt>
                <c:pt idx="979">
                  <c:v>7.9113000000000003E-2</c:v>
                </c:pt>
                <c:pt idx="980">
                  <c:v>6.0386000000000002E-2</c:v>
                </c:pt>
                <c:pt idx="981">
                  <c:v>4.1589000000000001E-2</c:v>
                </c:pt>
                <c:pt idx="982">
                  <c:v>1.3086E-2</c:v>
                </c:pt>
                <c:pt idx="983">
                  <c:v>5.3866999999999998E-2</c:v>
                </c:pt>
                <c:pt idx="984">
                  <c:v>0.11044900000000001</c:v>
                </c:pt>
                <c:pt idx="985">
                  <c:v>-8.9200000000000008E-3</c:v>
                </c:pt>
                <c:pt idx="986">
                  <c:v>-0.11425399999999999</c:v>
                </c:pt>
                <c:pt idx="987">
                  <c:v>-6.6928000000000001E-2</c:v>
                </c:pt>
                <c:pt idx="988">
                  <c:v>-3.1730000000000001E-2</c:v>
                </c:pt>
                <c:pt idx="989">
                  <c:v>0.112941</c:v>
                </c:pt>
                <c:pt idx="990">
                  <c:v>7.9649999999999999E-2</c:v>
                </c:pt>
                <c:pt idx="991">
                  <c:v>0.130832</c:v>
                </c:pt>
                <c:pt idx="992">
                  <c:v>0.107567</c:v>
                </c:pt>
                <c:pt idx="993">
                  <c:v>9.2254000000000003E-2</c:v>
                </c:pt>
                <c:pt idx="994">
                  <c:v>0.12953100000000001</c:v>
                </c:pt>
                <c:pt idx="995">
                  <c:v>5.9192000000000002E-2</c:v>
                </c:pt>
                <c:pt idx="996">
                  <c:v>6.5310999999999994E-2</c:v>
                </c:pt>
                <c:pt idx="997">
                  <c:v>1.8364999999999999E-2</c:v>
                </c:pt>
                <c:pt idx="998">
                  <c:v>9.9099999999999991E-4</c:v>
                </c:pt>
                <c:pt idx="999">
                  <c:v>-4.7567999999999999E-2</c:v>
                </c:pt>
                <c:pt idx="1000">
                  <c:v>-8.8996000000000006E-2</c:v>
                </c:pt>
                <c:pt idx="1001">
                  <c:v>-0.138678</c:v>
                </c:pt>
                <c:pt idx="1002">
                  <c:v>-2.4712000000000001E-2</c:v>
                </c:pt>
                <c:pt idx="1003">
                  <c:v>2.9034999999999998E-2</c:v>
                </c:pt>
                <c:pt idx="1004">
                  <c:v>0.11816400000000001</c:v>
                </c:pt>
                <c:pt idx="1005">
                  <c:v>5.3170000000000002E-2</c:v>
                </c:pt>
                <c:pt idx="1006">
                  <c:v>0.101143</c:v>
                </c:pt>
                <c:pt idx="1007">
                  <c:v>0.125863</c:v>
                </c:pt>
                <c:pt idx="1008">
                  <c:v>7.0812E-2</c:v>
                </c:pt>
                <c:pt idx="1009">
                  <c:v>-3.5262000000000002E-2</c:v>
                </c:pt>
                <c:pt idx="1010">
                  <c:v>-2.7515000000000001E-2</c:v>
                </c:pt>
                <c:pt idx="1011">
                  <c:v>-7.783E-3</c:v>
                </c:pt>
                <c:pt idx="1012">
                  <c:v>7.9440999999999998E-2</c:v>
                </c:pt>
                <c:pt idx="1013">
                  <c:v>6.3517000000000004E-2</c:v>
                </c:pt>
                <c:pt idx="1014">
                  <c:v>2.9579000000000001E-2</c:v>
                </c:pt>
                <c:pt idx="1015">
                  <c:v>1.274E-2</c:v>
                </c:pt>
                <c:pt idx="1016">
                  <c:v>-3.7750000000000001E-3</c:v>
                </c:pt>
                <c:pt idx="1017">
                  <c:v>6.7538000000000001E-2</c:v>
                </c:pt>
                <c:pt idx="1018">
                  <c:v>7.5790999999999997E-2</c:v>
                </c:pt>
                <c:pt idx="1019">
                  <c:v>0.106056</c:v>
                </c:pt>
                <c:pt idx="1020">
                  <c:v>7.1847999999999995E-2</c:v>
                </c:pt>
                <c:pt idx="1021">
                  <c:v>8.2226999999999995E-2</c:v>
                </c:pt>
                <c:pt idx="1022">
                  <c:v>2.9100999999999998E-2</c:v>
                </c:pt>
                <c:pt idx="1023">
                  <c:v>6.1025000000000003E-2</c:v>
                </c:pt>
                <c:pt idx="1024">
                  <c:v>6.7489999999999998E-3</c:v>
                </c:pt>
                <c:pt idx="1025">
                  <c:v>5.2450999999999998E-2</c:v>
                </c:pt>
                <c:pt idx="1026">
                  <c:v>4.7524999999999998E-2</c:v>
                </c:pt>
                <c:pt idx="1027">
                  <c:v>0.111641</c:v>
                </c:pt>
                <c:pt idx="1028">
                  <c:v>0.10513</c:v>
                </c:pt>
                <c:pt idx="1029">
                  <c:v>2.0031E-2</c:v>
                </c:pt>
                <c:pt idx="1030">
                  <c:v>3.5147999999999999E-2</c:v>
                </c:pt>
                <c:pt idx="1031">
                  <c:v>1.8072000000000001E-2</c:v>
                </c:pt>
                <c:pt idx="1032">
                  <c:v>6.2328000000000001E-2</c:v>
                </c:pt>
                <c:pt idx="1033">
                  <c:v>3.9705999999999998E-2</c:v>
                </c:pt>
                <c:pt idx="1034">
                  <c:v>5.2338999999999997E-2</c:v>
                </c:pt>
                <c:pt idx="1035">
                  <c:v>3.0210999999999998E-2</c:v>
                </c:pt>
                <c:pt idx="1036">
                  <c:v>4.6847E-2</c:v>
                </c:pt>
                <c:pt idx="1037">
                  <c:v>1.128E-2</c:v>
                </c:pt>
                <c:pt idx="1038">
                  <c:v>5.0467999999999999E-2</c:v>
                </c:pt>
                <c:pt idx="1039">
                  <c:v>3.7227000000000003E-2</c:v>
                </c:pt>
                <c:pt idx="1040">
                  <c:v>4.9326000000000002E-2</c:v>
                </c:pt>
                <c:pt idx="1041">
                  <c:v>-6.4429999999999999E-3</c:v>
                </c:pt>
                <c:pt idx="1042">
                  <c:v>2.3144000000000001E-2</c:v>
                </c:pt>
                <c:pt idx="1043">
                  <c:v>9.5049999999999996E-3</c:v>
                </c:pt>
                <c:pt idx="1044">
                  <c:v>5.0735000000000002E-2</c:v>
                </c:pt>
                <c:pt idx="1045">
                  <c:v>6.404E-3</c:v>
                </c:pt>
                <c:pt idx="1046">
                  <c:v>2.7799999999999999E-3</c:v>
                </c:pt>
                <c:pt idx="1047">
                  <c:v>1.4061000000000001E-2</c:v>
                </c:pt>
                <c:pt idx="1048">
                  <c:v>-5.9219000000000001E-2</c:v>
                </c:pt>
                <c:pt idx="1049">
                  <c:v>-6.4383999999999997E-2</c:v>
                </c:pt>
                <c:pt idx="1050">
                  <c:v>-6.2810000000000001E-3</c:v>
                </c:pt>
                <c:pt idx="1051">
                  <c:v>6.0668E-2</c:v>
                </c:pt>
                <c:pt idx="1052">
                  <c:v>7.0425000000000001E-2</c:v>
                </c:pt>
                <c:pt idx="1053">
                  <c:v>-6.1830999999999997E-2</c:v>
                </c:pt>
                <c:pt idx="1054">
                  <c:v>-6.5874000000000002E-2</c:v>
                </c:pt>
                <c:pt idx="1055">
                  <c:v>1.3479E-2</c:v>
                </c:pt>
                <c:pt idx="1056">
                  <c:v>7.0531999999999997E-2</c:v>
                </c:pt>
                <c:pt idx="1057">
                  <c:v>9.1228000000000004E-2</c:v>
                </c:pt>
                <c:pt idx="1058">
                  <c:v>2.4553999999999999E-2</c:v>
                </c:pt>
                <c:pt idx="1059">
                  <c:v>5.8222999999999997E-2</c:v>
                </c:pt>
                <c:pt idx="1060">
                  <c:v>4.1015999999999997E-2</c:v>
                </c:pt>
                <c:pt idx="1061">
                  <c:v>3.8518999999999998E-2</c:v>
                </c:pt>
                <c:pt idx="1062">
                  <c:v>-1.6677999999999998E-2</c:v>
                </c:pt>
                <c:pt idx="1063">
                  <c:v>1.8308999999999999E-2</c:v>
                </c:pt>
                <c:pt idx="1064">
                  <c:v>3.8242999999999999E-2</c:v>
                </c:pt>
                <c:pt idx="1065">
                  <c:v>7.7590000000000006E-2</c:v>
                </c:pt>
                <c:pt idx="1066">
                  <c:v>8.0366999999999994E-2</c:v>
                </c:pt>
                <c:pt idx="1067">
                  <c:v>6.0661E-2</c:v>
                </c:pt>
                <c:pt idx="1068">
                  <c:v>5.1610000000000003E-2</c:v>
                </c:pt>
                <c:pt idx="1069">
                  <c:v>2.5680999999999999E-2</c:v>
                </c:pt>
                <c:pt idx="1070">
                  <c:v>3.0882E-2</c:v>
                </c:pt>
                <c:pt idx="1071">
                  <c:v>4.1383999999999997E-2</c:v>
                </c:pt>
                <c:pt idx="1072">
                  <c:v>3.0077E-2</c:v>
                </c:pt>
                <c:pt idx="1073">
                  <c:v>4.4803999999999997E-2</c:v>
                </c:pt>
                <c:pt idx="1074">
                  <c:v>4.7641999999999997E-2</c:v>
                </c:pt>
                <c:pt idx="1075">
                  <c:v>7.6477000000000003E-2</c:v>
                </c:pt>
                <c:pt idx="1076">
                  <c:v>6.6447000000000006E-2</c:v>
                </c:pt>
                <c:pt idx="1077">
                  <c:v>0.101795</c:v>
                </c:pt>
                <c:pt idx="1078">
                  <c:v>2.9609E-2</c:v>
                </c:pt>
                <c:pt idx="1079">
                  <c:v>-7.5909999999999997E-3</c:v>
                </c:pt>
                <c:pt idx="1080">
                  <c:v>-5.7730999999999998E-2</c:v>
                </c:pt>
                <c:pt idx="1081">
                  <c:v>1.8860000000000001E-3</c:v>
                </c:pt>
                <c:pt idx="1082">
                  <c:v>3.4339000000000001E-2</c:v>
                </c:pt>
                <c:pt idx="1083">
                  <c:v>6.8729999999999999E-2</c:v>
                </c:pt>
                <c:pt idx="1084">
                  <c:v>7.7603000000000005E-2</c:v>
                </c:pt>
                <c:pt idx="1085">
                  <c:v>7.7107999999999996E-2</c:v>
                </c:pt>
                <c:pt idx="1086">
                  <c:v>-3.2516999999999997E-2</c:v>
                </c:pt>
                <c:pt idx="1087">
                  <c:v>-4.3954E-2</c:v>
                </c:pt>
                <c:pt idx="1088">
                  <c:v>-0.13519700000000001</c:v>
                </c:pt>
                <c:pt idx="1089">
                  <c:v>2.6329999999999999E-3</c:v>
                </c:pt>
                <c:pt idx="1090">
                  <c:v>1.4160000000000001E-2</c:v>
                </c:pt>
                <c:pt idx="1091">
                  <c:v>0.13647899999999999</c:v>
                </c:pt>
                <c:pt idx="1092">
                  <c:v>9.4765000000000002E-2</c:v>
                </c:pt>
                <c:pt idx="1093">
                  <c:v>-6.6990000000000001E-3</c:v>
                </c:pt>
                <c:pt idx="1094">
                  <c:v>4.3039000000000001E-2</c:v>
                </c:pt>
                <c:pt idx="1095">
                  <c:v>1.6858000000000001E-2</c:v>
                </c:pt>
                <c:pt idx="1096">
                  <c:v>6.8661E-2</c:v>
                </c:pt>
                <c:pt idx="1097">
                  <c:v>1.6983000000000002E-2</c:v>
                </c:pt>
                <c:pt idx="1098">
                  <c:v>2.4288000000000001E-2</c:v>
                </c:pt>
                <c:pt idx="1099">
                  <c:v>7.8553999999999999E-2</c:v>
                </c:pt>
                <c:pt idx="1100">
                  <c:v>9.0700000000000003E-2</c:v>
                </c:pt>
                <c:pt idx="1101">
                  <c:v>6.7158999999999996E-2</c:v>
                </c:pt>
                <c:pt idx="1102">
                  <c:v>-5.4990999999999998E-2</c:v>
                </c:pt>
                <c:pt idx="1103">
                  <c:v>-0.19597999999999999</c:v>
                </c:pt>
                <c:pt idx="1104">
                  <c:v>-9.2553999999999997E-2</c:v>
                </c:pt>
                <c:pt idx="1105">
                  <c:v>3.5943000000000003E-2</c:v>
                </c:pt>
                <c:pt idx="1106">
                  <c:v>0.205433</c:v>
                </c:pt>
                <c:pt idx="1107">
                  <c:v>0.12870799999999999</c:v>
                </c:pt>
                <c:pt idx="1108">
                  <c:v>0.154838</c:v>
                </c:pt>
                <c:pt idx="1109">
                  <c:v>8.9292999999999997E-2</c:v>
                </c:pt>
                <c:pt idx="1110">
                  <c:v>3.7299999999999998E-3</c:v>
                </c:pt>
                <c:pt idx="1111">
                  <c:v>3.8925000000000001E-2</c:v>
                </c:pt>
                <c:pt idx="1112">
                  <c:v>0.12148299999999999</c:v>
                </c:pt>
                <c:pt idx="1113">
                  <c:v>0.140489</c:v>
                </c:pt>
                <c:pt idx="1114">
                  <c:v>5.6309999999999999E-2</c:v>
                </c:pt>
                <c:pt idx="1115">
                  <c:v>6.1748999999999998E-2</c:v>
                </c:pt>
                <c:pt idx="1116">
                  <c:v>0.12981999999999999</c:v>
                </c:pt>
                <c:pt idx="1117">
                  <c:v>0.107181</c:v>
                </c:pt>
                <c:pt idx="1118">
                  <c:v>8.5488999999999996E-2</c:v>
                </c:pt>
                <c:pt idx="1119">
                  <c:v>5.4970999999999999E-2</c:v>
                </c:pt>
                <c:pt idx="1120">
                  <c:v>7.9508999999999996E-2</c:v>
                </c:pt>
                <c:pt idx="1121">
                  <c:v>5.8199999999999997E-3</c:v>
                </c:pt>
                <c:pt idx="1122">
                  <c:v>5.1316000000000001E-2</c:v>
                </c:pt>
                <c:pt idx="1123">
                  <c:v>1.3224E-2</c:v>
                </c:pt>
                <c:pt idx="1124">
                  <c:v>0.11027099999999999</c:v>
                </c:pt>
                <c:pt idx="1125">
                  <c:v>-1.6114E-2</c:v>
                </c:pt>
                <c:pt idx="1126">
                  <c:v>-3.8914999999999998E-2</c:v>
                </c:pt>
                <c:pt idx="1127">
                  <c:v>-4.5984999999999998E-2</c:v>
                </c:pt>
                <c:pt idx="1128">
                  <c:v>-8.1655000000000005E-2</c:v>
                </c:pt>
                <c:pt idx="1129">
                  <c:v>-5.1573000000000001E-2</c:v>
                </c:pt>
                <c:pt idx="1130">
                  <c:v>-0.16101099999999999</c:v>
                </c:pt>
                <c:pt idx="1131">
                  <c:v>3.888E-3</c:v>
                </c:pt>
                <c:pt idx="1132">
                  <c:v>-3.8815000000000002E-2</c:v>
                </c:pt>
                <c:pt idx="1133">
                  <c:v>-4.8826000000000001E-2</c:v>
                </c:pt>
                <c:pt idx="1134">
                  <c:v>-5.8618000000000003E-2</c:v>
                </c:pt>
                <c:pt idx="1135">
                  <c:v>3.6250999999999999E-2</c:v>
                </c:pt>
                <c:pt idx="1136">
                  <c:v>7.5610999999999998E-2</c:v>
                </c:pt>
                <c:pt idx="1137">
                  <c:v>5.7574E-2</c:v>
                </c:pt>
                <c:pt idx="1138">
                  <c:v>-2.2839000000000002E-2</c:v>
                </c:pt>
                <c:pt idx="1139">
                  <c:v>7.4969999999999995E-2</c:v>
                </c:pt>
                <c:pt idx="1140">
                  <c:v>2.7206000000000001E-2</c:v>
                </c:pt>
                <c:pt idx="1141">
                  <c:v>5.7473000000000003E-2</c:v>
                </c:pt>
                <c:pt idx="1142">
                  <c:v>8.7422E-2</c:v>
                </c:pt>
                <c:pt idx="1143">
                  <c:v>0.105106</c:v>
                </c:pt>
                <c:pt idx="1144">
                  <c:v>8.2804000000000003E-2</c:v>
                </c:pt>
                <c:pt idx="1145">
                  <c:v>-3.2733999999999999E-2</c:v>
                </c:pt>
                <c:pt idx="1146">
                  <c:v>-8.2545999999999994E-2</c:v>
                </c:pt>
                <c:pt idx="1147">
                  <c:v>1.7440000000000001E-2</c:v>
                </c:pt>
                <c:pt idx="1148">
                  <c:v>0.11691600000000001</c:v>
                </c:pt>
                <c:pt idx="1149">
                  <c:v>0.160077</c:v>
                </c:pt>
                <c:pt idx="1150">
                  <c:v>0.119758</c:v>
                </c:pt>
                <c:pt idx="1151">
                  <c:v>0.105559</c:v>
                </c:pt>
                <c:pt idx="1152">
                  <c:v>4.2877999999999999E-2</c:v>
                </c:pt>
                <c:pt idx="1153">
                  <c:v>3.9106000000000002E-2</c:v>
                </c:pt>
                <c:pt idx="1154">
                  <c:v>4.2838000000000001E-2</c:v>
                </c:pt>
                <c:pt idx="1155">
                  <c:v>0.100481</c:v>
                </c:pt>
                <c:pt idx="1156">
                  <c:v>7.3924000000000004E-2</c:v>
                </c:pt>
                <c:pt idx="1157">
                  <c:v>5.8865000000000001E-2</c:v>
                </c:pt>
                <c:pt idx="1158">
                  <c:v>3.6644999999999997E-2</c:v>
                </c:pt>
                <c:pt idx="1159">
                  <c:v>7.1506E-2</c:v>
                </c:pt>
                <c:pt idx="1160">
                  <c:v>2.4091999999999999E-2</c:v>
                </c:pt>
                <c:pt idx="1161">
                  <c:v>6.2241999999999999E-2</c:v>
                </c:pt>
                <c:pt idx="1162">
                  <c:v>-9.7459999999999995E-3</c:v>
                </c:pt>
                <c:pt idx="1163">
                  <c:v>-4.2721000000000002E-2</c:v>
                </c:pt>
                <c:pt idx="1164">
                  <c:v>-7.4972999999999998E-2</c:v>
                </c:pt>
                <c:pt idx="1165">
                  <c:v>-3.748E-3</c:v>
                </c:pt>
                <c:pt idx="1166">
                  <c:v>0.10942399999999999</c:v>
                </c:pt>
                <c:pt idx="1167">
                  <c:v>0.142067</c:v>
                </c:pt>
                <c:pt idx="1168">
                  <c:v>9.6216999999999997E-2</c:v>
                </c:pt>
                <c:pt idx="1169">
                  <c:v>8.1244999999999998E-2</c:v>
                </c:pt>
                <c:pt idx="1170">
                  <c:v>8.2271999999999998E-2</c:v>
                </c:pt>
                <c:pt idx="1171">
                  <c:v>6.3367999999999994E-2</c:v>
                </c:pt>
                <c:pt idx="1172">
                  <c:v>2.6550000000000001E-2</c:v>
                </c:pt>
                <c:pt idx="1173">
                  <c:v>1.7609E-2</c:v>
                </c:pt>
                <c:pt idx="1174">
                  <c:v>7.4060000000000003E-3</c:v>
                </c:pt>
                <c:pt idx="1175">
                  <c:v>-4.3343E-2</c:v>
                </c:pt>
                <c:pt idx="1176">
                  <c:v>4.1928E-2</c:v>
                </c:pt>
                <c:pt idx="1177">
                  <c:v>0.105166</c:v>
                </c:pt>
                <c:pt idx="1178">
                  <c:v>0.152006</c:v>
                </c:pt>
                <c:pt idx="1179">
                  <c:v>4.1946999999999998E-2</c:v>
                </c:pt>
                <c:pt idx="1180">
                  <c:v>1.6803999999999999E-2</c:v>
                </c:pt>
                <c:pt idx="1181">
                  <c:v>2.3032E-2</c:v>
                </c:pt>
              </c:numCache>
            </c:numRef>
          </c:val>
          <c:smooth val="0"/>
          <c:extLst>
            <c:ext xmlns:c16="http://schemas.microsoft.com/office/drawing/2014/chart" uri="{C3380CC4-5D6E-409C-BE32-E72D297353CC}">
              <c16:uniqueId val="{00000000-0104-43A6-B3F8-5A2C2B3CEB37}"/>
            </c:ext>
          </c:extLst>
        </c:ser>
        <c:ser>
          <c:idx val="1"/>
          <c:order val="1"/>
          <c:tx>
            <c:strRef>
              <c:f>Sheet1!$C$1</c:f>
              <c:strCache>
                <c:ptCount val="1"/>
                <c:pt idx="0">
                  <c:v>−10%</c:v>
                </c:pt>
              </c:strCache>
            </c:strRef>
          </c:tx>
          <c:spPr>
            <a:ln w="19050">
              <a:solidFill>
                <a:srgbClr val="A31F34"/>
              </a:solidFill>
            </a:ln>
          </c:spPr>
          <c:marker>
            <c:symbol val="none"/>
          </c:marker>
          <c:cat>
            <c:numRef>
              <c:f>Sheet1!$A$2:$A$1183</c:f>
              <c:numCache>
                <c:formatCode>yyyy\-mm\-dd</c:formatCode>
                <c:ptCount val="1182"/>
                <c:pt idx="0">
                  <c:v>10258</c:v>
                </c:pt>
                <c:pt idx="1">
                  <c:v>10287</c:v>
                </c:pt>
                <c:pt idx="2">
                  <c:v>10318</c:v>
                </c:pt>
                <c:pt idx="3">
                  <c:v>10348</c:v>
                </c:pt>
                <c:pt idx="4">
                  <c:v>10379</c:v>
                </c:pt>
                <c:pt idx="5">
                  <c:v>10409</c:v>
                </c:pt>
                <c:pt idx="6">
                  <c:v>10440</c:v>
                </c:pt>
                <c:pt idx="7">
                  <c:v>10471</c:v>
                </c:pt>
                <c:pt idx="8">
                  <c:v>10501</c:v>
                </c:pt>
                <c:pt idx="9">
                  <c:v>10532</c:v>
                </c:pt>
                <c:pt idx="10">
                  <c:v>10562</c:v>
                </c:pt>
                <c:pt idx="11">
                  <c:v>10593</c:v>
                </c:pt>
                <c:pt idx="12">
                  <c:v>10624</c:v>
                </c:pt>
                <c:pt idx="13">
                  <c:v>10652</c:v>
                </c:pt>
                <c:pt idx="14">
                  <c:v>10683</c:v>
                </c:pt>
                <c:pt idx="15">
                  <c:v>10713</c:v>
                </c:pt>
                <c:pt idx="16">
                  <c:v>10744</c:v>
                </c:pt>
                <c:pt idx="17">
                  <c:v>10774</c:v>
                </c:pt>
                <c:pt idx="18">
                  <c:v>10805</c:v>
                </c:pt>
                <c:pt idx="19">
                  <c:v>10836</c:v>
                </c:pt>
                <c:pt idx="20">
                  <c:v>10866</c:v>
                </c:pt>
                <c:pt idx="21">
                  <c:v>10897</c:v>
                </c:pt>
                <c:pt idx="22">
                  <c:v>10927</c:v>
                </c:pt>
                <c:pt idx="23">
                  <c:v>10958</c:v>
                </c:pt>
                <c:pt idx="24">
                  <c:v>10989</c:v>
                </c:pt>
                <c:pt idx="25">
                  <c:v>11017</c:v>
                </c:pt>
                <c:pt idx="26">
                  <c:v>11048</c:v>
                </c:pt>
                <c:pt idx="27">
                  <c:v>11078</c:v>
                </c:pt>
                <c:pt idx="28">
                  <c:v>11109</c:v>
                </c:pt>
                <c:pt idx="29">
                  <c:v>11139</c:v>
                </c:pt>
                <c:pt idx="30">
                  <c:v>11170</c:v>
                </c:pt>
                <c:pt idx="31">
                  <c:v>11201</c:v>
                </c:pt>
                <c:pt idx="32">
                  <c:v>11231</c:v>
                </c:pt>
                <c:pt idx="33">
                  <c:v>11262</c:v>
                </c:pt>
                <c:pt idx="34">
                  <c:v>11292</c:v>
                </c:pt>
                <c:pt idx="35">
                  <c:v>11323</c:v>
                </c:pt>
                <c:pt idx="36">
                  <c:v>11354</c:v>
                </c:pt>
                <c:pt idx="37">
                  <c:v>11382</c:v>
                </c:pt>
                <c:pt idx="38">
                  <c:v>11413</c:v>
                </c:pt>
                <c:pt idx="39">
                  <c:v>11443</c:v>
                </c:pt>
                <c:pt idx="40">
                  <c:v>11474</c:v>
                </c:pt>
                <c:pt idx="41">
                  <c:v>11504</c:v>
                </c:pt>
                <c:pt idx="42">
                  <c:v>11535</c:v>
                </c:pt>
                <c:pt idx="43">
                  <c:v>11566</c:v>
                </c:pt>
                <c:pt idx="44">
                  <c:v>11596</c:v>
                </c:pt>
                <c:pt idx="45">
                  <c:v>11627</c:v>
                </c:pt>
                <c:pt idx="46">
                  <c:v>11657</c:v>
                </c:pt>
                <c:pt idx="47">
                  <c:v>11688</c:v>
                </c:pt>
                <c:pt idx="48">
                  <c:v>11719</c:v>
                </c:pt>
                <c:pt idx="49">
                  <c:v>11748</c:v>
                </c:pt>
                <c:pt idx="50">
                  <c:v>11779</c:v>
                </c:pt>
                <c:pt idx="51">
                  <c:v>11809</c:v>
                </c:pt>
                <c:pt idx="52">
                  <c:v>11840</c:v>
                </c:pt>
                <c:pt idx="53">
                  <c:v>11870</c:v>
                </c:pt>
                <c:pt idx="54">
                  <c:v>11901</c:v>
                </c:pt>
                <c:pt idx="55">
                  <c:v>11932</c:v>
                </c:pt>
                <c:pt idx="56">
                  <c:v>11962</c:v>
                </c:pt>
                <c:pt idx="57">
                  <c:v>11993</c:v>
                </c:pt>
                <c:pt idx="58">
                  <c:v>12023</c:v>
                </c:pt>
                <c:pt idx="59">
                  <c:v>12054</c:v>
                </c:pt>
                <c:pt idx="60">
                  <c:v>12085</c:v>
                </c:pt>
                <c:pt idx="61">
                  <c:v>12113</c:v>
                </c:pt>
                <c:pt idx="62">
                  <c:v>12144</c:v>
                </c:pt>
                <c:pt idx="63">
                  <c:v>12174</c:v>
                </c:pt>
                <c:pt idx="64">
                  <c:v>12205</c:v>
                </c:pt>
                <c:pt idx="65">
                  <c:v>12235</c:v>
                </c:pt>
                <c:pt idx="66">
                  <c:v>12266</c:v>
                </c:pt>
                <c:pt idx="67">
                  <c:v>12297</c:v>
                </c:pt>
                <c:pt idx="68">
                  <c:v>12327</c:v>
                </c:pt>
                <c:pt idx="69">
                  <c:v>12358</c:v>
                </c:pt>
                <c:pt idx="70">
                  <c:v>12388</c:v>
                </c:pt>
                <c:pt idx="71">
                  <c:v>12419</c:v>
                </c:pt>
                <c:pt idx="72">
                  <c:v>12450</c:v>
                </c:pt>
                <c:pt idx="73">
                  <c:v>12478</c:v>
                </c:pt>
                <c:pt idx="74">
                  <c:v>12509</c:v>
                </c:pt>
                <c:pt idx="75">
                  <c:v>12539</c:v>
                </c:pt>
                <c:pt idx="76">
                  <c:v>12570</c:v>
                </c:pt>
                <c:pt idx="77">
                  <c:v>12600</c:v>
                </c:pt>
                <c:pt idx="78">
                  <c:v>12631</c:v>
                </c:pt>
                <c:pt idx="79">
                  <c:v>12662</c:v>
                </c:pt>
                <c:pt idx="80">
                  <c:v>12692</c:v>
                </c:pt>
                <c:pt idx="81">
                  <c:v>12723</c:v>
                </c:pt>
                <c:pt idx="82">
                  <c:v>12753</c:v>
                </c:pt>
                <c:pt idx="83">
                  <c:v>12784</c:v>
                </c:pt>
                <c:pt idx="84">
                  <c:v>12815</c:v>
                </c:pt>
                <c:pt idx="85">
                  <c:v>12843</c:v>
                </c:pt>
                <c:pt idx="86">
                  <c:v>12874</c:v>
                </c:pt>
                <c:pt idx="87">
                  <c:v>12904</c:v>
                </c:pt>
                <c:pt idx="88">
                  <c:v>12935</c:v>
                </c:pt>
                <c:pt idx="89">
                  <c:v>12965</c:v>
                </c:pt>
                <c:pt idx="90">
                  <c:v>12996</c:v>
                </c:pt>
                <c:pt idx="91">
                  <c:v>13027</c:v>
                </c:pt>
                <c:pt idx="92">
                  <c:v>13057</c:v>
                </c:pt>
                <c:pt idx="93">
                  <c:v>13088</c:v>
                </c:pt>
                <c:pt idx="94">
                  <c:v>13118</c:v>
                </c:pt>
                <c:pt idx="95">
                  <c:v>13149</c:v>
                </c:pt>
                <c:pt idx="96">
                  <c:v>13180</c:v>
                </c:pt>
                <c:pt idx="97">
                  <c:v>13209</c:v>
                </c:pt>
                <c:pt idx="98">
                  <c:v>13240</c:v>
                </c:pt>
                <c:pt idx="99">
                  <c:v>13270</c:v>
                </c:pt>
                <c:pt idx="100">
                  <c:v>13301</c:v>
                </c:pt>
                <c:pt idx="101">
                  <c:v>13331</c:v>
                </c:pt>
                <c:pt idx="102">
                  <c:v>13362</c:v>
                </c:pt>
                <c:pt idx="103">
                  <c:v>13393</c:v>
                </c:pt>
                <c:pt idx="104">
                  <c:v>13423</c:v>
                </c:pt>
                <c:pt idx="105">
                  <c:v>13454</c:v>
                </c:pt>
                <c:pt idx="106">
                  <c:v>13484</c:v>
                </c:pt>
                <c:pt idx="107">
                  <c:v>13515</c:v>
                </c:pt>
                <c:pt idx="108">
                  <c:v>13546</c:v>
                </c:pt>
                <c:pt idx="109">
                  <c:v>13574</c:v>
                </c:pt>
                <c:pt idx="110">
                  <c:v>13605</c:v>
                </c:pt>
                <c:pt idx="111">
                  <c:v>13635</c:v>
                </c:pt>
                <c:pt idx="112">
                  <c:v>13666</c:v>
                </c:pt>
                <c:pt idx="113">
                  <c:v>13696</c:v>
                </c:pt>
                <c:pt idx="114">
                  <c:v>13727</c:v>
                </c:pt>
                <c:pt idx="115">
                  <c:v>13758</c:v>
                </c:pt>
                <c:pt idx="116">
                  <c:v>13788</c:v>
                </c:pt>
                <c:pt idx="117">
                  <c:v>13819</c:v>
                </c:pt>
                <c:pt idx="118">
                  <c:v>13849</c:v>
                </c:pt>
                <c:pt idx="119">
                  <c:v>13880</c:v>
                </c:pt>
                <c:pt idx="120">
                  <c:v>13911</c:v>
                </c:pt>
                <c:pt idx="121">
                  <c:v>13939</c:v>
                </c:pt>
                <c:pt idx="122">
                  <c:v>13970</c:v>
                </c:pt>
                <c:pt idx="123">
                  <c:v>14000</c:v>
                </c:pt>
                <c:pt idx="124">
                  <c:v>14031</c:v>
                </c:pt>
                <c:pt idx="125">
                  <c:v>14061</c:v>
                </c:pt>
                <c:pt idx="126">
                  <c:v>14092</c:v>
                </c:pt>
                <c:pt idx="127">
                  <c:v>14123</c:v>
                </c:pt>
                <c:pt idx="128">
                  <c:v>14153</c:v>
                </c:pt>
                <c:pt idx="129">
                  <c:v>14184</c:v>
                </c:pt>
                <c:pt idx="130">
                  <c:v>14214</c:v>
                </c:pt>
                <c:pt idx="131">
                  <c:v>14245</c:v>
                </c:pt>
                <c:pt idx="132">
                  <c:v>14276</c:v>
                </c:pt>
                <c:pt idx="133">
                  <c:v>14304</c:v>
                </c:pt>
                <c:pt idx="134">
                  <c:v>14335</c:v>
                </c:pt>
                <c:pt idx="135">
                  <c:v>14365</c:v>
                </c:pt>
                <c:pt idx="136">
                  <c:v>14396</c:v>
                </c:pt>
                <c:pt idx="137">
                  <c:v>14426</c:v>
                </c:pt>
                <c:pt idx="138">
                  <c:v>14457</c:v>
                </c:pt>
                <c:pt idx="139">
                  <c:v>14488</c:v>
                </c:pt>
                <c:pt idx="140">
                  <c:v>14518</c:v>
                </c:pt>
                <c:pt idx="141">
                  <c:v>14549</c:v>
                </c:pt>
                <c:pt idx="142">
                  <c:v>14579</c:v>
                </c:pt>
                <c:pt idx="143">
                  <c:v>14610</c:v>
                </c:pt>
                <c:pt idx="144">
                  <c:v>14641</c:v>
                </c:pt>
                <c:pt idx="145">
                  <c:v>14670</c:v>
                </c:pt>
                <c:pt idx="146">
                  <c:v>14701</c:v>
                </c:pt>
                <c:pt idx="147">
                  <c:v>14731</c:v>
                </c:pt>
                <c:pt idx="148">
                  <c:v>14762</c:v>
                </c:pt>
                <c:pt idx="149">
                  <c:v>14792</c:v>
                </c:pt>
                <c:pt idx="150">
                  <c:v>14823</c:v>
                </c:pt>
                <c:pt idx="151">
                  <c:v>14854</c:v>
                </c:pt>
                <c:pt idx="152">
                  <c:v>14884</c:v>
                </c:pt>
                <c:pt idx="153">
                  <c:v>14915</c:v>
                </c:pt>
                <c:pt idx="154">
                  <c:v>14945</c:v>
                </c:pt>
                <c:pt idx="155">
                  <c:v>14976</c:v>
                </c:pt>
                <c:pt idx="156">
                  <c:v>15007</c:v>
                </c:pt>
                <c:pt idx="157">
                  <c:v>15035</c:v>
                </c:pt>
                <c:pt idx="158">
                  <c:v>15066</c:v>
                </c:pt>
                <c:pt idx="159">
                  <c:v>15096</c:v>
                </c:pt>
                <c:pt idx="160">
                  <c:v>15127</c:v>
                </c:pt>
                <c:pt idx="161">
                  <c:v>15157</c:v>
                </c:pt>
                <c:pt idx="162">
                  <c:v>15188</c:v>
                </c:pt>
                <c:pt idx="163">
                  <c:v>15219</c:v>
                </c:pt>
                <c:pt idx="164">
                  <c:v>15249</c:v>
                </c:pt>
                <c:pt idx="165">
                  <c:v>15280</c:v>
                </c:pt>
                <c:pt idx="166">
                  <c:v>15310</c:v>
                </c:pt>
                <c:pt idx="167">
                  <c:v>15341</c:v>
                </c:pt>
                <c:pt idx="168">
                  <c:v>15372</c:v>
                </c:pt>
                <c:pt idx="169">
                  <c:v>15400</c:v>
                </c:pt>
                <c:pt idx="170">
                  <c:v>15431</c:v>
                </c:pt>
                <c:pt idx="171">
                  <c:v>15461</c:v>
                </c:pt>
                <c:pt idx="172">
                  <c:v>15492</c:v>
                </c:pt>
                <c:pt idx="173">
                  <c:v>15522</c:v>
                </c:pt>
                <c:pt idx="174">
                  <c:v>15553</c:v>
                </c:pt>
                <c:pt idx="175">
                  <c:v>15584</c:v>
                </c:pt>
                <c:pt idx="176">
                  <c:v>15614</c:v>
                </c:pt>
                <c:pt idx="177">
                  <c:v>15645</c:v>
                </c:pt>
                <c:pt idx="178">
                  <c:v>15675</c:v>
                </c:pt>
                <c:pt idx="179">
                  <c:v>15706</c:v>
                </c:pt>
                <c:pt idx="180">
                  <c:v>15737</c:v>
                </c:pt>
                <c:pt idx="181">
                  <c:v>15765</c:v>
                </c:pt>
                <c:pt idx="182">
                  <c:v>15796</c:v>
                </c:pt>
                <c:pt idx="183">
                  <c:v>15826</c:v>
                </c:pt>
                <c:pt idx="184">
                  <c:v>15857</c:v>
                </c:pt>
                <c:pt idx="185">
                  <c:v>15887</c:v>
                </c:pt>
                <c:pt idx="186">
                  <c:v>15918</c:v>
                </c:pt>
                <c:pt idx="187">
                  <c:v>15949</c:v>
                </c:pt>
                <c:pt idx="188">
                  <c:v>15979</c:v>
                </c:pt>
                <c:pt idx="189">
                  <c:v>16010</c:v>
                </c:pt>
                <c:pt idx="190">
                  <c:v>16040</c:v>
                </c:pt>
                <c:pt idx="191">
                  <c:v>16071</c:v>
                </c:pt>
                <c:pt idx="192">
                  <c:v>16102</c:v>
                </c:pt>
                <c:pt idx="193">
                  <c:v>16131</c:v>
                </c:pt>
                <c:pt idx="194">
                  <c:v>16162</c:v>
                </c:pt>
                <c:pt idx="195">
                  <c:v>16192</c:v>
                </c:pt>
                <c:pt idx="196">
                  <c:v>16223</c:v>
                </c:pt>
                <c:pt idx="197">
                  <c:v>16253</c:v>
                </c:pt>
                <c:pt idx="198">
                  <c:v>16284</c:v>
                </c:pt>
                <c:pt idx="199">
                  <c:v>16315</c:v>
                </c:pt>
                <c:pt idx="200">
                  <c:v>16345</c:v>
                </c:pt>
                <c:pt idx="201">
                  <c:v>16376</c:v>
                </c:pt>
                <c:pt idx="202">
                  <c:v>16406</c:v>
                </c:pt>
                <c:pt idx="203">
                  <c:v>16437</c:v>
                </c:pt>
                <c:pt idx="204">
                  <c:v>16468</c:v>
                </c:pt>
                <c:pt idx="205">
                  <c:v>16496</c:v>
                </c:pt>
                <c:pt idx="206">
                  <c:v>16527</c:v>
                </c:pt>
                <c:pt idx="207">
                  <c:v>16557</c:v>
                </c:pt>
                <c:pt idx="208">
                  <c:v>16588</c:v>
                </c:pt>
                <c:pt idx="209">
                  <c:v>16618</c:v>
                </c:pt>
                <c:pt idx="210">
                  <c:v>16649</c:v>
                </c:pt>
                <c:pt idx="211">
                  <c:v>16680</c:v>
                </c:pt>
                <c:pt idx="212">
                  <c:v>16710</c:v>
                </c:pt>
                <c:pt idx="213">
                  <c:v>16741</c:v>
                </c:pt>
                <c:pt idx="214">
                  <c:v>16771</c:v>
                </c:pt>
                <c:pt idx="215">
                  <c:v>16802</c:v>
                </c:pt>
                <c:pt idx="216">
                  <c:v>16833</c:v>
                </c:pt>
                <c:pt idx="217">
                  <c:v>16861</c:v>
                </c:pt>
                <c:pt idx="218">
                  <c:v>16892</c:v>
                </c:pt>
                <c:pt idx="219">
                  <c:v>16922</c:v>
                </c:pt>
                <c:pt idx="220">
                  <c:v>16953</c:v>
                </c:pt>
                <c:pt idx="221">
                  <c:v>16983</c:v>
                </c:pt>
                <c:pt idx="222">
                  <c:v>17014</c:v>
                </c:pt>
                <c:pt idx="223">
                  <c:v>17045</c:v>
                </c:pt>
                <c:pt idx="224">
                  <c:v>17075</c:v>
                </c:pt>
                <c:pt idx="225">
                  <c:v>17106</c:v>
                </c:pt>
                <c:pt idx="226">
                  <c:v>17136</c:v>
                </c:pt>
                <c:pt idx="227">
                  <c:v>17167</c:v>
                </c:pt>
                <c:pt idx="228">
                  <c:v>17198</c:v>
                </c:pt>
                <c:pt idx="229">
                  <c:v>17226</c:v>
                </c:pt>
                <c:pt idx="230">
                  <c:v>17257</c:v>
                </c:pt>
                <c:pt idx="231">
                  <c:v>17287</c:v>
                </c:pt>
                <c:pt idx="232">
                  <c:v>17318</c:v>
                </c:pt>
                <c:pt idx="233">
                  <c:v>17348</c:v>
                </c:pt>
                <c:pt idx="234">
                  <c:v>17379</c:v>
                </c:pt>
                <c:pt idx="235">
                  <c:v>17410</c:v>
                </c:pt>
                <c:pt idx="236">
                  <c:v>17440</c:v>
                </c:pt>
                <c:pt idx="237">
                  <c:v>17471</c:v>
                </c:pt>
                <c:pt idx="238">
                  <c:v>17501</c:v>
                </c:pt>
                <c:pt idx="239">
                  <c:v>17532</c:v>
                </c:pt>
                <c:pt idx="240">
                  <c:v>17563</c:v>
                </c:pt>
                <c:pt idx="241">
                  <c:v>17592</c:v>
                </c:pt>
                <c:pt idx="242">
                  <c:v>17623</c:v>
                </c:pt>
                <c:pt idx="243">
                  <c:v>17653</c:v>
                </c:pt>
                <c:pt idx="244">
                  <c:v>17684</c:v>
                </c:pt>
                <c:pt idx="245">
                  <c:v>17714</c:v>
                </c:pt>
                <c:pt idx="246">
                  <c:v>17745</c:v>
                </c:pt>
                <c:pt idx="247">
                  <c:v>17776</c:v>
                </c:pt>
                <c:pt idx="248">
                  <c:v>17806</c:v>
                </c:pt>
                <c:pt idx="249">
                  <c:v>17837</c:v>
                </c:pt>
                <c:pt idx="250">
                  <c:v>17867</c:v>
                </c:pt>
                <c:pt idx="251">
                  <c:v>17898</c:v>
                </c:pt>
                <c:pt idx="252">
                  <c:v>17929</c:v>
                </c:pt>
                <c:pt idx="253">
                  <c:v>17957</c:v>
                </c:pt>
                <c:pt idx="254">
                  <c:v>17988</c:v>
                </c:pt>
                <c:pt idx="255">
                  <c:v>18018</c:v>
                </c:pt>
                <c:pt idx="256">
                  <c:v>18049</c:v>
                </c:pt>
                <c:pt idx="257">
                  <c:v>18079</c:v>
                </c:pt>
                <c:pt idx="258">
                  <c:v>18110</c:v>
                </c:pt>
                <c:pt idx="259">
                  <c:v>18141</c:v>
                </c:pt>
                <c:pt idx="260">
                  <c:v>18171</c:v>
                </c:pt>
                <c:pt idx="261">
                  <c:v>18202</c:v>
                </c:pt>
                <c:pt idx="262">
                  <c:v>18232</c:v>
                </c:pt>
                <c:pt idx="263">
                  <c:v>18263</c:v>
                </c:pt>
                <c:pt idx="264">
                  <c:v>18294</c:v>
                </c:pt>
                <c:pt idx="265">
                  <c:v>18322</c:v>
                </c:pt>
                <c:pt idx="266">
                  <c:v>18353</c:v>
                </c:pt>
                <c:pt idx="267">
                  <c:v>18383</c:v>
                </c:pt>
                <c:pt idx="268">
                  <c:v>18414</c:v>
                </c:pt>
                <c:pt idx="269">
                  <c:v>18444</c:v>
                </c:pt>
                <c:pt idx="270">
                  <c:v>18475</c:v>
                </c:pt>
                <c:pt idx="271">
                  <c:v>18506</c:v>
                </c:pt>
                <c:pt idx="272">
                  <c:v>18536</c:v>
                </c:pt>
                <c:pt idx="273">
                  <c:v>18567</c:v>
                </c:pt>
                <c:pt idx="274">
                  <c:v>18597</c:v>
                </c:pt>
                <c:pt idx="275">
                  <c:v>18628</c:v>
                </c:pt>
                <c:pt idx="276">
                  <c:v>18659</c:v>
                </c:pt>
                <c:pt idx="277">
                  <c:v>18687</c:v>
                </c:pt>
                <c:pt idx="278">
                  <c:v>18718</c:v>
                </c:pt>
                <c:pt idx="279">
                  <c:v>18748</c:v>
                </c:pt>
                <c:pt idx="280">
                  <c:v>18779</c:v>
                </c:pt>
                <c:pt idx="281">
                  <c:v>18809</c:v>
                </c:pt>
                <c:pt idx="282">
                  <c:v>18840</c:v>
                </c:pt>
                <c:pt idx="283">
                  <c:v>18871</c:v>
                </c:pt>
                <c:pt idx="284">
                  <c:v>18901</c:v>
                </c:pt>
                <c:pt idx="285">
                  <c:v>18932</c:v>
                </c:pt>
                <c:pt idx="286">
                  <c:v>18962</c:v>
                </c:pt>
                <c:pt idx="287">
                  <c:v>18993</c:v>
                </c:pt>
                <c:pt idx="288">
                  <c:v>19024</c:v>
                </c:pt>
                <c:pt idx="289">
                  <c:v>19053</c:v>
                </c:pt>
                <c:pt idx="290">
                  <c:v>19084</c:v>
                </c:pt>
                <c:pt idx="291">
                  <c:v>19114</c:v>
                </c:pt>
                <c:pt idx="292">
                  <c:v>19145</c:v>
                </c:pt>
                <c:pt idx="293">
                  <c:v>19175</c:v>
                </c:pt>
                <c:pt idx="294">
                  <c:v>19206</c:v>
                </c:pt>
                <c:pt idx="295">
                  <c:v>19237</c:v>
                </c:pt>
                <c:pt idx="296">
                  <c:v>19267</c:v>
                </c:pt>
                <c:pt idx="297">
                  <c:v>19298</c:v>
                </c:pt>
                <c:pt idx="298">
                  <c:v>19328</c:v>
                </c:pt>
                <c:pt idx="299">
                  <c:v>19359</c:v>
                </c:pt>
                <c:pt idx="300">
                  <c:v>19390</c:v>
                </c:pt>
                <c:pt idx="301">
                  <c:v>19418</c:v>
                </c:pt>
                <c:pt idx="302">
                  <c:v>19449</c:v>
                </c:pt>
                <c:pt idx="303">
                  <c:v>19479</c:v>
                </c:pt>
                <c:pt idx="304">
                  <c:v>19510</c:v>
                </c:pt>
                <c:pt idx="305">
                  <c:v>19540</c:v>
                </c:pt>
                <c:pt idx="306">
                  <c:v>19571</c:v>
                </c:pt>
                <c:pt idx="307">
                  <c:v>19602</c:v>
                </c:pt>
                <c:pt idx="308">
                  <c:v>19632</c:v>
                </c:pt>
                <c:pt idx="309">
                  <c:v>19663</c:v>
                </c:pt>
                <c:pt idx="310">
                  <c:v>19693</c:v>
                </c:pt>
                <c:pt idx="311">
                  <c:v>19724</c:v>
                </c:pt>
                <c:pt idx="312">
                  <c:v>19755</c:v>
                </c:pt>
                <c:pt idx="313">
                  <c:v>19783</c:v>
                </c:pt>
                <c:pt idx="314">
                  <c:v>19814</c:v>
                </c:pt>
                <c:pt idx="315">
                  <c:v>19844</c:v>
                </c:pt>
                <c:pt idx="316">
                  <c:v>19875</c:v>
                </c:pt>
                <c:pt idx="317">
                  <c:v>19905</c:v>
                </c:pt>
                <c:pt idx="318">
                  <c:v>19936</c:v>
                </c:pt>
                <c:pt idx="319">
                  <c:v>19967</c:v>
                </c:pt>
                <c:pt idx="320">
                  <c:v>19997</c:v>
                </c:pt>
                <c:pt idx="321">
                  <c:v>20028</c:v>
                </c:pt>
                <c:pt idx="322">
                  <c:v>20058</c:v>
                </c:pt>
                <c:pt idx="323">
                  <c:v>20089</c:v>
                </c:pt>
                <c:pt idx="324">
                  <c:v>20120</c:v>
                </c:pt>
                <c:pt idx="325">
                  <c:v>20148</c:v>
                </c:pt>
                <c:pt idx="326">
                  <c:v>20179</c:v>
                </c:pt>
                <c:pt idx="327">
                  <c:v>20209</c:v>
                </c:pt>
                <c:pt idx="328">
                  <c:v>20240</c:v>
                </c:pt>
                <c:pt idx="329">
                  <c:v>20270</c:v>
                </c:pt>
                <c:pt idx="330">
                  <c:v>20301</c:v>
                </c:pt>
                <c:pt idx="331">
                  <c:v>20332</c:v>
                </c:pt>
                <c:pt idx="332">
                  <c:v>20362</c:v>
                </c:pt>
                <c:pt idx="333">
                  <c:v>20393</c:v>
                </c:pt>
                <c:pt idx="334">
                  <c:v>20423</c:v>
                </c:pt>
                <c:pt idx="335">
                  <c:v>20454</c:v>
                </c:pt>
                <c:pt idx="336">
                  <c:v>20485</c:v>
                </c:pt>
                <c:pt idx="337">
                  <c:v>20514</c:v>
                </c:pt>
                <c:pt idx="338">
                  <c:v>20545</c:v>
                </c:pt>
                <c:pt idx="339">
                  <c:v>20575</c:v>
                </c:pt>
                <c:pt idx="340">
                  <c:v>20606</c:v>
                </c:pt>
                <c:pt idx="341">
                  <c:v>20636</c:v>
                </c:pt>
                <c:pt idx="342">
                  <c:v>20667</c:v>
                </c:pt>
                <c:pt idx="343">
                  <c:v>20698</c:v>
                </c:pt>
                <c:pt idx="344">
                  <c:v>20728</c:v>
                </c:pt>
                <c:pt idx="345">
                  <c:v>20759</c:v>
                </c:pt>
                <c:pt idx="346">
                  <c:v>20789</c:v>
                </c:pt>
                <c:pt idx="347">
                  <c:v>20820</c:v>
                </c:pt>
                <c:pt idx="348">
                  <c:v>20851</c:v>
                </c:pt>
                <c:pt idx="349">
                  <c:v>20879</c:v>
                </c:pt>
                <c:pt idx="350">
                  <c:v>20910</c:v>
                </c:pt>
                <c:pt idx="351">
                  <c:v>20940</c:v>
                </c:pt>
                <c:pt idx="352">
                  <c:v>20971</c:v>
                </c:pt>
                <c:pt idx="353">
                  <c:v>21001</c:v>
                </c:pt>
                <c:pt idx="354">
                  <c:v>21032</c:v>
                </c:pt>
                <c:pt idx="355">
                  <c:v>21063</c:v>
                </c:pt>
                <c:pt idx="356">
                  <c:v>21093</c:v>
                </c:pt>
                <c:pt idx="357">
                  <c:v>21124</c:v>
                </c:pt>
                <c:pt idx="358">
                  <c:v>21154</c:v>
                </c:pt>
                <c:pt idx="359">
                  <c:v>21185</c:v>
                </c:pt>
                <c:pt idx="360">
                  <c:v>21216</c:v>
                </c:pt>
                <c:pt idx="361">
                  <c:v>21244</c:v>
                </c:pt>
                <c:pt idx="362">
                  <c:v>21275</c:v>
                </c:pt>
                <c:pt idx="363">
                  <c:v>21305</c:v>
                </c:pt>
                <c:pt idx="364">
                  <c:v>21336</c:v>
                </c:pt>
                <c:pt idx="365">
                  <c:v>21366</c:v>
                </c:pt>
                <c:pt idx="366">
                  <c:v>21397</c:v>
                </c:pt>
                <c:pt idx="367">
                  <c:v>21428</c:v>
                </c:pt>
                <c:pt idx="368">
                  <c:v>21458</c:v>
                </c:pt>
                <c:pt idx="369">
                  <c:v>21489</c:v>
                </c:pt>
                <c:pt idx="370">
                  <c:v>21519</c:v>
                </c:pt>
                <c:pt idx="371">
                  <c:v>21550</c:v>
                </c:pt>
                <c:pt idx="372">
                  <c:v>21581</c:v>
                </c:pt>
                <c:pt idx="373">
                  <c:v>21609</c:v>
                </c:pt>
                <c:pt idx="374">
                  <c:v>21640</c:v>
                </c:pt>
                <c:pt idx="375">
                  <c:v>21670</c:v>
                </c:pt>
                <c:pt idx="376">
                  <c:v>21701</c:v>
                </c:pt>
                <c:pt idx="377">
                  <c:v>21731</c:v>
                </c:pt>
                <c:pt idx="378">
                  <c:v>21762</c:v>
                </c:pt>
                <c:pt idx="379">
                  <c:v>21793</c:v>
                </c:pt>
                <c:pt idx="380">
                  <c:v>21823</c:v>
                </c:pt>
                <c:pt idx="381">
                  <c:v>21854</c:v>
                </c:pt>
                <c:pt idx="382">
                  <c:v>21884</c:v>
                </c:pt>
                <c:pt idx="383">
                  <c:v>21915</c:v>
                </c:pt>
                <c:pt idx="384">
                  <c:v>21946</c:v>
                </c:pt>
                <c:pt idx="385">
                  <c:v>21975</c:v>
                </c:pt>
                <c:pt idx="386">
                  <c:v>22006</c:v>
                </c:pt>
                <c:pt idx="387">
                  <c:v>22036</c:v>
                </c:pt>
                <c:pt idx="388">
                  <c:v>22067</c:v>
                </c:pt>
                <c:pt idx="389">
                  <c:v>22097</c:v>
                </c:pt>
                <c:pt idx="390">
                  <c:v>22128</c:v>
                </c:pt>
                <c:pt idx="391">
                  <c:v>22159</c:v>
                </c:pt>
                <c:pt idx="392">
                  <c:v>22189</c:v>
                </c:pt>
                <c:pt idx="393">
                  <c:v>22220</c:v>
                </c:pt>
                <c:pt idx="394">
                  <c:v>22250</c:v>
                </c:pt>
                <c:pt idx="395">
                  <c:v>22281</c:v>
                </c:pt>
                <c:pt idx="396">
                  <c:v>22312</c:v>
                </c:pt>
                <c:pt idx="397">
                  <c:v>22340</c:v>
                </c:pt>
                <c:pt idx="398">
                  <c:v>22371</c:v>
                </c:pt>
                <c:pt idx="399">
                  <c:v>22401</c:v>
                </c:pt>
                <c:pt idx="400">
                  <c:v>22432</c:v>
                </c:pt>
                <c:pt idx="401">
                  <c:v>22462</c:v>
                </c:pt>
                <c:pt idx="402">
                  <c:v>22493</c:v>
                </c:pt>
                <c:pt idx="403">
                  <c:v>22524</c:v>
                </c:pt>
                <c:pt idx="404">
                  <c:v>22554</c:v>
                </c:pt>
                <c:pt idx="405">
                  <c:v>22585</c:v>
                </c:pt>
                <c:pt idx="406">
                  <c:v>22615</c:v>
                </c:pt>
                <c:pt idx="407">
                  <c:v>22646</c:v>
                </c:pt>
                <c:pt idx="408">
                  <c:v>22677</c:v>
                </c:pt>
                <c:pt idx="409">
                  <c:v>22705</c:v>
                </c:pt>
                <c:pt idx="410">
                  <c:v>22736</c:v>
                </c:pt>
                <c:pt idx="411">
                  <c:v>22766</c:v>
                </c:pt>
                <c:pt idx="412">
                  <c:v>22797</c:v>
                </c:pt>
                <c:pt idx="413">
                  <c:v>22827</c:v>
                </c:pt>
                <c:pt idx="414">
                  <c:v>22858</c:v>
                </c:pt>
                <c:pt idx="415">
                  <c:v>22889</c:v>
                </c:pt>
                <c:pt idx="416">
                  <c:v>22919</c:v>
                </c:pt>
                <c:pt idx="417">
                  <c:v>22950</c:v>
                </c:pt>
                <c:pt idx="418">
                  <c:v>22980</c:v>
                </c:pt>
                <c:pt idx="419">
                  <c:v>23011</c:v>
                </c:pt>
                <c:pt idx="420">
                  <c:v>23042</c:v>
                </c:pt>
                <c:pt idx="421">
                  <c:v>23070</c:v>
                </c:pt>
                <c:pt idx="422">
                  <c:v>23101</c:v>
                </c:pt>
                <c:pt idx="423">
                  <c:v>23131</c:v>
                </c:pt>
                <c:pt idx="424">
                  <c:v>23162</c:v>
                </c:pt>
                <c:pt idx="425">
                  <c:v>23192</c:v>
                </c:pt>
                <c:pt idx="426">
                  <c:v>23223</c:v>
                </c:pt>
                <c:pt idx="427">
                  <c:v>23254</c:v>
                </c:pt>
                <c:pt idx="428">
                  <c:v>23284</c:v>
                </c:pt>
                <c:pt idx="429">
                  <c:v>23315</c:v>
                </c:pt>
                <c:pt idx="430">
                  <c:v>23345</c:v>
                </c:pt>
                <c:pt idx="431">
                  <c:v>23376</c:v>
                </c:pt>
                <c:pt idx="432">
                  <c:v>23407</c:v>
                </c:pt>
                <c:pt idx="433">
                  <c:v>23436</c:v>
                </c:pt>
                <c:pt idx="434">
                  <c:v>23467</c:v>
                </c:pt>
                <c:pt idx="435">
                  <c:v>23497</c:v>
                </c:pt>
                <c:pt idx="436">
                  <c:v>23528</c:v>
                </c:pt>
                <c:pt idx="437">
                  <c:v>23558</c:v>
                </c:pt>
                <c:pt idx="438">
                  <c:v>23589</c:v>
                </c:pt>
                <c:pt idx="439">
                  <c:v>23620</c:v>
                </c:pt>
                <c:pt idx="440">
                  <c:v>23650</c:v>
                </c:pt>
                <c:pt idx="441">
                  <c:v>23681</c:v>
                </c:pt>
                <c:pt idx="442">
                  <c:v>23711</c:v>
                </c:pt>
                <c:pt idx="443">
                  <c:v>23742</c:v>
                </c:pt>
                <c:pt idx="444">
                  <c:v>23773</c:v>
                </c:pt>
                <c:pt idx="445">
                  <c:v>23801</c:v>
                </c:pt>
                <c:pt idx="446">
                  <c:v>23832</c:v>
                </c:pt>
                <c:pt idx="447">
                  <c:v>23862</c:v>
                </c:pt>
                <c:pt idx="448">
                  <c:v>23893</c:v>
                </c:pt>
                <c:pt idx="449">
                  <c:v>23923</c:v>
                </c:pt>
                <c:pt idx="450">
                  <c:v>23954</c:v>
                </c:pt>
                <c:pt idx="451">
                  <c:v>23985</c:v>
                </c:pt>
                <c:pt idx="452">
                  <c:v>24015</c:v>
                </c:pt>
                <c:pt idx="453">
                  <c:v>24046</c:v>
                </c:pt>
                <c:pt idx="454">
                  <c:v>24076</c:v>
                </c:pt>
                <c:pt idx="455">
                  <c:v>24107</c:v>
                </c:pt>
                <c:pt idx="456">
                  <c:v>24138</c:v>
                </c:pt>
                <c:pt idx="457">
                  <c:v>24166</c:v>
                </c:pt>
                <c:pt idx="458">
                  <c:v>24197</c:v>
                </c:pt>
                <c:pt idx="459">
                  <c:v>24227</c:v>
                </c:pt>
                <c:pt idx="460">
                  <c:v>24258</c:v>
                </c:pt>
                <c:pt idx="461">
                  <c:v>24288</c:v>
                </c:pt>
                <c:pt idx="462">
                  <c:v>24319</c:v>
                </c:pt>
                <c:pt idx="463">
                  <c:v>24350</c:v>
                </c:pt>
                <c:pt idx="464">
                  <c:v>24380</c:v>
                </c:pt>
                <c:pt idx="465">
                  <c:v>24411</c:v>
                </c:pt>
                <c:pt idx="466">
                  <c:v>24441</c:v>
                </c:pt>
                <c:pt idx="467">
                  <c:v>24472</c:v>
                </c:pt>
                <c:pt idx="468">
                  <c:v>24503</c:v>
                </c:pt>
                <c:pt idx="469">
                  <c:v>24531</c:v>
                </c:pt>
                <c:pt idx="470">
                  <c:v>24562</c:v>
                </c:pt>
                <c:pt idx="471">
                  <c:v>24592</c:v>
                </c:pt>
                <c:pt idx="472">
                  <c:v>24623</c:v>
                </c:pt>
                <c:pt idx="473">
                  <c:v>24653</c:v>
                </c:pt>
                <c:pt idx="474">
                  <c:v>24684</c:v>
                </c:pt>
                <c:pt idx="475">
                  <c:v>24715</c:v>
                </c:pt>
                <c:pt idx="476">
                  <c:v>24745</c:v>
                </c:pt>
                <c:pt idx="477">
                  <c:v>24776</c:v>
                </c:pt>
                <c:pt idx="478">
                  <c:v>24806</c:v>
                </c:pt>
                <c:pt idx="479">
                  <c:v>24837</c:v>
                </c:pt>
                <c:pt idx="480">
                  <c:v>24868</c:v>
                </c:pt>
                <c:pt idx="481">
                  <c:v>24897</c:v>
                </c:pt>
                <c:pt idx="482">
                  <c:v>24928</c:v>
                </c:pt>
                <c:pt idx="483">
                  <c:v>24958</c:v>
                </c:pt>
                <c:pt idx="484">
                  <c:v>24989</c:v>
                </c:pt>
                <c:pt idx="485">
                  <c:v>25019</c:v>
                </c:pt>
                <c:pt idx="486">
                  <c:v>25050</c:v>
                </c:pt>
                <c:pt idx="487">
                  <c:v>25081</c:v>
                </c:pt>
                <c:pt idx="488">
                  <c:v>25111</c:v>
                </c:pt>
                <c:pt idx="489">
                  <c:v>25142</c:v>
                </c:pt>
                <c:pt idx="490">
                  <c:v>25172</c:v>
                </c:pt>
                <c:pt idx="491">
                  <c:v>25203</c:v>
                </c:pt>
                <c:pt idx="492">
                  <c:v>25234</c:v>
                </c:pt>
                <c:pt idx="493">
                  <c:v>25262</c:v>
                </c:pt>
                <c:pt idx="494">
                  <c:v>25293</c:v>
                </c:pt>
                <c:pt idx="495">
                  <c:v>25323</c:v>
                </c:pt>
                <c:pt idx="496">
                  <c:v>25354</c:v>
                </c:pt>
                <c:pt idx="497">
                  <c:v>25384</c:v>
                </c:pt>
                <c:pt idx="498">
                  <c:v>25415</c:v>
                </c:pt>
                <c:pt idx="499">
                  <c:v>25446</c:v>
                </c:pt>
                <c:pt idx="500">
                  <c:v>25476</c:v>
                </c:pt>
                <c:pt idx="501">
                  <c:v>25507</c:v>
                </c:pt>
                <c:pt idx="502">
                  <c:v>25537</c:v>
                </c:pt>
                <c:pt idx="503">
                  <c:v>25568</c:v>
                </c:pt>
                <c:pt idx="504">
                  <c:v>25599</c:v>
                </c:pt>
                <c:pt idx="505">
                  <c:v>25627</c:v>
                </c:pt>
                <c:pt idx="506">
                  <c:v>25658</c:v>
                </c:pt>
                <c:pt idx="507">
                  <c:v>25688</c:v>
                </c:pt>
                <c:pt idx="508">
                  <c:v>25719</c:v>
                </c:pt>
                <c:pt idx="509">
                  <c:v>25749</c:v>
                </c:pt>
                <c:pt idx="510">
                  <c:v>25780</c:v>
                </c:pt>
                <c:pt idx="511">
                  <c:v>25811</c:v>
                </c:pt>
                <c:pt idx="512">
                  <c:v>25841</c:v>
                </c:pt>
                <c:pt idx="513">
                  <c:v>25872</c:v>
                </c:pt>
                <c:pt idx="514">
                  <c:v>25902</c:v>
                </c:pt>
                <c:pt idx="515">
                  <c:v>25933</c:v>
                </c:pt>
                <c:pt idx="516">
                  <c:v>25964</c:v>
                </c:pt>
                <c:pt idx="517">
                  <c:v>25992</c:v>
                </c:pt>
                <c:pt idx="518">
                  <c:v>26023</c:v>
                </c:pt>
                <c:pt idx="519">
                  <c:v>26053</c:v>
                </c:pt>
                <c:pt idx="520">
                  <c:v>26084</c:v>
                </c:pt>
                <c:pt idx="521">
                  <c:v>26114</c:v>
                </c:pt>
                <c:pt idx="522">
                  <c:v>26145</c:v>
                </c:pt>
                <c:pt idx="523">
                  <c:v>26176</c:v>
                </c:pt>
                <c:pt idx="524">
                  <c:v>26206</c:v>
                </c:pt>
                <c:pt idx="525">
                  <c:v>26237</c:v>
                </c:pt>
                <c:pt idx="526">
                  <c:v>26267</c:v>
                </c:pt>
                <c:pt idx="527">
                  <c:v>26298</c:v>
                </c:pt>
                <c:pt idx="528">
                  <c:v>26329</c:v>
                </c:pt>
                <c:pt idx="529">
                  <c:v>26358</c:v>
                </c:pt>
                <c:pt idx="530">
                  <c:v>26389</c:v>
                </c:pt>
                <c:pt idx="531">
                  <c:v>26419</c:v>
                </c:pt>
                <c:pt idx="532">
                  <c:v>26450</c:v>
                </c:pt>
                <c:pt idx="533">
                  <c:v>26480</c:v>
                </c:pt>
                <c:pt idx="534">
                  <c:v>26511</c:v>
                </c:pt>
                <c:pt idx="535">
                  <c:v>26542</c:v>
                </c:pt>
                <c:pt idx="536">
                  <c:v>26572</c:v>
                </c:pt>
                <c:pt idx="537">
                  <c:v>26603</c:v>
                </c:pt>
                <c:pt idx="538">
                  <c:v>26633</c:v>
                </c:pt>
                <c:pt idx="539">
                  <c:v>26664</c:v>
                </c:pt>
                <c:pt idx="540">
                  <c:v>26695</c:v>
                </c:pt>
                <c:pt idx="541">
                  <c:v>26723</c:v>
                </c:pt>
                <c:pt idx="542">
                  <c:v>26754</c:v>
                </c:pt>
                <c:pt idx="543">
                  <c:v>26784</c:v>
                </c:pt>
                <c:pt idx="544">
                  <c:v>26815</c:v>
                </c:pt>
                <c:pt idx="545">
                  <c:v>26845</c:v>
                </c:pt>
                <c:pt idx="546">
                  <c:v>26876</c:v>
                </c:pt>
                <c:pt idx="547">
                  <c:v>26907</c:v>
                </c:pt>
                <c:pt idx="548">
                  <c:v>26937</c:v>
                </c:pt>
                <c:pt idx="549">
                  <c:v>26968</c:v>
                </c:pt>
                <c:pt idx="550">
                  <c:v>26998</c:v>
                </c:pt>
                <c:pt idx="551">
                  <c:v>27029</c:v>
                </c:pt>
                <c:pt idx="552">
                  <c:v>27060</c:v>
                </c:pt>
                <c:pt idx="553">
                  <c:v>27088</c:v>
                </c:pt>
                <c:pt idx="554">
                  <c:v>27119</c:v>
                </c:pt>
                <c:pt idx="555">
                  <c:v>27149</c:v>
                </c:pt>
                <c:pt idx="556">
                  <c:v>27180</c:v>
                </c:pt>
                <c:pt idx="557">
                  <c:v>27210</c:v>
                </c:pt>
                <c:pt idx="558">
                  <c:v>27241</c:v>
                </c:pt>
                <c:pt idx="559">
                  <c:v>27272</c:v>
                </c:pt>
                <c:pt idx="560">
                  <c:v>27302</c:v>
                </c:pt>
                <c:pt idx="561">
                  <c:v>27333</c:v>
                </c:pt>
                <c:pt idx="562">
                  <c:v>27363</c:v>
                </c:pt>
                <c:pt idx="563">
                  <c:v>27394</c:v>
                </c:pt>
                <c:pt idx="564">
                  <c:v>27425</c:v>
                </c:pt>
                <c:pt idx="565">
                  <c:v>27453</c:v>
                </c:pt>
                <c:pt idx="566">
                  <c:v>27484</c:v>
                </c:pt>
                <c:pt idx="567">
                  <c:v>27514</c:v>
                </c:pt>
                <c:pt idx="568">
                  <c:v>27545</c:v>
                </c:pt>
                <c:pt idx="569">
                  <c:v>27575</c:v>
                </c:pt>
                <c:pt idx="570">
                  <c:v>27606</c:v>
                </c:pt>
                <c:pt idx="571">
                  <c:v>27637</c:v>
                </c:pt>
                <c:pt idx="572">
                  <c:v>27667</c:v>
                </c:pt>
                <c:pt idx="573">
                  <c:v>27698</c:v>
                </c:pt>
                <c:pt idx="574">
                  <c:v>27728</c:v>
                </c:pt>
                <c:pt idx="575">
                  <c:v>27759</c:v>
                </c:pt>
                <c:pt idx="576">
                  <c:v>27790</c:v>
                </c:pt>
                <c:pt idx="577">
                  <c:v>27819</c:v>
                </c:pt>
                <c:pt idx="578">
                  <c:v>27850</c:v>
                </c:pt>
                <c:pt idx="579">
                  <c:v>27880</c:v>
                </c:pt>
                <c:pt idx="580">
                  <c:v>27911</c:v>
                </c:pt>
                <c:pt idx="581">
                  <c:v>27941</c:v>
                </c:pt>
                <c:pt idx="582">
                  <c:v>27972</c:v>
                </c:pt>
                <c:pt idx="583">
                  <c:v>28003</c:v>
                </c:pt>
                <c:pt idx="584">
                  <c:v>28033</c:v>
                </c:pt>
                <c:pt idx="585">
                  <c:v>28064</c:v>
                </c:pt>
                <c:pt idx="586">
                  <c:v>28094</c:v>
                </c:pt>
                <c:pt idx="587">
                  <c:v>28125</c:v>
                </c:pt>
                <c:pt idx="588">
                  <c:v>28156</c:v>
                </c:pt>
                <c:pt idx="589">
                  <c:v>28184</c:v>
                </c:pt>
                <c:pt idx="590">
                  <c:v>28215</c:v>
                </c:pt>
                <c:pt idx="591">
                  <c:v>28245</c:v>
                </c:pt>
                <c:pt idx="592">
                  <c:v>28276</c:v>
                </c:pt>
                <c:pt idx="593">
                  <c:v>28306</c:v>
                </c:pt>
                <c:pt idx="594">
                  <c:v>28337</c:v>
                </c:pt>
                <c:pt idx="595">
                  <c:v>28368</c:v>
                </c:pt>
                <c:pt idx="596">
                  <c:v>28398</c:v>
                </c:pt>
                <c:pt idx="597">
                  <c:v>28429</c:v>
                </c:pt>
                <c:pt idx="598">
                  <c:v>28459</c:v>
                </c:pt>
                <c:pt idx="599">
                  <c:v>28490</c:v>
                </c:pt>
                <c:pt idx="600">
                  <c:v>28521</c:v>
                </c:pt>
                <c:pt idx="601">
                  <c:v>28549</c:v>
                </c:pt>
                <c:pt idx="602">
                  <c:v>28580</c:v>
                </c:pt>
                <c:pt idx="603">
                  <c:v>28610</c:v>
                </c:pt>
                <c:pt idx="604">
                  <c:v>28641</c:v>
                </c:pt>
                <c:pt idx="605">
                  <c:v>28671</c:v>
                </c:pt>
                <c:pt idx="606">
                  <c:v>28702</c:v>
                </c:pt>
                <c:pt idx="607">
                  <c:v>28733</c:v>
                </c:pt>
                <c:pt idx="608">
                  <c:v>28763</c:v>
                </c:pt>
                <c:pt idx="609">
                  <c:v>28794</c:v>
                </c:pt>
                <c:pt idx="610">
                  <c:v>28824</c:v>
                </c:pt>
                <c:pt idx="611">
                  <c:v>28855</c:v>
                </c:pt>
                <c:pt idx="612">
                  <c:v>28886</c:v>
                </c:pt>
                <c:pt idx="613">
                  <c:v>28914</c:v>
                </c:pt>
                <c:pt idx="614">
                  <c:v>28945</c:v>
                </c:pt>
                <c:pt idx="615">
                  <c:v>28975</c:v>
                </c:pt>
                <c:pt idx="616">
                  <c:v>29006</c:v>
                </c:pt>
                <c:pt idx="617">
                  <c:v>29036</c:v>
                </c:pt>
                <c:pt idx="618">
                  <c:v>29067</c:v>
                </c:pt>
                <c:pt idx="619">
                  <c:v>29098</c:v>
                </c:pt>
                <c:pt idx="620">
                  <c:v>29128</c:v>
                </c:pt>
                <c:pt idx="621">
                  <c:v>29159</c:v>
                </c:pt>
                <c:pt idx="622">
                  <c:v>29189</c:v>
                </c:pt>
                <c:pt idx="623">
                  <c:v>29220</c:v>
                </c:pt>
                <c:pt idx="624">
                  <c:v>29251</c:v>
                </c:pt>
                <c:pt idx="625">
                  <c:v>29280</c:v>
                </c:pt>
                <c:pt idx="626">
                  <c:v>29311</c:v>
                </c:pt>
                <c:pt idx="627">
                  <c:v>29341</c:v>
                </c:pt>
                <c:pt idx="628">
                  <c:v>29372</c:v>
                </c:pt>
                <c:pt idx="629">
                  <c:v>29402</c:v>
                </c:pt>
                <c:pt idx="630">
                  <c:v>29433</c:v>
                </c:pt>
                <c:pt idx="631">
                  <c:v>29464</c:v>
                </c:pt>
                <c:pt idx="632">
                  <c:v>29494</c:v>
                </c:pt>
                <c:pt idx="633">
                  <c:v>29525</c:v>
                </c:pt>
                <c:pt idx="634">
                  <c:v>29555</c:v>
                </c:pt>
                <c:pt idx="635">
                  <c:v>29586</c:v>
                </c:pt>
                <c:pt idx="636">
                  <c:v>29617</c:v>
                </c:pt>
                <c:pt idx="637">
                  <c:v>29645</c:v>
                </c:pt>
                <c:pt idx="638">
                  <c:v>29676</c:v>
                </c:pt>
                <c:pt idx="639">
                  <c:v>29706</c:v>
                </c:pt>
                <c:pt idx="640">
                  <c:v>29737</c:v>
                </c:pt>
                <c:pt idx="641">
                  <c:v>29767</c:v>
                </c:pt>
                <c:pt idx="642">
                  <c:v>29798</c:v>
                </c:pt>
                <c:pt idx="643">
                  <c:v>29829</c:v>
                </c:pt>
                <c:pt idx="644">
                  <c:v>29859</c:v>
                </c:pt>
                <c:pt idx="645">
                  <c:v>29890</c:v>
                </c:pt>
                <c:pt idx="646">
                  <c:v>29920</c:v>
                </c:pt>
                <c:pt idx="647">
                  <c:v>29951</c:v>
                </c:pt>
                <c:pt idx="648">
                  <c:v>29982</c:v>
                </c:pt>
                <c:pt idx="649">
                  <c:v>30010</c:v>
                </c:pt>
                <c:pt idx="650">
                  <c:v>30041</c:v>
                </c:pt>
                <c:pt idx="651">
                  <c:v>30071</c:v>
                </c:pt>
                <c:pt idx="652">
                  <c:v>30102</c:v>
                </c:pt>
                <c:pt idx="653">
                  <c:v>30132</c:v>
                </c:pt>
                <c:pt idx="654">
                  <c:v>30163</c:v>
                </c:pt>
                <c:pt idx="655">
                  <c:v>30194</c:v>
                </c:pt>
                <c:pt idx="656">
                  <c:v>30224</c:v>
                </c:pt>
                <c:pt idx="657">
                  <c:v>30255</c:v>
                </c:pt>
                <c:pt idx="658">
                  <c:v>30285</c:v>
                </c:pt>
                <c:pt idx="659">
                  <c:v>30316</c:v>
                </c:pt>
                <c:pt idx="660">
                  <c:v>30347</c:v>
                </c:pt>
                <c:pt idx="661">
                  <c:v>30375</c:v>
                </c:pt>
                <c:pt idx="662">
                  <c:v>30406</c:v>
                </c:pt>
                <c:pt idx="663">
                  <c:v>30436</c:v>
                </c:pt>
                <c:pt idx="664">
                  <c:v>30467</c:v>
                </c:pt>
                <c:pt idx="665">
                  <c:v>30497</c:v>
                </c:pt>
                <c:pt idx="666">
                  <c:v>30528</c:v>
                </c:pt>
                <c:pt idx="667">
                  <c:v>30559</c:v>
                </c:pt>
                <c:pt idx="668">
                  <c:v>30589</c:v>
                </c:pt>
                <c:pt idx="669">
                  <c:v>30620</c:v>
                </c:pt>
                <c:pt idx="670">
                  <c:v>30650</c:v>
                </c:pt>
                <c:pt idx="671">
                  <c:v>30681</c:v>
                </c:pt>
                <c:pt idx="672">
                  <c:v>30712</c:v>
                </c:pt>
                <c:pt idx="673">
                  <c:v>30741</c:v>
                </c:pt>
                <c:pt idx="674">
                  <c:v>30772</c:v>
                </c:pt>
                <c:pt idx="675">
                  <c:v>30802</c:v>
                </c:pt>
                <c:pt idx="676">
                  <c:v>30833</c:v>
                </c:pt>
                <c:pt idx="677">
                  <c:v>30863</c:v>
                </c:pt>
                <c:pt idx="678">
                  <c:v>30894</c:v>
                </c:pt>
                <c:pt idx="679">
                  <c:v>30925</c:v>
                </c:pt>
                <c:pt idx="680">
                  <c:v>30955</c:v>
                </c:pt>
                <c:pt idx="681">
                  <c:v>30986</c:v>
                </c:pt>
                <c:pt idx="682">
                  <c:v>31016</c:v>
                </c:pt>
                <c:pt idx="683">
                  <c:v>31047</c:v>
                </c:pt>
                <c:pt idx="684">
                  <c:v>31078</c:v>
                </c:pt>
                <c:pt idx="685">
                  <c:v>31106</c:v>
                </c:pt>
                <c:pt idx="686">
                  <c:v>31137</c:v>
                </c:pt>
                <c:pt idx="687">
                  <c:v>31167</c:v>
                </c:pt>
                <c:pt idx="688">
                  <c:v>31198</c:v>
                </c:pt>
                <c:pt idx="689">
                  <c:v>31228</c:v>
                </c:pt>
                <c:pt idx="690">
                  <c:v>31259</c:v>
                </c:pt>
                <c:pt idx="691">
                  <c:v>31290</c:v>
                </c:pt>
                <c:pt idx="692">
                  <c:v>31320</c:v>
                </c:pt>
                <c:pt idx="693">
                  <c:v>31351</c:v>
                </c:pt>
                <c:pt idx="694">
                  <c:v>31381</c:v>
                </c:pt>
                <c:pt idx="695">
                  <c:v>31412</c:v>
                </c:pt>
                <c:pt idx="696">
                  <c:v>31443</c:v>
                </c:pt>
                <c:pt idx="697">
                  <c:v>31471</c:v>
                </c:pt>
                <c:pt idx="698">
                  <c:v>31502</c:v>
                </c:pt>
                <c:pt idx="699">
                  <c:v>31532</c:v>
                </c:pt>
                <c:pt idx="700">
                  <c:v>31563</c:v>
                </c:pt>
                <c:pt idx="701">
                  <c:v>31593</c:v>
                </c:pt>
                <c:pt idx="702">
                  <c:v>31624</c:v>
                </c:pt>
                <c:pt idx="703">
                  <c:v>31655</c:v>
                </c:pt>
                <c:pt idx="704">
                  <c:v>31685</c:v>
                </c:pt>
                <c:pt idx="705">
                  <c:v>31716</c:v>
                </c:pt>
                <c:pt idx="706">
                  <c:v>31746</c:v>
                </c:pt>
                <c:pt idx="707">
                  <c:v>31777</c:v>
                </c:pt>
                <c:pt idx="708">
                  <c:v>31808</c:v>
                </c:pt>
                <c:pt idx="709">
                  <c:v>31836</c:v>
                </c:pt>
                <c:pt idx="710">
                  <c:v>31867</c:v>
                </c:pt>
                <c:pt idx="711">
                  <c:v>31897</c:v>
                </c:pt>
                <c:pt idx="712">
                  <c:v>31928</c:v>
                </c:pt>
                <c:pt idx="713">
                  <c:v>31958</c:v>
                </c:pt>
                <c:pt idx="714">
                  <c:v>31989</c:v>
                </c:pt>
                <c:pt idx="715">
                  <c:v>32020</c:v>
                </c:pt>
                <c:pt idx="716">
                  <c:v>32050</c:v>
                </c:pt>
                <c:pt idx="717">
                  <c:v>32081</c:v>
                </c:pt>
                <c:pt idx="718">
                  <c:v>32111</c:v>
                </c:pt>
                <c:pt idx="719">
                  <c:v>32142</c:v>
                </c:pt>
                <c:pt idx="720">
                  <c:v>32173</c:v>
                </c:pt>
                <c:pt idx="721">
                  <c:v>32202</c:v>
                </c:pt>
                <c:pt idx="722">
                  <c:v>32233</c:v>
                </c:pt>
                <c:pt idx="723">
                  <c:v>32263</c:v>
                </c:pt>
                <c:pt idx="724">
                  <c:v>32294</c:v>
                </c:pt>
                <c:pt idx="725">
                  <c:v>32324</c:v>
                </c:pt>
                <c:pt idx="726">
                  <c:v>32355</c:v>
                </c:pt>
                <c:pt idx="727">
                  <c:v>32386</c:v>
                </c:pt>
                <c:pt idx="728">
                  <c:v>32416</c:v>
                </c:pt>
                <c:pt idx="729">
                  <c:v>32447</c:v>
                </c:pt>
                <c:pt idx="730">
                  <c:v>32477</c:v>
                </c:pt>
                <c:pt idx="731">
                  <c:v>32508</c:v>
                </c:pt>
                <c:pt idx="732">
                  <c:v>32539</c:v>
                </c:pt>
                <c:pt idx="733">
                  <c:v>32567</c:v>
                </c:pt>
                <c:pt idx="734">
                  <c:v>32598</c:v>
                </c:pt>
                <c:pt idx="735">
                  <c:v>32628</c:v>
                </c:pt>
                <c:pt idx="736">
                  <c:v>32659</c:v>
                </c:pt>
                <c:pt idx="737">
                  <c:v>32689</c:v>
                </c:pt>
                <c:pt idx="738">
                  <c:v>32720</c:v>
                </c:pt>
                <c:pt idx="739">
                  <c:v>32751</c:v>
                </c:pt>
                <c:pt idx="740">
                  <c:v>32781</c:v>
                </c:pt>
                <c:pt idx="741">
                  <c:v>32812</c:v>
                </c:pt>
                <c:pt idx="742">
                  <c:v>32842</c:v>
                </c:pt>
                <c:pt idx="743">
                  <c:v>32873</c:v>
                </c:pt>
                <c:pt idx="744">
                  <c:v>32904</c:v>
                </c:pt>
                <c:pt idx="745">
                  <c:v>32932</c:v>
                </c:pt>
                <c:pt idx="746">
                  <c:v>32963</c:v>
                </c:pt>
                <c:pt idx="747">
                  <c:v>32993</c:v>
                </c:pt>
                <c:pt idx="748">
                  <c:v>33024</c:v>
                </c:pt>
                <c:pt idx="749">
                  <c:v>33054</c:v>
                </c:pt>
                <c:pt idx="750">
                  <c:v>33085</c:v>
                </c:pt>
                <c:pt idx="751">
                  <c:v>33116</c:v>
                </c:pt>
                <c:pt idx="752">
                  <c:v>33146</c:v>
                </c:pt>
                <c:pt idx="753">
                  <c:v>33177</c:v>
                </c:pt>
                <c:pt idx="754">
                  <c:v>33207</c:v>
                </c:pt>
                <c:pt idx="755">
                  <c:v>33238</c:v>
                </c:pt>
                <c:pt idx="756">
                  <c:v>33269</c:v>
                </c:pt>
                <c:pt idx="757">
                  <c:v>33297</c:v>
                </c:pt>
                <c:pt idx="758">
                  <c:v>33328</c:v>
                </c:pt>
                <c:pt idx="759">
                  <c:v>33358</c:v>
                </c:pt>
                <c:pt idx="760">
                  <c:v>33389</c:v>
                </c:pt>
                <c:pt idx="761">
                  <c:v>33419</c:v>
                </c:pt>
                <c:pt idx="762">
                  <c:v>33450</c:v>
                </c:pt>
                <c:pt idx="763">
                  <c:v>33481</c:v>
                </c:pt>
                <c:pt idx="764">
                  <c:v>33511</c:v>
                </c:pt>
                <c:pt idx="765">
                  <c:v>33542</c:v>
                </c:pt>
                <c:pt idx="766">
                  <c:v>33572</c:v>
                </c:pt>
                <c:pt idx="767">
                  <c:v>33603</c:v>
                </c:pt>
                <c:pt idx="768">
                  <c:v>33634</c:v>
                </c:pt>
                <c:pt idx="769">
                  <c:v>33663</c:v>
                </c:pt>
                <c:pt idx="770">
                  <c:v>33694</c:v>
                </c:pt>
                <c:pt idx="771">
                  <c:v>33724</c:v>
                </c:pt>
                <c:pt idx="772">
                  <c:v>33755</c:v>
                </c:pt>
                <c:pt idx="773">
                  <c:v>33785</c:v>
                </c:pt>
                <c:pt idx="774">
                  <c:v>33816</c:v>
                </c:pt>
                <c:pt idx="775">
                  <c:v>33847</c:v>
                </c:pt>
                <c:pt idx="776">
                  <c:v>33877</c:v>
                </c:pt>
                <c:pt idx="777">
                  <c:v>33908</c:v>
                </c:pt>
                <c:pt idx="778">
                  <c:v>33938</c:v>
                </c:pt>
                <c:pt idx="779">
                  <c:v>33969</c:v>
                </c:pt>
                <c:pt idx="780">
                  <c:v>34000</c:v>
                </c:pt>
                <c:pt idx="781">
                  <c:v>34028</c:v>
                </c:pt>
                <c:pt idx="782">
                  <c:v>34059</c:v>
                </c:pt>
                <c:pt idx="783">
                  <c:v>34089</c:v>
                </c:pt>
                <c:pt idx="784">
                  <c:v>34120</c:v>
                </c:pt>
                <c:pt idx="785">
                  <c:v>34150</c:v>
                </c:pt>
                <c:pt idx="786">
                  <c:v>34181</c:v>
                </c:pt>
                <c:pt idx="787">
                  <c:v>34212</c:v>
                </c:pt>
                <c:pt idx="788">
                  <c:v>34242</c:v>
                </c:pt>
                <c:pt idx="789">
                  <c:v>34273</c:v>
                </c:pt>
                <c:pt idx="790">
                  <c:v>34303</c:v>
                </c:pt>
                <c:pt idx="791">
                  <c:v>34334</c:v>
                </c:pt>
                <c:pt idx="792">
                  <c:v>34365</c:v>
                </c:pt>
                <c:pt idx="793">
                  <c:v>34393</c:v>
                </c:pt>
                <c:pt idx="794">
                  <c:v>34424</c:v>
                </c:pt>
                <c:pt idx="795">
                  <c:v>34454</c:v>
                </c:pt>
                <c:pt idx="796">
                  <c:v>34485</c:v>
                </c:pt>
                <c:pt idx="797">
                  <c:v>34515</c:v>
                </c:pt>
                <c:pt idx="798">
                  <c:v>34546</c:v>
                </c:pt>
                <c:pt idx="799">
                  <c:v>34577</c:v>
                </c:pt>
                <c:pt idx="800">
                  <c:v>34607</c:v>
                </c:pt>
                <c:pt idx="801">
                  <c:v>34638</c:v>
                </c:pt>
                <c:pt idx="802">
                  <c:v>34668</c:v>
                </c:pt>
                <c:pt idx="803">
                  <c:v>34699</c:v>
                </c:pt>
                <c:pt idx="804">
                  <c:v>34730</c:v>
                </c:pt>
                <c:pt idx="805">
                  <c:v>34758</c:v>
                </c:pt>
                <c:pt idx="806">
                  <c:v>34789</c:v>
                </c:pt>
                <c:pt idx="807">
                  <c:v>34819</c:v>
                </c:pt>
                <c:pt idx="808">
                  <c:v>34850</c:v>
                </c:pt>
                <c:pt idx="809">
                  <c:v>34880</c:v>
                </c:pt>
                <c:pt idx="810">
                  <c:v>34911</c:v>
                </c:pt>
                <c:pt idx="811">
                  <c:v>34942</c:v>
                </c:pt>
                <c:pt idx="812">
                  <c:v>34972</c:v>
                </c:pt>
                <c:pt idx="813">
                  <c:v>35003</c:v>
                </c:pt>
                <c:pt idx="814">
                  <c:v>35033</c:v>
                </c:pt>
                <c:pt idx="815">
                  <c:v>35064</c:v>
                </c:pt>
                <c:pt idx="816">
                  <c:v>35095</c:v>
                </c:pt>
                <c:pt idx="817">
                  <c:v>35124</c:v>
                </c:pt>
                <c:pt idx="818">
                  <c:v>35155</c:v>
                </c:pt>
                <c:pt idx="819">
                  <c:v>35185</c:v>
                </c:pt>
                <c:pt idx="820">
                  <c:v>35216</c:v>
                </c:pt>
                <c:pt idx="821">
                  <c:v>35246</c:v>
                </c:pt>
                <c:pt idx="822">
                  <c:v>35277</c:v>
                </c:pt>
                <c:pt idx="823">
                  <c:v>35308</c:v>
                </c:pt>
                <c:pt idx="824">
                  <c:v>35338</c:v>
                </c:pt>
                <c:pt idx="825">
                  <c:v>35369</c:v>
                </c:pt>
                <c:pt idx="826">
                  <c:v>35399</c:v>
                </c:pt>
                <c:pt idx="827">
                  <c:v>35430</c:v>
                </c:pt>
                <c:pt idx="828">
                  <c:v>35461</c:v>
                </c:pt>
                <c:pt idx="829">
                  <c:v>35489</c:v>
                </c:pt>
                <c:pt idx="830">
                  <c:v>35520</c:v>
                </c:pt>
                <c:pt idx="831">
                  <c:v>35550</c:v>
                </c:pt>
                <c:pt idx="832">
                  <c:v>35581</c:v>
                </c:pt>
                <c:pt idx="833">
                  <c:v>35611</c:v>
                </c:pt>
                <c:pt idx="834">
                  <c:v>35642</c:v>
                </c:pt>
                <c:pt idx="835">
                  <c:v>35673</c:v>
                </c:pt>
                <c:pt idx="836">
                  <c:v>35703</c:v>
                </c:pt>
                <c:pt idx="837">
                  <c:v>35734</c:v>
                </c:pt>
                <c:pt idx="838">
                  <c:v>35764</c:v>
                </c:pt>
                <c:pt idx="839">
                  <c:v>35795</c:v>
                </c:pt>
                <c:pt idx="840">
                  <c:v>35826</c:v>
                </c:pt>
                <c:pt idx="841">
                  <c:v>35854</c:v>
                </c:pt>
                <c:pt idx="842">
                  <c:v>35885</c:v>
                </c:pt>
                <c:pt idx="843">
                  <c:v>35915</c:v>
                </c:pt>
                <c:pt idx="844">
                  <c:v>35946</c:v>
                </c:pt>
                <c:pt idx="845">
                  <c:v>35976</c:v>
                </c:pt>
                <c:pt idx="846">
                  <c:v>36007</c:v>
                </c:pt>
                <c:pt idx="847">
                  <c:v>36038</c:v>
                </c:pt>
                <c:pt idx="848">
                  <c:v>36068</c:v>
                </c:pt>
                <c:pt idx="849">
                  <c:v>36099</c:v>
                </c:pt>
                <c:pt idx="850">
                  <c:v>36129</c:v>
                </c:pt>
                <c:pt idx="851">
                  <c:v>36160</c:v>
                </c:pt>
                <c:pt idx="852">
                  <c:v>36191</c:v>
                </c:pt>
                <c:pt idx="853">
                  <c:v>36219</c:v>
                </c:pt>
                <c:pt idx="854">
                  <c:v>36250</c:v>
                </c:pt>
                <c:pt idx="855">
                  <c:v>36280</c:v>
                </c:pt>
                <c:pt idx="856">
                  <c:v>36311</c:v>
                </c:pt>
                <c:pt idx="857">
                  <c:v>36341</c:v>
                </c:pt>
                <c:pt idx="858">
                  <c:v>36372</c:v>
                </c:pt>
                <c:pt idx="859">
                  <c:v>36403</c:v>
                </c:pt>
                <c:pt idx="860">
                  <c:v>36433</c:v>
                </c:pt>
                <c:pt idx="861">
                  <c:v>36464</c:v>
                </c:pt>
                <c:pt idx="862">
                  <c:v>36494</c:v>
                </c:pt>
                <c:pt idx="863">
                  <c:v>36525</c:v>
                </c:pt>
                <c:pt idx="864">
                  <c:v>36556</c:v>
                </c:pt>
                <c:pt idx="865">
                  <c:v>36585</c:v>
                </c:pt>
                <c:pt idx="866">
                  <c:v>36616</c:v>
                </c:pt>
                <c:pt idx="867">
                  <c:v>36646</c:v>
                </c:pt>
                <c:pt idx="868">
                  <c:v>36677</c:v>
                </c:pt>
                <c:pt idx="869">
                  <c:v>36707</c:v>
                </c:pt>
                <c:pt idx="870">
                  <c:v>36738</c:v>
                </c:pt>
                <c:pt idx="871">
                  <c:v>36769</c:v>
                </c:pt>
                <c:pt idx="872">
                  <c:v>36799</c:v>
                </c:pt>
                <c:pt idx="873">
                  <c:v>36830</c:v>
                </c:pt>
                <c:pt idx="874">
                  <c:v>36860</c:v>
                </c:pt>
                <c:pt idx="875">
                  <c:v>36891</c:v>
                </c:pt>
                <c:pt idx="876">
                  <c:v>36922</c:v>
                </c:pt>
                <c:pt idx="877">
                  <c:v>36950</c:v>
                </c:pt>
                <c:pt idx="878">
                  <c:v>36981</c:v>
                </c:pt>
                <c:pt idx="879">
                  <c:v>37011</c:v>
                </c:pt>
                <c:pt idx="880">
                  <c:v>37042</c:v>
                </c:pt>
                <c:pt idx="881">
                  <c:v>37072</c:v>
                </c:pt>
                <c:pt idx="882">
                  <c:v>37103</c:v>
                </c:pt>
                <c:pt idx="883">
                  <c:v>37134</c:v>
                </c:pt>
                <c:pt idx="884">
                  <c:v>37164</c:v>
                </c:pt>
                <c:pt idx="885">
                  <c:v>37195</c:v>
                </c:pt>
                <c:pt idx="886">
                  <c:v>37225</c:v>
                </c:pt>
                <c:pt idx="887">
                  <c:v>37256</c:v>
                </c:pt>
                <c:pt idx="888">
                  <c:v>37287</c:v>
                </c:pt>
                <c:pt idx="889">
                  <c:v>37315</c:v>
                </c:pt>
                <c:pt idx="890">
                  <c:v>37346</c:v>
                </c:pt>
                <c:pt idx="891">
                  <c:v>37376</c:v>
                </c:pt>
                <c:pt idx="892">
                  <c:v>37407</c:v>
                </c:pt>
                <c:pt idx="893">
                  <c:v>37437</c:v>
                </c:pt>
                <c:pt idx="894">
                  <c:v>37468</c:v>
                </c:pt>
                <c:pt idx="895">
                  <c:v>37499</c:v>
                </c:pt>
                <c:pt idx="896">
                  <c:v>37529</c:v>
                </c:pt>
                <c:pt idx="897">
                  <c:v>37560</c:v>
                </c:pt>
                <c:pt idx="898">
                  <c:v>37590</c:v>
                </c:pt>
                <c:pt idx="899">
                  <c:v>37621</c:v>
                </c:pt>
                <c:pt idx="900">
                  <c:v>37652</c:v>
                </c:pt>
                <c:pt idx="901">
                  <c:v>37680</c:v>
                </c:pt>
                <c:pt idx="902">
                  <c:v>37711</c:v>
                </c:pt>
                <c:pt idx="903">
                  <c:v>37741</c:v>
                </c:pt>
                <c:pt idx="904">
                  <c:v>37772</c:v>
                </c:pt>
                <c:pt idx="905">
                  <c:v>37802</c:v>
                </c:pt>
                <c:pt idx="906">
                  <c:v>37833</c:v>
                </c:pt>
                <c:pt idx="907">
                  <c:v>37864</c:v>
                </c:pt>
                <c:pt idx="908">
                  <c:v>37894</c:v>
                </c:pt>
                <c:pt idx="909">
                  <c:v>37925</c:v>
                </c:pt>
                <c:pt idx="910">
                  <c:v>37955</c:v>
                </c:pt>
                <c:pt idx="911">
                  <c:v>37986</c:v>
                </c:pt>
                <c:pt idx="912">
                  <c:v>38017</c:v>
                </c:pt>
                <c:pt idx="913">
                  <c:v>38046</c:v>
                </c:pt>
                <c:pt idx="914">
                  <c:v>38077</c:v>
                </c:pt>
                <c:pt idx="915">
                  <c:v>38107</c:v>
                </c:pt>
                <c:pt idx="916">
                  <c:v>38138</c:v>
                </c:pt>
                <c:pt idx="917">
                  <c:v>38168</c:v>
                </c:pt>
                <c:pt idx="918">
                  <c:v>38199</c:v>
                </c:pt>
                <c:pt idx="919">
                  <c:v>38230</c:v>
                </c:pt>
                <c:pt idx="920">
                  <c:v>38260</c:v>
                </c:pt>
                <c:pt idx="921">
                  <c:v>38291</c:v>
                </c:pt>
                <c:pt idx="922">
                  <c:v>38321</c:v>
                </c:pt>
                <c:pt idx="923">
                  <c:v>38352</c:v>
                </c:pt>
                <c:pt idx="924">
                  <c:v>38383</c:v>
                </c:pt>
                <c:pt idx="925">
                  <c:v>38411</c:v>
                </c:pt>
                <c:pt idx="926">
                  <c:v>38442</c:v>
                </c:pt>
                <c:pt idx="927">
                  <c:v>38472</c:v>
                </c:pt>
                <c:pt idx="928">
                  <c:v>38503</c:v>
                </c:pt>
                <c:pt idx="929">
                  <c:v>38533</c:v>
                </c:pt>
                <c:pt idx="930">
                  <c:v>38564</c:v>
                </c:pt>
                <c:pt idx="931">
                  <c:v>38595</c:v>
                </c:pt>
                <c:pt idx="932">
                  <c:v>38625</c:v>
                </c:pt>
                <c:pt idx="933">
                  <c:v>38656</c:v>
                </c:pt>
                <c:pt idx="934">
                  <c:v>38686</c:v>
                </c:pt>
                <c:pt idx="935">
                  <c:v>38717</c:v>
                </c:pt>
                <c:pt idx="936">
                  <c:v>38748</c:v>
                </c:pt>
                <c:pt idx="937">
                  <c:v>38776</c:v>
                </c:pt>
                <c:pt idx="938">
                  <c:v>38807</c:v>
                </c:pt>
                <c:pt idx="939">
                  <c:v>38837</c:v>
                </c:pt>
                <c:pt idx="940">
                  <c:v>38868</c:v>
                </c:pt>
                <c:pt idx="941">
                  <c:v>38898</c:v>
                </c:pt>
                <c:pt idx="942">
                  <c:v>38929</c:v>
                </c:pt>
                <c:pt idx="943">
                  <c:v>38960</c:v>
                </c:pt>
                <c:pt idx="944">
                  <c:v>38990</c:v>
                </c:pt>
                <c:pt idx="945">
                  <c:v>39021</c:v>
                </c:pt>
                <c:pt idx="946">
                  <c:v>39051</c:v>
                </c:pt>
                <c:pt idx="947">
                  <c:v>39082</c:v>
                </c:pt>
                <c:pt idx="948">
                  <c:v>39113</c:v>
                </c:pt>
                <c:pt idx="949">
                  <c:v>39141</c:v>
                </c:pt>
                <c:pt idx="950">
                  <c:v>39172</c:v>
                </c:pt>
                <c:pt idx="951">
                  <c:v>39202</c:v>
                </c:pt>
                <c:pt idx="952">
                  <c:v>39233</c:v>
                </c:pt>
                <c:pt idx="953">
                  <c:v>39263</c:v>
                </c:pt>
                <c:pt idx="954">
                  <c:v>39294</c:v>
                </c:pt>
                <c:pt idx="955">
                  <c:v>39325</c:v>
                </c:pt>
                <c:pt idx="956">
                  <c:v>39355</c:v>
                </c:pt>
                <c:pt idx="957">
                  <c:v>39386</c:v>
                </c:pt>
                <c:pt idx="958">
                  <c:v>39416</c:v>
                </c:pt>
                <c:pt idx="959">
                  <c:v>39447</c:v>
                </c:pt>
                <c:pt idx="960">
                  <c:v>39478</c:v>
                </c:pt>
                <c:pt idx="961">
                  <c:v>39507</c:v>
                </c:pt>
                <c:pt idx="962">
                  <c:v>39538</c:v>
                </c:pt>
                <c:pt idx="963">
                  <c:v>39568</c:v>
                </c:pt>
                <c:pt idx="964">
                  <c:v>39599</c:v>
                </c:pt>
                <c:pt idx="965">
                  <c:v>39629</c:v>
                </c:pt>
                <c:pt idx="966">
                  <c:v>39660</c:v>
                </c:pt>
                <c:pt idx="967">
                  <c:v>39691</c:v>
                </c:pt>
                <c:pt idx="968">
                  <c:v>39721</c:v>
                </c:pt>
                <c:pt idx="969">
                  <c:v>39752</c:v>
                </c:pt>
                <c:pt idx="970">
                  <c:v>39782</c:v>
                </c:pt>
                <c:pt idx="971">
                  <c:v>39813</c:v>
                </c:pt>
                <c:pt idx="972">
                  <c:v>39844</c:v>
                </c:pt>
                <c:pt idx="973">
                  <c:v>39872</c:v>
                </c:pt>
                <c:pt idx="974">
                  <c:v>39903</c:v>
                </c:pt>
                <c:pt idx="975">
                  <c:v>39933</c:v>
                </c:pt>
                <c:pt idx="976">
                  <c:v>39964</c:v>
                </c:pt>
                <c:pt idx="977">
                  <c:v>39994</c:v>
                </c:pt>
                <c:pt idx="978">
                  <c:v>40025</c:v>
                </c:pt>
                <c:pt idx="979">
                  <c:v>40056</c:v>
                </c:pt>
                <c:pt idx="980">
                  <c:v>40086</c:v>
                </c:pt>
                <c:pt idx="981">
                  <c:v>40117</c:v>
                </c:pt>
                <c:pt idx="982">
                  <c:v>40147</c:v>
                </c:pt>
                <c:pt idx="983">
                  <c:v>40178</c:v>
                </c:pt>
                <c:pt idx="984">
                  <c:v>40209</c:v>
                </c:pt>
                <c:pt idx="985">
                  <c:v>40237</c:v>
                </c:pt>
                <c:pt idx="986">
                  <c:v>40268</c:v>
                </c:pt>
                <c:pt idx="987">
                  <c:v>40298</c:v>
                </c:pt>
                <c:pt idx="988">
                  <c:v>40329</c:v>
                </c:pt>
                <c:pt idx="989">
                  <c:v>40359</c:v>
                </c:pt>
                <c:pt idx="990">
                  <c:v>40390</c:v>
                </c:pt>
                <c:pt idx="991">
                  <c:v>40421</c:v>
                </c:pt>
                <c:pt idx="992">
                  <c:v>40451</c:v>
                </c:pt>
                <c:pt idx="993">
                  <c:v>40482</c:v>
                </c:pt>
                <c:pt idx="994">
                  <c:v>40512</c:v>
                </c:pt>
                <c:pt idx="995">
                  <c:v>40543</c:v>
                </c:pt>
                <c:pt idx="996">
                  <c:v>40574</c:v>
                </c:pt>
                <c:pt idx="997">
                  <c:v>40602</c:v>
                </c:pt>
                <c:pt idx="998">
                  <c:v>40633</c:v>
                </c:pt>
                <c:pt idx="999">
                  <c:v>40663</c:v>
                </c:pt>
                <c:pt idx="1000">
                  <c:v>40694</c:v>
                </c:pt>
                <c:pt idx="1001">
                  <c:v>40724</c:v>
                </c:pt>
                <c:pt idx="1002">
                  <c:v>40755</c:v>
                </c:pt>
                <c:pt idx="1003">
                  <c:v>40786</c:v>
                </c:pt>
                <c:pt idx="1004">
                  <c:v>40816</c:v>
                </c:pt>
                <c:pt idx="1005">
                  <c:v>40847</c:v>
                </c:pt>
                <c:pt idx="1006">
                  <c:v>40877</c:v>
                </c:pt>
                <c:pt idx="1007">
                  <c:v>40908</c:v>
                </c:pt>
                <c:pt idx="1008">
                  <c:v>40939</c:v>
                </c:pt>
                <c:pt idx="1009">
                  <c:v>40968</c:v>
                </c:pt>
                <c:pt idx="1010">
                  <c:v>40999</c:v>
                </c:pt>
                <c:pt idx="1011">
                  <c:v>41029</c:v>
                </c:pt>
                <c:pt idx="1012">
                  <c:v>41060</c:v>
                </c:pt>
                <c:pt idx="1013">
                  <c:v>41090</c:v>
                </c:pt>
                <c:pt idx="1014">
                  <c:v>41121</c:v>
                </c:pt>
                <c:pt idx="1015">
                  <c:v>41152</c:v>
                </c:pt>
                <c:pt idx="1016">
                  <c:v>41182</c:v>
                </c:pt>
                <c:pt idx="1017">
                  <c:v>41213</c:v>
                </c:pt>
                <c:pt idx="1018">
                  <c:v>41243</c:v>
                </c:pt>
                <c:pt idx="1019">
                  <c:v>41274</c:v>
                </c:pt>
                <c:pt idx="1020">
                  <c:v>41305</c:v>
                </c:pt>
                <c:pt idx="1021">
                  <c:v>41333</c:v>
                </c:pt>
                <c:pt idx="1022">
                  <c:v>41364</c:v>
                </c:pt>
                <c:pt idx="1023">
                  <c:v>41394</c:v>
                </c:pt>
                <c:pt idx="1024">
                  <c:v>41425</c:v>
                </c:pt>
                <c:pt idx="1025">
                  <c:v>41455</c:v>
                </c:pt>
                <c:pt idx="1026">
                  <c:v>41486</c:v>
                </c:pt>
                <c:pt idx="1027">
                  <c:v>41517</c:v>
                </c:pt>
                <c:pt idx="1028">
                  <c:v>41547</c:v>
                </c:pt>
                <c:pt idx="1029">
                  <c:v>41578</c:v>
                </c:pt>
                <c:pt idx="1030">
                  <c:v>41608</c:v>
                </c:pt>
                <c:pt idx="1031">
                  <c:v>41639</c:v>
                </c:pt>
                <c:pt idx="1032">
                  <c:v>41670</c:v>
                </c:pt>
                <c:pt idx="1033">
                  <c:v>41698</c:v>
                </c:pt>
                <c:pt idx="1034">
                  <c:v>41729</c:v>
                </c:pt>
                <c:pt idx="1035">
                  <c:v>41759</c:v>
                </c:pt>
                <c:pt idx="1036">
                  <c:v>41790</c:v>
                </c:pt>
                <c:pt idx="1037">
                  <c:v>41820</c:v>
                </c:pt>
                <c:pt idx="1038">
                  <c:v>41851</c:v>
                </c:pt>
                <c:pt idx="1039">
                  <c:v>41882</c:v>
                </c:pt>
                <c:pt idx="1040">
                  <c:v>41912</c:v>
                </c:pt>
                <c:pt idx="1041">
                  <c:v>41943</c:v>
                </c:pt>
                <c:pt idx="1042">
                  <c:v>41973</c:v>
                </c:pt>
                <c:pt idx="1043">
                  <c:v>42004</c:v>
                </c:pt>
                <c:pt idx="1044">
                  <c:v>42035</c:v>
                </c:pt>
                <c:pt idx="1045">
                  <c:v>42063</c:v>
                </c:pt>
                <c:pt idx="1046">
                  <c:v>42094</c:v>
                </c:pt>
                <c:pt idx="1047">
                  <c:v>42124</c:v>
                </c:pt>
                <c:pt idx="1048">
                  <c:v>42155</c:v>
                </c:pt>
                <c:pt idx="1049">
                  <c:v>42185</c:v>
                </c:pt>
                <c:pt idx="1050">
                  <c:v>42216</c:v>
                </c:pt>
                <c:pt idx="1051">
                  <c:v>42247</c:v>
                </c:pt>
                <c:pt idx="1052">
                  <c:v>42277</c:v>
                </c:pt>
                <c:pt idx="1053">
                  <c:v>42308</c:v>
                </c:pt>
                <c:pt idx="1054">
                  <c:v>42338</c:v>
                </c:pt>
                <c:pt idx="1055">
                  <c:v>42369</c:v>
                </c:pt>
                <c:pt idx="1056">
                  <c:v>42400</c:v>
                </c:pt>
                <c:pt idx="1057">
                  <c:v>42429</c:v>
                </c:pt>
                <c:pt idx="1058">
                  <c:v>42460</c:v>
                </c:pt>
                <c:pt idx="1059">
                  <c:v>42490</c:v>
                </c:pt>
                <c:pt idx="1060">
                  <c:v>42521</c:v>
                </c:pt>
                <c:pt idx="1061">
                  <c:v>42551</c:v>
                </c:pt>
                <c:pt idx="1062">
                  <c:v>42582</c:v>
                </c:pt>
                <c:pt idx="1063">
                  <c:v>42613</c:v>
                </c:pt>
                <c:pt idx="1064">
                  <c:v>42643</c:v>
                </c:pt>
                <c:pt idx="1065">
                  <c:v>42674</c:v>
                </c:pt>
                <c:pt idx="1066">
                  <c:v>42704</c:v>
                </c:pt>
                <c:pt idx="1067">
                  <c:v>42735</c:v>
                </c:pt>
                <c:pt idx="1068">
                  <c:v>42766</c:v>
                </c:pt>
                <c:pt idx="1069">
                  <c:v>42794</c:v>
                </c:pt>
                <c:pt idx="1070">
                  <c:v>42825</c:v>
                </c:pt>
                <c:pt idx="1071">
                  <c:v>42855</c:v>
                </c:pt>
                <c:pt idx="1072">
                  <c:v>42886</c:v>
                </c:pt>
                <c:pt idx="1073">
                  <c:v>42916</c:v>
                </c:pt>
                <c:pt idx="1074">
                  <c:v>42947</c:v>
                </c:pt>
                <c:pt idx="1075">
                  <c:v>42978</c:v>
                </c:pt>
                <c:pt idx="1076">
                  <c:v>43008</c:v>
                </c:pt>
                <c:pt idx="1077">
                  <c:v>43039</c:v>
                </c:pt>
                <c:pt idx="1078">
                  <c:v>43069</c:v>
                </c:pt>
                <c:pt idx="1079">
                  <c:v>43100</c:v>
                </c:pt>
                <c:pt idx="1080">
                  <c:v>43131</c:v>
                </c:pt>
                <c:pt idx="1081">
                  <c:v>43159</c:v>
                </c:pt>
                <c:pt idx="1082">
                  <c:v>43190</c:v>
                </c:pt>
                <c:pt idx="1083">
                  <c:v>43220</c:v>
                </c:pt>
                <c:pt idx="1084">
                  <c:v>43251</c:v>
                </c:pt>
                <c:pt idx="1085">
                  <c:v>43281</c:v>
                </c:pt>
                <c:pt idx="1086">
                  <c:v>43312</c:v>
                </c:pt>
                <c:pt idx="1087">
                  <c:v>43343</c:v>
                </c:pt>
                <c:pt idx="1088">
                  <c:v>43373</c:v>
                </c:pt>
                <c:pt idx="1089">
                  <c:v>43404</c:v>
                </c:pt>
                <c:pt idx="1090">
                  <c:v>43434</c:v>
                </c:pt>
                <c:pt idx="1091">
                  <c:v>43465</c:v>
                </c:pt>
                <c:pt idx="1092">
                  <c:v>43496</c:v>
                </c:pt>
                <c:pt idx="1093">
                  <c:v>43524</c:v>
                </c:pt>
                <c:pt idx="1094">
                  <c:v>43555</c:v>
                </c:pt>
                <c:pt idx="1095">
                  <c:v>43585</c:v>
                </c:pt>
                <c:pt idx="1096">
                  <c:v>43616</c:v>
                </c:pt>
                <c:pt idx="1097">
                  <c:v>43646</c:v>
                </c:pt>
                <c:pt idx="1098">
                  <c:v>43677</c:v>
                </c:pt>
                <c:pt idx="1099">
                  <c:v>43708</c:v>
                </c:pt>
                <c:pt idx="1100">
                  <c:v>43738</c:v>
                </c:pt>
                <c:pt idx="1101">
                  <c:v>43769</c:v>
                </c:pt>
                <c:pt idx="1102">
                  <c:v>43799</c:v>
                </c:pt>
                <c:pt idx="1103">
                  <c:v>43830</c:v>
                </c:pt>
                <c:pt idx="1104">
                  <c:v>43861</c:v>
                </c:pt>
                <c:pt idx="1105">
                  <c:v>43890</c:v>
                </c:pt>
                <c:pt idx="1106">
                  <c:v>43921</c:v>
                </c:pt>
                <c:pt idx="1107">
                  <c:v>43951</c:v>
                </c:pt>
                <c:pt idx="1108">
                  <c:v>43982</c:v>
                </c:pt>
                <c:pt idx="1109">
                  <c:v>44012</c:v>
                </c:pt>
                <c:pt idx="1110">
                  <c:v>44043</c:v>
                </c:pt>
                <c:pt idx="1111">
                  <c:v>44074</c:v>
                </c:pt>
                <c:pt idx="1112">
                  <c:v>44104</c:v>
                </c:pt>
                <c:pt idx="1113">
                  <c:v>44135</c:v>
                </c:pt>
                <c:pt idx="1114">
                  <c:v>44165</c:v>
                </c:pt>
                <c:pt idx="1115">
                  <c:v>44196</c:v>
                </c:pt>
                <c:pt idx="1116">
                  <c:v>44227</c:v>
                </c:pt>
                <c:pt idx="1117">
                  <c:v>44255</c:v>
                </c:pt>
                <c:pt idx="1118">
                  <c:v>44286</c:v>
                </c:pt>
                <c:pt idx="1119">
                  <c:v>44316</c:v>
                </c:pt>
                <c:pt idx="1120">
                  <c:v>44347</c:v>
                </c:pt>
                <c:pt idx="1121">
                  <c:v>44377</c:v>
                </c:pt>
                <c:pt idx="1122">
                  <c:v>44408</c:v>
                </c:pt>
                <c:pt idx="1123">
                  <c:v>44439</c:v>
                </c:pt>
                <c:pt idx="1124">
                  <c:v>44469</c:v>
                </c:pt>
                <c:pt idx="1125">
                  <c:v>44500</c:v>
                </c:pt>
                <c:pt idx="1126">
                  <c:v>44530</c:v>
                </c:pt>
                <c:pt idx="1127">
                  <c:v>44561</c:v>
                </c:pt>
                <c:pt idx="1128">
                  <c:v>44592</c:v>
                </c:pt>
                <c:pt idx="1129">
                  <c:v>44620</c:v>
                </c:pt>
                <c:pt idx="1130">
                  <c:v>44651</c:v>
                </c:pt>
                <c:pt idx="1131">
                  <c:v>44681</c:v>
                </c:pt>
                <c:pt idx="1132">
                  <c:v>44712</c:v>
                </c:pt>
                <c:pt idx="1133">
                  <c:v>44742</c:v>
                </c:pt>
                <c:pt idx="1134">
                  <c:v>44773</c:v>
                </c:pt>
                <c:pt idx="1135">
                  <c:v>44804</c:v>
                </c:pt>
                <c:pt idx="1136">
                  <c:v>44834</c:v>
                </c:pt>
                <c:pt idx="1137">
                  <c:v>44865</c:v>
                </c:pt>
                <c:pt idx="1138">
                  <c:v>44895</c:v>
                </c:pt>
                <c:pt idx="1139">
                  <c:v>44926</c:v>
                </c:pt>
                <c:pt idx="1140">
                  <c:v>44957</c:v>
                </c:pt>
                <c:pt idx="1141">
                  <c:v>44985</c:v>
                </c:pt>
                <c:pt idx="1142">
                  <c:v>45016</c:v>
                </c:pt>
                <c:pt idx="1143">
                  <c:v>45046</c:v>
                </c:pt>
                <c:pt idx="1144">
                  <c:v>45077</c:v>
                </c:pt>
                <c:pt idx="1145">
                  <c:v>45107</c:v>
                </c:pt>
                <c:pt idx="1146">
                  <c:v>45138</c:v>
                </c:pt>
                <c:pt idx="1147">
                  <c:v>45169</c:v>
                </c:pt>
                <c:pt idx="1148">
                  <c:v>45199</c:v>
                </c:pt>
                <c:pt idx="1149">
                  <c:v>45230</c:v>
                </c:pt>
                <c:pt idx="1150">
                  <c:v>45260</c:v>
                </c:pt>
                <c:pt idx="1151">
                  <c:v>45291</c:v>
                </c:pt>
                <c:pt idx="1152">
                  <c:v>45322</c:v>
                </c:pt>
                <c:pt idx="1153">
                  <c:v>45351</c:v>
                </c:pt>
                <c:pt idx="1154">
                  <c:v>45382</c:v>
                </c:pt>
                <c:pt idx="1155">
                  <c:v>45412</c:v>
                </c:pt>
                <c:pt idx="1156">
                  <c:v>45443</c:v>
                </c:pt>
                <c:pt idx="1157">
                  <c:v>45473</c:v>
                </c:pt>
                <c:pt idx="1158">
                  <c:v>45504</c:v>
                </c:pt>
                <c:pt idx="1159">
                  <c:v>45535</c:v>
                </c:pt>
                <c:pt idx="1160">
                  <c:v>45565</c:v>
                </c:pt>
                <c:pt idx="1161">
                  <c:v>45596</c:v>
                </c:pt>
                <c:pt idx="1162">
                  <c:v>45626</c:v>
                </c:pt>
                <c:pt idx="1163">
                  <c:v>45657</c:v>
                </c:pt>
                <c:pt idx="1164">
                  <c:v>45688</c:v>
                </c:pt>
                <c:pt idx="1165">
                  <c:v>45716</c:v>
                </c:pt>
                <c:pt idx="1166">
                  <c:v>45747</c:v>
                </c:pt>
                <c:pt idx="1167">
                  <c:v>45777</c:v>
                </c:pt>
                <c:pt idx="1168">
                  <c:v>45808</c:v>
                </c:pt>
                <c:pt idx="1169">
                  <c:v>45838</c:v>
                </c:pt>
                <c:pt idx="1170">
                  <c:v>45869</c:v>
                </c:pt>
                <c:pt idx="1171">
                  <c:v>45900</c:v>
                </c:pt>
                <c:pt idx="1172">
                  <c:v>45930</c:v>
                </c:pt>
                <c:pt idx="1173">
                  <c:v>45961</c:v>
                </c:pt>
                <c:pt idx="1174">
                  <c:v>45991</c:v>
                </c:pt>
                <c:pt idx="1175">
                  <c:v>46022</c:v>
                </c:pt>
                <c:pt idx="1176">
                  <c:v>46053</c:v>
                </c:pt>
                <c:pt idx="1177">
                  <c:v>46081</c:v>
                </c:pt>
                <c:pt idx="1178">
                  <c:v>46112</c:v>
                </c:pt>
                <c:pt idx="1179">
                  <c:v>46142</c:v>
                </c:pt>
                <c:pt idx="1180">
                  <c:v>46173</c:v>
                </c:pt>
                <c:pt idx="1181">
                  <c:v>46203</c:v>
                </c:pt>
              </c:numCache>
            </c:numRef>
          </c:cat>
          <c:val>
            <c:numRef>
              <c:f>Sheet1!$C$2:$C$1183</c:f>
              <c:numCache>
                <c:formatCode>General</c:formatCode>
                <c:ptCount val="1182"/>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pt idx="81">
                  <c:v>-0.1</c:v>
                </c:pt>
                <c:pt idx="82">
                  <c:v>-0.1</c:v>
                </c:pt>
                <c:pt idx="83">
                  <c:v>-0.1</c:v>
                </c:pt>
                <c:pt idx="84">
                  <c:v>-0.1</c:v>
                </c:pt>
                <c:pt idx="85">
                  <c:v>-0.1</c:v>
                </c:pt>
                <c:pt idx="86">
                  <c:v>-0.1</c:v>
                </c:pt>
                <c:pt idx="87">
                  <c:v>-0.1</c:v>
                </c:pt>
                <c:pt idx="88">
                  <c:v>-0.1</c:v>
                </c:pt>
                <c:pt idx="89">
                  <c:v>-0.1</c:v>
                </c:pt>
                <c:pt idx="90">
                  <c:v>-0.1</c:v>
                </c:pt>
                <c:pt idx="91">
                  <c:v>-0.1</c:v>
                </c:pt>
                <c:pt idx="92">
                  <c:v>-0.1</c:v>
                </c:pt>
                <c:pt idx="93">
                  <c:v>-0.1</c:v>
                </c:pt>
                <c:pt idx="94">
                  <c:v>-0.1</c:v>
                </c:pt>
                <c:pt idx="95">
                  <c:v>-0.1</c:v>
                </c:pt>
                <c:pt idx="96">
                  <c:v>-0.1</c:v>
                </c:pt>
                <c:pt idx="97">
                  <c:v>-0.1</c:v>
                </c:pt>
                <c:pt idx="98">
                  <c:v>-0.1</c:v>
                </c:pt>
                <c:pt idx="99">
                  <c:v>-0.1</c:v>
                </c:pt>
                <c:pt idx="100">
                  <c:v>-0.1</c:v>
                </c:pt>
                <c:pt idx="101">
                  <c:v>-0.1</c:v>
                </c:pt>
                <c:pt idx="102">
                  <c:v>-0.1</c:v>
                </c:pt>
                <c:pt idx="103">
                  <c:v>-0.1</c:v>
                </c:pt>
                <c:pt idx="104">
                  <c:v>-0.1</c:v>
                </c:pt>
                <c:pt idx="105">
                  <c:v>-0.1</c:v>
                </c:pt>
                <c:pt idx="106">
                  <c:v>-0.1</c:v>
                </c:pt>
                <c:pt idx="107">
                  <c:v>-0.1</c:v>
                </c:pt>
                <c:pt idx="108">
                  <c:v>-0.1</c:v>
                </c:pt>
                <c:pt idx="109">
                  <c:v>-0.1</c:v>
                </c:pt>
                <c:pt idx="110">
                  <c:v>-0.1</c:v>
                </c:pt>
                <c:pt idx="111">
                  <c:v>-0.1</c:v>
                </c:pt>
                <c:pt idx="112">
                  <c:v>-0.1</c:v>
                </c:pt>
                <c:pt idx="113">
                  <c:v>-0.1</c:v>
                </c:pt>
                <c:pt idx="114">
                  <c:v>-0.1</c:v>
                </c:pt>
                <c:pt idx="115">
                  <c:v>-0.1</c:v>
                </c:pt>
                <c:pt idx="116">
                  <c:v>-0.1</c:v>
                </c:pt>
                <c:pt idx="117">
                  <c:v>-0.1</c:v>
                </c:pt>
                <c:pt idx="118">
                  <c:v>-0.1</c:v>
                </c:pt>
                <c:pt idx="119">
                  <c:v>-0.1</c:v>
                </c:pt>
                <c:pt idx="120">
                  <c:v>-0.1</c:v>
                </c:pt>
                <c:pt idx="121">
                  <c:v>-0.1</c:v>
                </c:pt>
                <c:pt idx="122">
                  <c:v>-0.1</c:v>
                </c:pt>
                <c:pt idx="123">
                  <c:v>-0.1</c:v>
                </c:pt>
                <c:pt idx="124">
                  <c:v>-0.1</c:v>
                </c:pt>
                <c:pt idx="125">
                  <c:v>-0.1</c:v>
                </c:pt>
                <c:pt idx="126">
                  <c:v>-0.1</c:v>
                </c:pt>
                <c:pt idx="127">
                  <c:v>-0.1</c:v>
                </c:pt>
                <c:pt idx="128">
                  <c:v>-0.1</c:v>
                </c:pt>
                <c:pt idx="129">
                  <c:v>-0.1</c:v>
                </c:pt>
                <c:pt idx="130">
                  <c:v>-0.1</c:v>
                </c:pt>
                <c:pt idx="131">
                  <c:v>-0.1</c:v>
                </c:pt>
                <c:pt idx="132">
                  <c:v>-0.1</c:v>
                </c:pt>
                <c:pt idx="133">
                  <c:v>-0.1</c:v>
                </c:pt>
                <c:pt idx="134">
                  <c:v>-0.1</c:v>
                </c:pt>
                <c:pt idx="135">
                  <c:v>-0.1</c:v>
                </c:pt>
                <c:pt idx="136">
                  <c:v>-0.1</c:v>
                </c:pt>
                <c:pt idx="137">
                  <c:v>-0.1</c:v>
                </c:pt>
                <c:pt idx="138">
                  <c:v>-0.1</c:v>
                </c:pt>
                <c:pt idx="139">
                  <c:v>-0.1</c:v>
                </c:pt>
                <c:pt idx="140">
                  <c:v>-0.1</c:v>
                </c:pt>
                <c:pt idx="141">
                  <c:v>-0.1</c:v>
                </c:pt>
                <c:pt idx="142">
                  <c:v>-0.1</c:v>
                </c:pt>
                <c:pt idx="143">
                  <c:v>-0.1</c:v>
                </c:pt>
                <c:pt idx="144">
                  <c:v>-0.1</c:v>
                </c:pt>
                <c:pt idx="145">
                  <c:v>-0.1</c:v>
                </c:pt>
                <c:pt idx="146">
                  <c:v>-0.1</c:v>
                </c:pt>
                <c:pt idx="147">
                  <c:v>-0.1</c:v>
                </c:pt>
                <c:pt idx="148">
                  <c:v>-0.1</c:v>
                </c:pt>
                <c:pt idx="149">
                  <c:v>-0.1</c:v>
                </c:pt>
                <c:pt idx="150">
                  <c:v>-0.1</c:v>
                </c:pt>
                <c:pt idx="151">
                  <c:v>-0.1</c:v>
                </c:pt>
                <c:pt idx="152">
                  <c:v>-0.1</c:v>
                </c:pt>
                <c:pt idx="153">
                  <c:v>-0.1</c:v>
                </c:pt>
                <c:pt idx="154">
                  <c:v>-0.1</c:v>
                </c:pt>
                <c:pt idx="155">
                  <c:v>-0.1</c:v>
                </c:pt>
                <c:pt idx="156">
                  <c:v>-0.1</c:v>
                </c:pt>
                <c:pt idx="157">
                  <c:v>-0.1</c:v>
                </c:pt>
                <c:pt idx="158">
                  <c:v>-0.1</c:v>
                </c:pt>
                <c:pt idx="159">
                  <c:v>-0.1</c:v>
                </c:pt>
                <c:pt idx="160">
                  <c:v>-0.1</c:v>
                </c:pt>
                <c:pt idx="161">
                  <c:v>-0.1</c:v>
                </c:pt>
                <c:pt idx="162">
                  <c:v>-0.1</c:v>
                </c:pt>
                <c:pt idx="163">
                  <c:v>-0.1</c:v>
                </c:pt>
                <c:pt idx="164">
                  <c:v>-0.1</c:v>
                </c:pt>
                <c:pt idx="165">
                  <c:v>-0.1</c:v>
                </c:pt>
                <c:pt idx="166">
                  <c:v>-0.1</c:v>
                </c:pt>
                <c:pt idx="167">
                  <c:v>-0.1</c:v>
                </c:pt>
                <c:pt idx="168">
                  <c:v>-0.1</c:v>
                </c:pt>
                <c:pt idx="169">
                  <c:v>-0.1</c:v>
                </c:pt>
                <c:pt idx="170">
                  <c:v>-0.1</c:v>
                </c:pt>
                <c:pt idx="171">
                  <c:v>-0.1</c:v>
                </c:pt>
                <c:pt idx="172">
                  <c:v>-0.1</c:v>
                </c:pt>
                <c:pt idx="173">
                  <c:v>-0.1</c:v>
                </c:pt>
                <c:pt idx="174">
                  <c:v>-0.1</c:v>
                </c:pt>
                <c:pt idx="175">
                  <c:v>-0.1</c:v>
                </c:pt>
                <c:pt idx="176">
                  <c:v>-0.1</c:v>
                </c:pt>
                <c:pt idx="177">
                  <c:v>-0.1</c:v>
                </c:pt>
                <c:pt idx="178">
                  <c:v>-0.1</c:v>
                </c:pt>
                <c:pt idx="179">
                  <c:v>-0.1</c:v>
                </c:pt>
                <c:pt idx="180">
                  <c:v>-0.1</c:v>
                </c:pt>
                <c:pt idx="181">
                  <c:v>-0.1</c:v>
                </c:pt>
                <c:pt idx="182">
                  <c:v>-0.1</c:v>
                </c:pt>
                <c:pt idx="183">
                  <c:v>-0.1</c:v>
                </c:pt>
                <c:pt idx="184">
                  <c:v>-0.1</c:v>
                </c:pt>
                <c:pt idx="185">
                  <c:v>-0.1</c:v>
                </c:pt>
                <c:pt idx="186">
                  <c:v>-0.1</c:v>
                </c:pt>
                <c:pt idx="187">
                  <c:v>-0.1</c:v>
                </c:pt>
                <c:pt idx="188">
                  <c:v>-0.1</c:v>
                </c:pt>
                <c:pt idx="189">
                  <c:v>-0.1</c:v>
                </c:pt>
                <c:pt idx="190">
                  <c:v>-0.1</c:v>
                </c:pt>
                <c:pt idx="191">
                  <c:v>-0.1</c:v>
                </c:pt>
                <c:pt idx="192">
                  <c:v>-0.1</c:v>
                </c:pt>
                <c:pt idx="193">
                  <c:v>-0.1</c:v>
                </c:pt>
                <c:pt idx="194">
                  <c:v>-0.1</c:v>
                </c:pt>
                <c:pt idx="195">
                  <c:v>-0.1</c:v>
                </c:pt>
                <c:pt idx="196">
                  <c:v>-0.1</c:v>
                </c:pt>
                <c:pt idx="197">
                  <c:v>-0.1</c:v>
                </c:pt>
                <c:pt idx="198">
                  <c:v>-0.1</c:v>
                </c:pt>
                <c:pt idx="199">
                  <c:v>-0.1</c:v>
                </c:pt>
                <c:pt idx="200">
                  <c:v>-0.1</c:v>
                </c:pt>
                <c:pt idx="201">
                  <c:v>-0.1</c:v>
                </c:pt>
                <c:pt idx="202">
                  <c:v>-0.1</c:v>
                </c:pt>
                <c:pt idx="203">
                  <c:v>-0.1</c:v>
                </c:pt>
                <c:pt idx="204">
                  <c:v>-0.1</c:v>
                </c:pt>
                <c:pt idx="205">
                  <c:v>-0.1</c:v>
                </c:pt>
                <c:pt idx="206">
                  <c:v>-0.1</c:v>
                </c:pt>
                <c:pt idx="207">
                  <c:v>-0.1</c:v>
                </c:pt>
                <c:pt idx="208">
                  <c:v>-0.1</c:v>
                </c:pt>
                <c:pt idx="209">
                  <c:v>-0.1</c:v>
                </c:pt>
                <c:pt idx="210">
                  <c:v>-0.1</c:v>
                </c:pt>
                <c:pt idx="211">
                  <c:v>-0.1</c:v>
                </c:pt>
                <c:pt idx="212">
                  <c:v>-0.1</c:v>
                </c:pt>
                <c:pt idx="213">
                  <c:v>-0.1</c:v>
                </c:pt>
                <c:pt idx="214">
                  <c:v>-0.1</c:v>
                </c:pt>
                <c:pt idx="215">
                  <c:v>-0.1</c:v>
                </c:pt>
                <c:pt idx="216">
                  <c:v>-0.1</c:v>
                </c:pt>
                <c:pt idx="217">
                  <c:v>-0.1</c:v>
                </c:pt>
                <c:pt idx="218">
                  <c:v>-0.1</c:v>
                </c:pt>
                <c:pt idx="219">
                  <c:v>-0.1</c:v>
                </c:pt>
                <c:pt idx="220">
                  <c:v>-0.1</c:v>
                </c:pt>
                <c:pt idx="221">
                  <c:v>-0.1</c:v>
                </c:pt>
                <c:pt idx="222">
                  <c:v>-0.1</c:v>
                </c:pt>
                <c:pt idx="223">
                  <c:v>-0.1</c:v>
                </c:pt>
                <c:pt idx="224">
                  <c:v>-0.1</c:v>
                </c:pt>
                <c:pt idx="225">
                  <c:v>-0.1</c:v>
                </c:pt>
                <c:pt idx="226">
                  <c:v>-0.1</c:v>
                </c:pt>
                <c:pt idx="227">
                  <c:v>-0.1</c:v>
                </c:pt>
                <c:pt idx="228">
                  <c:v>-0.1</c:v>
                </c:pt>
                <c:pt idx="229">
                  <c:v>-0.1</c:v>
                </c:pt>
                <c:pt idx="230">
                  <c:v>-0.1</c:v>
                </c:pt>
                <c:pt idx="231">
                  <c:v>-0.1</c:v>
                </c:pt>
                <c:pt idx="232">
                  <c:v>-0.1</c:v>
                </c:pt>
                <c:pt idx="233">
                  <c:v>-0.1</c:v>
                </c:pt>
                <c:pt idx="234">
                  <c:v>-0.1</c:v>
                </c:pt>
                <c:pt idx="235">
                  <c:v>-0.1</c:v>
                </c:pt>
                <c:pt idx="236">
                  <c:v>-0.1</c:v>
                </c:pt>
                <c:pt idx="237">
                  <c:v>-0.1</c:v>
                </c:pt>
                <c:pt idx="238">
                  <c:v>-0.1</c:v>
                </c:pt>
                <c:pt idx="239">
                  <c:v>-0.1</c:v>
                </c:pt>
                <c:pt idx="240">
                  <c:v>-0.1</c:v>
                </c:pt>
                <c:pt idx="241">
                  <c:v>-0.1</c:v>
                </c:pt>
                <c:pt idx="242">
                  <c:v>-0.1</c:v>
                </c:pt>
                <c:pt idx="243">
                  <c:v>-0.1</c:v>
                </c:pt>
                <c:pt idx="244">
                  <c:v>-0.1</c:v>
                </c:pt>
                <c:pt idx="245">
                  <c:v>-0.1</c:v>
                </c:pt>
                <c:pt idx="246">
                  <c:v>-0.1</c:v>
                </c:pt>
                <c:pt idx="247">
                  <c:v>-0.1</c:v>
                </c:pt>
                <c:pt idx="248">
                  <c:v>-0.1</c:v>
                </c:pt>
                <c:pt idx="249">
                  <c:v>-0.1</c:v>
                </c:pt>
                <c:pt idx="250">
                  <c:v>-0.1</c:v>
                </c:pt>
                <c:pt idx="251">
                  <c:v>-0.1</c:v>
                </c:pt>
                <c:pt idx="252">
                  <c:v>-0.1</c:v>
                </c:pt>
                <c:pt idx="253">
                  <c:v>-0.1</c:v>
                </c:pt>
                <c:pt idx="254">
                  <c:v>-0.1</c:v>
                </c:pt>
                <c:pt idx="255">
                  <c:v>-0.1</c:v>
                </c:pt>
                <c:pt idx="256">
                  <c:v>-0.1</c:v>
                </c:pt>
                <c:pt idx="257">
                  <c:v>-0.1</c:v>
                </c:pt>
                <c:pt idx="258">
                  <c:v>-0.1</c:v>
                </c:pt>
                <c:pt idx="259">
                  <c:v>-0.1</c:v>
                </c:pt>
                <c:pt idx="260">
                  <c:v>-0.1</c:v>
                </c:pt>
                <c:pt idx="261">
                  <c:v>-0.1</c:v>
                </c:pt>
                <c:pt idx="262">
                  <c:v>-0.1</c:v>
                </c:pt>
                <c:pt idx="263">
                  <c:v>-0.1</c:v>
                </c:pt>
                <c:pt idx="264">
                  <c:v>-0.1</c:v>
                </c:pt>
                <c:pt idx="265">
                  <c:v>-0.1</c:v>
                </c:pt>
                <c:pt idx="266">
                  <c:v>-0.1</c:v>
                </c:pt>
                <c:pt idx="267">
                  <c:v>-0.1</c:v>
                </c:pt>
                <c:pt idx="268">
                  <c:v>-0.1</c:v>
                </c:pt>
                <c:pt idx="269">
                  <c:v>-0.1</c:v>
                </c:pt>
                <c:pt idx="270">
                  <c:v>-0.1</c:v>
                </c:pt>
                <c:pt idx="271">
                  <c:v>-0.1</c:v>
                </c:pt>
                <c:pt idx="272">
                  <c:v>-0.1</c:v>
                </c:pt>
                <c:pt idx="273">
                  <c:v>-0.1</c:v>
                </c:pt>
                <c:pt idx="274">
                  <c:v>-0.1</c:v>
                </c:pt>
                <c:pt idx="275">
                  <c:v>-0.1</c:v>
                </c:pt>
                <c:pt idx="276">
                  <c:v>-0.1</c:v>
                </c:pt>
                <c:pt idx="277">
                  <c:v>-0.1</c:v>
                </c:pt>
                <c:pt idx="278">
                  <c:v>-0.1</c:v>
                </c:pt>
                <c:pt idx="279">
                  <c:v>-0.1</c:v>
                </c:pt>
                <c:pt idx="280">
                  <c:v>-0.1</c:v>
                </c:pt>
                <c:pt idx="281">
                  <c:v>-0.1</c:v>
                </c:pt>
                <c:pt idx="282">
                  <c:v>-0.1</c:v>
                </c:pt>
                <c:pt idx="283">
                  <c:v>-0.1</c:v>
                </c:pt>
                <c:pt idx="284">
                  <c:v>-0.1</c:v>
                </c:pt>
                <c:pt idx="285">
                  <c:v>-0.1</c:v>
                </c:pt>
                <c:pt idx="286">
                  <c:v>-0.1</c:v>
                </c:pt>
                <c:pt idx="287">
                  <c:v>-0.1</c:v>
                </c:pt>
                <c:pt idx="288">
                  <c:v>-0.1</c:v>
                </c:pt>
                <c:pt idx="289">
                  <c:v>-0.1</c:v>
                </c:pt>
                <c:pt idx="290">
                  <c:v>-0.1</c:v>
                </c:pt>
                <c:pt idx="291">
                  <c:v>-0.1</c:v>
                </c:pt>
                <c:pt idx="292">
                  <c:v>-0.1</c:v>
                </c:pt>
                <c:pt idx="293">
                  <c:v>-0.1</c:v>
                </c:pt>
                <c:pt idx="294">
                  <c:v>-0.1</c:v>
                </c:pt>
                <c:pt idx="295">
                  <c:v>-0.1</c:v>
                </c:pt>
                <c:pt idx="296">
                  <c:v>-0.1</c:v>
                </c:pt>
                <c:pt idx="297">
                  <c:v>-0.1</c:v>
                </c:pt>
                <c:pt idx="298">
                  <c:v>-0.1</c:v>
                </c:pt>
                <c:pt idx="299">
                  <c:v>-0.1</c:v>
                </c:pt>
                <c:pt idx="300">
                  <c:v>-0.1</c:v>
                </c:pt>
                <c:pt idx="301">
                  <c:v>-0.1</c:v>
                </c:pt>
                <c:pt idx="302">
                  <c:v>-0.1</c:v>
                </c:pt>
                <c:pt idx="303">
                  <c:v>-0.1</c:v>
                </c:pt>
                <c:pt idx="304">
                  <c:v>-0.1</c:v>
                </c:pt>
                <c:pt idx="305">
                  <c:v>-0.1</c:v>
                </c:pt>
                <c:pt idx="306">
                  <c:v>-0.1</c:v>
                </c:pt>
                <c:pt idx="307">
                  <c:v>-0.1</c:v>
                </c:pt>
                <c:pt idx="308">
                  <c:v>-0.1</c:v>
                </c:pt>
                <c:pt idx="309">
                  <c:v>-0.1</c:v>
                </c:pt>
                <c:pt idx="310">
                  <c:v>-0.1</c:v>
                </c:pt>
                <c:pt idx="311">
                  <c:v>-0.1</c:v>
                </c:pt>
                <c:pt idx="312">
                  <c:v>-0.1</c:v>
                </c:pt>
                <c:pt idx="313">
                  <c:v>-0.1</c:v>
                </c:pt>
                <c:pt idx="314">
                  <c:v>-0.1</c:v>
                </c:pt>
                <c:pt idx="315">
                  <c:v>-0.1</c:v>
                </c:pt>
                <c:pt idx="316">
                  <c:v>-0.1</c:v>
                </c:pt>
                <c:pt idx="317">
                  <c:v>-0.1</c:v>
                </c:pt>
                <c:pt idx="318">
                  <c:v>-0.1</c:v>
                </c:pt>
                <c:pt idx="319">
                  <c:v>-0.1</c:v>
                </c:pt>
                <c:pt idx="320">
                  <c:v>-0.1</c:v>
                </c:pt>
                <c:pt idx="321">
                  <c:v>-0.1</c:v>
                </c:pt>
                <c:pt idx="322">
                  <c:v>-0.1</c:v>
                </c:pt>
                <c:pt idx="323">
                  <c:v>-0.1</c:v>
                </c:pt>
                <c:pt idx="324">
                  <c:v>-0.1</c:v>
                </c:pt>
                <c:pt idx="325">
                  <c:v>-0.1</c:v>
                </c:pt>
                <c:pt idx="326">
                  <c:v>-0.1</c:v>
                </c:pt>
                <c:pt idx="327">
                  <c:v>-0.1</c:v>
                </c:pt>
                <c:pt idx="328">
                  <c:v>-0.1</c:v>
                </c:pt>
                <c:pt idx="329">
                  <c:v>-0.1</c:v>
                </c:pt>
                <c:pt idx="330">
                  <c:v>-0.1</c:v>
                </c:pt>
                <c:pt idx="331">
                  <c:v>-0.1</c:v>
                </c:pt>
                <c:pt idx="332">
                  <c:v>-0.1</c:v>
                </c:pt>
                <c:pt idx="333">
                  <c:v>-0.1</c:v>
                </c:pt>
                <c:pt idx="334">
                  <c:v>-0.1</c:v>
                </c:pt>
                <c:pt idx="335">
                  <c:v>-0.1</c:v>
                </c:pt>
                <c:pt idx="336">
                  <c:v>-0.1</c:v>
                </c:pt>
                <c:pt idx="337">
                  <c:v>-0.1</c:v>
                </c:pt>
                <c:pt idx="338">
                  <c:v>-0.1</c:v>
                </c:pt>
                <c:pt idx="339">
                  <c:v>-0.1</c:v>
                </c:pt>
                <c:pt idx="340">
                  <c:v>-0.1</c:v>
                </c:pt>
                <c:pt idx="341">
                  <c:v>-0.1</c:v>
                </c:pt>
                <c:pt idx="342">
                  <c:v>-0.1</c:v>
                </c:pt>
                <c:pt idx="343">
                  <c:v>-0.1</c:v>
                </c:pt>
                <c:pt idx="344">
                  <c:v>-0.1</c:v>
                </c:pt>
                <c:pt idx="345">
                  <c:v>-0.1</c:v>
                </c:pt>
                <c:pt idx="346">
                  <c:v>-0.1</c:v>
                </c:pt>
                <c:pt idx="347">
                  <c:v>-0.1</c:v>
                </c:pt>
                <c:pt idx="348">
                  <c:v>-0.1</c:v>
                </c:pt>
                <c:pt idx="349">
                  <c:v>-0.1</c:v>
                </c:pt>
                <c:pt idx="350">
                  <c:v>-0.1</c:v>
                </c:pt>
                <c:pt idx="351">
                  <c:v>-0.1</c:v>
                </c:pt>
                <c:pt idx="352">
                  <c:v>-0.1</c:v>
                </c:pt>
                <c:pt idx="353">
                  <c:v>-0.1</c:v>
                </c:pt>
                <c:pt idx="354">
                  <c:v>-0.1</c:v>
                </c:pt>
                <c:pt idx="355">
                  <c:v>-0.1</c:v>
                </c:pt>
                <c:pt idx="356">
                  <c:v>-0.1</c:v>
                </c:pt>
                <c:pt idx="357">
                  <c:v>-0.1</c:v>
                </c:pt>
                <c:pt idx="358">
                  <c:v>-0.1</c:v>
                </c:pt>
                <c:pt idx="359">
                  <c:v>-0.1</c:v>
                </c:pt>
                <c:pt idx="360">
                  <c:v>-0.1</c:v>
                </c:pt>
                <c:pt idx="361">
                  <c:v>-0.1</c:v>
                </c:pt>
                <c:pt idx="362">
                  <c:v>-0.1</c:v>
                </c:pt>
                <c:pt idx="363">
                  <c:v>-0.1</c:v>
                </c:pt>
                <c:pt idx="364">
                  <c:v>-0.1</c:v>
                </c:pt>
                <c:pt idx="365">
                  <c:v>-0.1</c:v>
                </c:pt>
                <c:pt idx="366">
                  <c:v>-0.1</c:v>
                </c:pt>
                <c:pt idx="367">
                  <c:v>-0.1</c:v>
                </c:pt>
                <c:pt idx="368">
                  <c:v>-0.1</c:v>
                </c:pt>
                <c:pt idx="369">
                  <c:v>-0.1</c:v>
                </c:pt>
                <c:pt idx="370">
                  <c:v>-0.1</c:v>
                </c:pt>
                <c:pt idx="371">
                  <c:v>-0.1</c:v>
                </c:pt>
                <c:pt idx="372">
                  <c:v>-0.1</c:v>
                </c:pt>
                <c:pt idx="373">
                  <c:v>-0.1</c:v>
                </c:pt>
                <c:pt idx="374">
                  <c:v>-0.1</c:v>
                </c:pt>
                <c:pt idx="375">
                  <c:v>-0.1</c:v>
                </c:pt>
                <c:pt idx="376">
                  <c:v>-0.1</c:v>
                </c:pt>
                <c:pt idx="377">
                  <c:v>-0.1</c:v>
                </c:pt>
                <c:pt idx="378">
                  <c:v>-0.1</c:v>
                </c:pt>
                <c:pt idx="379">
                  <c:v>-0.1</c:v>
                </c:pt>
                <c:pt idx="380">
                  <c:v>-0.1</c:v>
                </c:pt>
                <c:pt idx="381">
                  <c:v>-0.1</c:v>
                </c:pt>
                <c:pt idx="382">
                  <c:v>-0.1</c:v>
                </c:pt>
                <c:pt idx="383">
                  <c:v>-0.1</c:v>
                </c:pt>
                <c:pt idx="384">
                  <c:v>-0.1</c:v>
                </c:pt>
                <c:pt idx="385">
                  <c:v>-0.1</c:v>
                </c:pt>
                <c:pt idx="386">
                  <c:v>-0.1</c:v>
                </c:pt>
                <c:pt idx="387">
                  <c:v>-0.1</c:v>
                </c:pt>
                <c:pt idx="388">
                  <c:v>-0.1</c:v>
                </c:pt>
                <c:pt idx="389">
                  <c:v>-0.1</c:v>
                </c:pt>
                <c:pt idx="390">
                  <c:v>-0.1</c:v>
                </c:pt>
                <c:pt idx="391">
                  <c:v>-0.1</c:v>
                </c:pt>
                <c:pt idx="392">
                  <c:v>-0.1</c:v>
                </c:pt>
                <c:pt idx="393">
                  <c:v>-0.1</c:v>
                </c:pt>
                <c:pt idx="394">
                  <c:v>-0.1</c:v>
                </c:pt>
                <c:pt idx="395">
                  <c:v>-0.1</c:v>
                </c:pt>
                <c:pt idx="396">
                  <c:v>-0.1</c:v>
                </c:pt>
                <c:pt idx="397">
                  <c:v>-0.1</c:v>
                </c:pt>
                <c:pt idx="398">
                  <c:v>-0.1</c:v>
                </c:pt>
                <c:pt idx="399">
                  <c:v>-0.1</c:v>
                </c:pt>
                <c:pt idx="400">
                  <c:v>-0.1</c:v>
                </c:pt>
                <c:pt idx="401">
                  <c:v>-0.1</c:v>
                </c:pt>
                <c:pt idx="402">
                  <c:v>-0.1</c:v>
                </c:pt>
                <c:pt idx="403">
                  <c:v>-0.1</c:v>
                </c:pt>
                <c:pt idx="404">
                  <c:v>-0.1</c:v>
                </c:pt>
                <c:pt idx="405">
                  <c:v>-0.1</c:v>
                </c:pt>
                <c:pt idx="406">
                  <c:v>-0.1</c:v>
                </c:pt>
                <c:pt idx="407">
                  <c:v>-0.1</c:v>
                </c:pt>
                <c:pt idx="408">
                  <c:v>-0.1</c:v>
                </c:pt>
                <c:pt idx="409">
                  <c:v>-0.1</c:v>
                </c:pt>
                <c:pt idx="410">
                  <c:v>-0.1</c:v>
                </c:pt>
                <c:pt idx="411">
                  <c:v>-0.1</c:v>
                </c:pt>
                <c:pt idx="412">
                  <c:v>-0.1</c:v>
                </c:pt>
                <c:pt idx="413">
                  <c:v>-0.1</c:v>
                </c:pt>
                <c:pt idx="414">
                  <c:v>-0.1</c:v>
                </c:pt>
                <c:pt idx="415">
                  <c:v>-0.1</c:v>
                </c:pt>
                <c:pt idx="416">
                  <c:v>-0.1</c:v>
                </c:pt>
                <c:pt idx="417">
                  <c:v>-0.1</c:v>
                </c:pt>
                <c:pt idx="418">
                  <c:v>-0.1</c:v>
                </c:pt>
                <c:pt idx="419">
                  <c:v>-0.1</c:v>
                </c:pt>
                <c:pt idx="420">
                  <c:v>-0.1</c:v>
                </c:pt>
                <c:pt idx="421">
                  <c:v>-0.1</c:v>
                </c:pt>
                <c:pt idx="422">
                  <c:v>-0.1</c:v>
                </c:pt>
                <c:pt idx="423">
                  <c:v>-0.1</c:v>
                </c:pt>
                <c:pt idx="424">
                  <c:v>-0.1</c:v>
                </c:pt>
                <c:pt idx="425">
                  <c:v>-0.1</c:v>
                </c:pt>
                <c:pt idx="426">
                  <c:v>-0.1</c:v>
                </c:pt>
                <c:pt idx="427">
                  <c:v>-0.1</c:v>
                </c:pt>
                <c:pt idx="428">
                  <c:v>-0.1</c:v>
                </c:pt>
                <c:pt idx="429">
                  <c:v>-0.1</c:v>
                </c:pt>
                <c:pt idx="430">
                  <c:v>-0.1</c:v>
                </c:pt>
                <c:pt idx="431">
                  <c:v>-0.1</c:v>
                </c:pt>
                <c:pt idx="432">
                  <c:v>-0.1</c:v>
                </c:pt>
                <c:pt idx="433">
                  <c:v>-0.1</c:v>
                </c:pt>
                <c:pt idx="434">
                  <c:v>-0.1</c:v>
                </c:pt>
                <c:pt idx="435">
                  <c:v>-0.1</c:v>
                </c:pt>
                <c:pt idx="436">
                  <c:v>-0.1</c:v>
                </c:pt>
                <c:pt idx="437">
                  <c:v>-0.1</c:v>
                </c:pt>
                <c:pt idx="438">
                  <c:v>-0.1</c:v>
                </c:pt>
                <c:pt idx="439">
                  <c:v>-0.1</c:v>
                </c:pt>
                <c:pt idx="440">
                  <c:v>-0.1</c:v>
                </c:pt>
                <c:pt idx="441">
                  <c:v>-0.1</c:v>
                </c:pt>
                <c:pt idx="442">
                  <c:v>-0.1</c:v>
                </c:pt>
                <c:pt idx="443">
                  <c:v>-0.1</c:v>
                </c:pt>
                <c:pt idx="444">
                  <c:v>-0.1</c:v>
                </c:pt>
                <c:pt idx="445">
                  <c:v>-0.1</c:v>
                </c:pt>
                <c:pt idx="446">
                  <c:v>-0.1</c:v>
                </c:pt>
                <c:pt idx="447">
                  <c:v>-0.1</c:v>
                </c:pt>
                <c:pt idx="448">
                  <c:v>-0.1</c:v>
                </c:pt>
                <c:pt idx="449">
                  <c:v>-0.1</c:v>
                </c:pt>
                <c:pt idx="450">
                  <c:v>-0.1</c:v>
                </c:pt>
                <c:pt idx="451">
                  <c:v>-0.1</c:v>
                </c:pt>
                <c:pt idx="452">
                  <c:v>-0.1</c:v>
                </c:pt>
                <c:pt idx="453">
                  <c:v>-0.1</c:v>
                </c:pt>
                <c:pt idx="454">
                  <c:v>-0.1</c:v>
                </c:pt>
                <c:pt idx="455">
                  <c:v>-0.1</c:v>
                </c:pt>
                <c:pt idx="456">
                  <c:v>-0.1</c:v>
                </c:pt>
                <c:pt idx="457">
                  <c:v>-0.1</c:v>
                </c:pt>
                <c:pt idx="458">
                  <c:v>-0.1</c:v>
                </c:pt>
                <c:pt idx="459">
                  <c:v>-0.1</c:v>
                </c:pt>
                <c:pt idx="460">
                  <c:v>-0.1</c:v>
                </c:pt>
                <c:pt idx="461">
                  <c:v>-0.1</c:v>
                </c:pt>
                <c:pt idx="462">
                  <c:v>-0.1</c:v>
                </c:pt>
                <c:pt idx="463">
                  <c:v>-0.1</c:v>
                </c:pt>
                <c:pt idx="464">
                  <c:v>-0.1</c:v>
                </c:pt>
                <c:pt idx="465">
                  <c:v>-0.1</c:v>
                </c:pt>
                <c:pt idx="466">
                  <c:v>-0.1</c:v>
                </c:pt>
                <c:pt idx="467">
                  <c:v>-0.1</c:v>
                </c:pt>
                <c:pt idx="468">
                  <c:v>-0.1</c:v>
                </c:pt>
                <c:pt idx="469">
                  <c:v>-0.1</c:v>
                </c:pt>
                <c:pt idx="470">
                  <c:v>-0.1</c:v>
                </c:pt>
                <c:pt idx="471">
                  <c:v>-0.1</c:v>
                </c:pt>
                <c:pt idx="472">
                  <c:v>-0.1</c:v>
                </c:pt>
                <c:pt idx="473">
                  <c:v>-0.1</c:v>
                </c:pt>
                <c:pt idx="474">
                  <c:v>-0.1</c:v>
                </c:pt>
                <c:pt idx="475">
                  <c:v>-0.1</c:v>
                </c:pt>
                <c:pt idx="476">
                  <c:v>-0.1</c:v>
                </c:pt>
                <c:pt idx="477">
                  <c:v>-0.1</c:v>
                </c:pt>
                <c:pt idx="478">
                  <c:v>-0.1</c:v>
                </c:pt>
                <c:pt idx="479">
                  <c:v>-0.1</c:v>
                </c:pt>
                <c:pt idx="480">
                  <c:v>-0.1</c:v>
                </c:pt>
                <c:pt idx="481">
                  <c:v>-0.1</c:v>
                </c:pt>
                <c:pt idx="482">
                  <c:v>-0.1</c:v>
                </c:pt>
                <c:pt idx="483">
                  <c:v>-0.1</c:v>
                </c:pt>
                <c:pt idx="484">
                  <c:v>-0.1</c:v>
                </c:pt>
                <c:pt idx="485">
                  <c:v>-0.1</c:v>
                </c:pt>
                <c:pt idx="486">
                  <c:v>-0.1</c:v>
                </c:pt>
                <c:pt idx="487">
                  <c:v>-0.1</c:v>
                </c:pt>
                <c:pt idx="488">
                  <c:v>-0.1</c:v>
                </c:pt>
                <c:pt idx="489">
                  <c:v>-0.1</c:v>
                </c:pt>
                <c:pt idx="490">
                  <c:v>-0.1</c:v>
                </c:pt>
                <c:pt idx="491">
                  <c:v>-0.1</c:v>
                </c:pt>
                <c:pt idx="492">
                  <c:v>-0.1</c:v>
                </c:pt>
                <c:pt idx="493">
                  <c:v>-0.1</c:v>
                </c:pt>
                <c:pt idx="494">
                  <c:v>-0.1</c:v>
                </c:pt>
                <c:pt idx="495">
                  <c:v>-0.1</c:v>
                </c:pt>
                <c:pt idx="496">
                  <c:v>-0.1</c:v>
                </c:pt>
                <c:pt idx="497">
                  <c:v>-0.1</c:v>
                </c:pt>
                <c:pt idx="498">
                  <c:v>-0.1</c:v>
                </c:pt>
                <c:pt idx="499">
                  <c:v>-0.1</c:v>
                </c:pt>
                <c:pt idx="500">
                  <c:v>-0.1</c:v>
                </c:pt>
                <c:pt idx="501">
                  <c:v>-0.1</c:v>
                </c:pt>
                <c:pt idx="502">
                  <c:v>-0.1</c:v>
                </c:pt>
                <c:pt idx="503">
                  <c:v>-0.1</c:v>
                </c:pt>
                <c:pt idx="504">
                  <c:v>-0.1</c:v>
                </c:pt>
                <c:pt idx="505">
                  <c:v>-0.1</c:v>
                </c:pt>
                <c:pt idx="506">
                  <c:v>-0.1</c:v>
                </c:pt>
                <c:pt idx="507">
                  <c:v>-0.1</c:v>
                </c:pt>
                <c:pt idx="508">
                  <c:v>-0.1</c:v>
                </c:pt>
                <c:pt idx="509">
                  <c:v>-0.1</c:v>
                </c:pt>
                <c:pt idx="510">
                  <c:v>-0.1</c:v>
                </c:pt>
                <c:pt idx="511">
                  <c:v>-0.1</c:v>
                </c:pt>
                <c:pt idx="512">
                  <c:v>-0.1</c:v>
                </c:pt>
                <c:pt idx="513">
                  <c:v>-0.1</c:v>
                </c:pt>
                <c:pt idx="514">
                  <c:v>-0.1</c:v>
                </c:pt>
                <c:pt idx="515">
                  <c:v>-0.1</c:v>
                </c:pt>
                <c:pt idx="516">
                  <c:v>-0.1</c:v>
                </c:pt>
                <c:pt idx="517">
                  <c:v>-0.1</c:v>
                </c:pt>
                <c:pt idx="518">
                  <c:v>-0.1</c:v>
                </c:pt>
                <c:pt idx="519">
                  <c:v>-0.1</c:v>
                </c:pt>
                <c:pt idx="520">
                  <c:v>-0.1</c:v>
                </c:pt>
                <c:pt idx="521">
                  <c:v>-0.1</c:v>
                </c:pt>
                <c:pt idx="522">
                  <c:v>-0.1</c:v>
                </c:pt>
                <c:pt idx="523">
                  <c:v>-0.1</c:v>
                </c:pt>
                <c:pt idx="524">
                  <c:v>-0.1</c:v>
                </c:pt>
                <c:pt idx="525">
                  <c:v>-0.1</c:v>
                </c:pt>
                <c:pt idx="526">
                  <c:v>-0.1</c:v>
                </c:pt>
                <c:pt idx="527">
                  <c:v>-0.1</c:v>
                </c:pt>
                <c:pt idx="528">
                  <c:v>-0.1</c:v>
                </c:pt>
                <c:pt idx="529">
                  <c:v>-0.1</c:v>
                </c:pt>
                <c:pt idx="530">
                  <c:v>-0.1</c:v>
                </c:pt>
                <c:pt idx="531">
                  <c:v>-0.1</c:v>
                </c:pt>
                <c:pt idx="532">
                  <c:v>-0.1</c:v>
                </c:pt>
                <c:pt idx="533">
                  <c:v>-0.1</c:v>
                </c:pt>
                <c:pt idx="534">
                  <c:v>-0.1</c:v>
                </c:pt>
                <c:pt idx="535">
                  <c:v>-0.1</c:v>
                </c:pt>
                <c:pt idx="536">
                  <c:v>-0.1</c:v>
                </c:pt>
                <c:pt idx="537">
                  <c:v>-0.1</c:v>
                </c:pt>
                <c:pt idx="538">
                  <c:v>-0.1</c:v>
                </c:pt>
                <c:pt idx="539">
                  <c:v>-0.1</c:v>
                </c:pt>
                <c:pt idx="540">
                  <c:v>-0.1</c:v>
                </c:pt>
                <c:pt idx="541">
                  <c:v>-0.1</c:v>
                </c:pt>
                <c:pt idx="542">
                  <c:v>-0.1</c:v>
                </c:pt>
                <c:pt idx="543">
                  <c:v>-0.1</c:v>
                </c:pt>
                <c:pt idx="544">
                  <c:v>-0.1</c:v>
                </c:pt>
                <c:pt idx="545">
                  <c:v>-0.1</c:v>
                </c:pt>
                <c:pt idx="546">
                  <c:v>-0.1</c:v>
                </c:pt>
                <c:pt idx="547">
                  <c:v>-0.1</c:v>
                </c:pt>
                <c:pt idx="548">
                  <c:v>-0.1</c:v>
                </c:pt>
                <c:pt idx="549">
                  <c:v>-0.1</c:v>
                </c:pt>
                <c:pt idx="550">
                  <c:v>-0.1</c:v>
                </c:pt>
                <c:pt idx="551">
                  <c:v>-0.1</c:v>
                </c:pt>
                <c:pt idx="552">
                  <c:v>-0.1</c:v>
                </c:pt>
                <c:pt idx="553">
                  <c:v>-0.1</c:v>
                </c:pt>
                <c:pt idx="554">
                  <c:v>-0.1</c:v>
                </c:pt>
                <c:pt idx="555">
                  <c:v>-0.1</c:v>
                </c:pt>
                <c:pt idx="556">
                  <c:v>-0.1</c:v>
                </c:pt>
                <c:pt idx="557">
                  <c:v>-0.1</c:v>
                </c:pt>
                <c:pt idx="558">
                  <c:v>-0.1</c:v>
                </c:pt>
                <c:pt idx="559">
                  <c:v>-0.1</c:v>
                </c:pt>
                <c:pt idx="560">
                  <c:v>-0.1</c:v>
                </c:pt>
                <c:pt idx="561">
                  <c:v>-0.1</c:v>
                </c:pt>
                <c:pt idx="562">
                  <c:v>-0.1</c:v>
                </c:pt>
                <c:pt idx="563">
                  <c:v>-0.1</c:v>
                </c:pt>
                <c:pt idx="564">
                  <c:v>-0.1</c:v>
                </c:pt>
                <c:pt idx="565">
                  <c:v>-0.1</c:v>
                </c:pt>
                <c:pt idx="566">
                  <c:v>-0.1</c:v>
                </c:pt>
                <c:pt idx="567">
                  <c:v>-0.1</c:v>
                </c:pt>
                <c:pt idx="568">
                  <c:v>-0.1</c:v>
                </c:pt>
                <c:pt idx="569">
                  <c:v>-0.1</c:v>
                </c:pt>
                <c:pt idx="570">
                  <c:v>-0.1</c:v>
                </c:pt>
                <c:pt idx="571">
                  <c:v>-0.1</c:v>
                </c:pt>
                <c:pt idx="572">
                  <c:v>-0.1</c:v>
                </c:pt>
                <c:pt idx="573">
                  <c:v>-0.1</c:v>
                </c:pt>
                <c:pt idx="574">
                  <c:v>-0.1</c:v>
                </c:pt>
                <c:pt idx="575">
                  <c:v>-0.1</c:v>
                </c:pt>
                <c:pt idx="576">
                  <c:v>-0.1</c:v>
                </c:pt>
                <c:pt idx="577">
                  <c:v>-0.1</c:v>
                </c:pt>
                <c:pt idx="578">
                  <c:v>-0.1</c:v>
                </c:pt>
                <c:pt idx="579">
                  <c:v>-0.1</c:v>
                </c:pt>
                <c:pt idx="580">
                  <c:v>-0.1</c:v>
                </c:pt>
                <c:pt idx="581">
                  <c:v>-0.1</c:v>
                </c:pt>
                <c:pt idx="582">
                  <c:v>-0.1</c:v>
                </c:pt>
                <c:pt idx="583">
                  <c:v>-0.1</c:v>
                </c:pt>
                <c:pt idx="584">
                  <c:v>-0.1</c:v>
                </c:pt>
                <c:pt idx="585">
                  <c:v>-0.1</c:v>
                </c:pt>
                <c:pt idx="586">
                  <c:v>-0.1</c:v>
                </c:pt>
                <c:pt idx="587">
                  <c:v>-0.1</c:v>
                </c:pt>
                <c:pt idx="588">
                  <c:v>-0.1</c:v>
                </c:pt>
                <c:pt idx="589">
                  <c:v>-0.1</c:v>
                </c:pt>
                <c:pt idx="590">
                  <c:v>-0.1</c:v>
                </c:pt>
                <c:pt idx="591">
                  <c:v>-0.1</c:v>
                </c:pt>
                <c:pt idx="592">
                  <c:v>-0.1</c:v>
                </c:pt>
                <c:pt idx="593">
                  <c:v>-0.1</c:v>
                </c:pt>
                <c:pt idx="594">
                  <c:v>-0.1</c:v>
                </c:pt>
                <c:pt idx="595">
                  <c:v>-0.1</c:v>
                </c:pt>
                <c:pt idx="596">
                  <c:v>-0.1</c:v>
                </c:pt>
                <c:pt idx="597">
                  <c:v>-0.1</c:v>
                </c:pt>
                <c:pt idx="598">
                  <c:v>-0.1</c:v>
                </c:pt>
                <c:pt idx="599">
                  <c:v>-0.1</c:v>
                </c:pt>
                <c:pt idx="600">
                  <c:v>-0.1</c:v>
                </c:pt>
                <c:pt idx="601">
                  <c:v>-0.1</c:v>
                </c:pt>
                <c:pt idx="602">
                  <c:v>-0.1</c:v>
                </c:pt>
                <c:pt idx="603">
                  <c:v>-0.1</c:v>
                </c:pt>
                <c:pt idx="604">
                  <c:v>-0.1</c:v>
                </c:pt>
                <c:pt idx="605">
                  <c:v>-0.1</c:v>
                </c:pt>
                <c:pt idx="606">
                  <c:v>-0.1</c:v>
                </c:pt>
                <c:pt idx="607">
                  <c:v>-0.1</c:v>
                </c:pt>
                <c:pt idx="608">
                  <c:v>-0.1</c:v>
                </c:pt>
                <c:pt idx="609">
                  <c:v>-0.1</c:v>
                </c:pt>
                <c:pt idx="610">
                  <c:v>-0.1</c:v>
                </c:pt>
                <c:pt idx="611">
                  <c:v>-0.1</c:v>
                </c:pt>
                <c:pt idx="612">
                  <c:v>-0.1</c:v>
                </c:pt>
                <c:pt idx="613">
                  <c:v>-0.1</c:v>
                </c:pt>
                <c:pt idx="614">
                  <c:v>-0.1</c:v>
                </c:pt>
                <c:pt idx="615">
                  <c:v>-0.1</c:v>
                </c:pt>
                <c:pt idx="616">
                  <c:v>-0.1</c:v>
                </c:pt>
                <c:pt idx="617">
                  <c:v>-0.1</c:v>
                </c:pt>
                <c:pt idx="618">
                  <c:v>-0.1</c:v>
                </c:pt>
                <c:pt idx="619">
                  <c:v>-0.1</c:v>
                </c:pt>
                <c:pt idx="620">
                  <c:v>-0.1</c:v>
                </c:pt>
                <c:pt idx="621">
                  <c:v>-0.1</c:v>
                </c:pt>
                <c:pt idx="622">
                  <c:v>-0.1</c:v>
                </c:pt>
                <c:pt idx="623">
                  <c:v>-0.1</c:v>
                </c:pt>
                <c:pt idx="624">
                  <c:v>-0.1</c:v>
                </c:pt>
                <c:pt idx="625">
                  <c:v>-0.1</c:v>
                </c:pt>
                <c:pt idx="626">
                  <c:v>-0.1</c:v>
                </c:pt>
                <c:pt idx="627">
                  <c:v>-0.1</c:v>
                </c:pt>
                <c:pt idx="628">
                  <c:v>-0.1</c:v>
                </c:pt>
                <c:pt idx="629">
                  <c:v>-0.1</c:v>
                </c:pt>
                <c:pt idx="630">
                  <c:v>-0.1</c:v>
                </c:pt>
                <c:pt idx="631">
                  <c:v>-0.1</c:v>
                </c:pt>
                <c:pt idx="632">
                  <c:v>-0.1</c:v>
                </c:pt>
                <c:pt idx="633">
                  <c:v>-0.1</c:v>
                </c:pt>
                <c:pt idx="634">
                  <c:v>-0.1</c:v>
                </c:pt>
                <c:pt idx="635">
                  <c:v>-0.1</c:v>
                </c:pt>
                <c:pt idx="636">
                  <c:v>-0.1</c:v>
                </c:pt>
                <c:pt idx="637">
                  <c:v>-0.1</c:v>
                </c:pt>
                <c:pt idx="638">
                  <c:v>-0.1</c:v>
                </c:pt>
                <c:pt idx="639">
                  <c:v>-0.1</c:v>
                </c:pt>
                <c:pt idx="640">
                  <c:v>-0.1</c:v>
                </c:pt>
                <c:pt idx="641">
                  <c:v>-0.1</c:v>
                </c:pt>
                <c:pt idx="642">
                  <c:v>-0.1</c:v>
                </c:pt>
                <c:pt idx="643">
                  <c:v>-0.1</c:v>
                </c:pt>
                <c:pt idx="644">
                  <c:v>-0.1</c:v>
                </c:pt>
                <c:pt idx="645">
                  <c:v>-0.1</c:v>
                </c:pt>
                <c:pt idx="646">
                  <c:v>-0.1</c:v>
                </c:pt>
                <c:pt idx="647">
                  <c:v>-0.1</c:v>
                </c:pt>
                <c:pt idx="648">
                  <c:v>-0.1</c:v>
                </c:pt>
                <c:pt idx="649">
                  <c:v>-0.1</c:v>
                </c:pt>
                <c:pt idx="650">
                  <c:v>-0.1</c:v>
                </c:pt>
                <c:pt idx="651">
                  <c:v>-0.1</c:v>
                </c:pt>
                <c:pt idx="652">
                  <c:v>-0.1</c:v>
                </c:pt>
                <c:pt idx="653">
                  <c:v>-0.1</c:v>
                </c:pt>
                <c:pt idx="654">
                  <c:v>-0.1</c:v>
                </c:pt>
                <c:pt idx="655">
                  <c:v>-0.1</c:v>
                </c:pt>
                <c:pt idx="656">
                  <c:v>-0.1</c:v>
                </c:pt>
                <c:pt idx="657">
                  <c:v>-0.1</c:v>
                </c:pt>
                <c:pt idx="658">
                  <c:v>-0.1</c:v>
                </c:pt>
                <c:pt idx="659">
                  <c:v>-0.1</c:v>
                </c:pt>
                <c:pt idx="660">
                  <c:v>-0.1</c:v>
                </c:pt>
                <c:pt idx="661">
                  <c:v>-0.1</c:v>
                </c:pt>
                <c:pt idx="662">
                  <c:v>-0.1</c:v>
                </c:pt>
                <c:pt idx="663">
                  <c:v>-0.1</c:v>
                </c:pt>
                <c:pt idx="664">
                  <c:v>-0.1</c:v>
                </c:pt>
                <c:pt idx="665">
                  <c:v>-0.1</c:v>
                </c:pt>
                <c:pt idx="666">
                  <c:v>-0.1</c:v>
                </c:pt>
                <c:pt idx="667">
                  <c:v>-0.1</c:v>
                </c:pt>
                <c:pt idx="668">
                  <c:v>-0.1</c:v>
                </c:pt>
                <c:pt idx="669">
                  <c:v>-0.1</c:v>
                </c:pt>
                <c:pt idx="670">
                  <c:v>-0.1</c:v>
                </c:pt>
                <c:pt idx="671">
                  <c:v>-0.1</c:v>
                </c:pt>
                <c:pt idx="672">
                  <c:v>-0.1</c:v>
                </c:pt>
                <c:pt idx="673">
                  <c:v>-0.1</c:v>
                </c:pt>
                <c:pt idx="674">
                  <c:v>-0.1</c:v>
                </c:pt>
                <c:pt idx="675">
                  <c:v>-0.1</c:v>
                </c:pt>
                <c:pt idx="676">
                  <c:v>-0.1</c:v>
                </c:pt>
                <c:pt idx="677">
                  <c:v>-0.1</c:v>
                </c:pt>
                <c:pt idx="678">
                  <c:v>-0.1</c:v>
                </c:pt>
                <c:pt idx="679">
                  <c:v>-0.1</c:v>
                </c:pt>
                <c:pt idx="680">
                  <c:v>-0.1</c:v>
                </c:pt>
                <c:pt idx="681">
                  <c:v>-0.1</c:v>
                </c:pt>
                <c:pt idx="682">
                  <c:v>-0.1</c:v>
                </c:pt>
                <c:pt idx="683">
                  <c:v>-0.1</c:v>
                </c:pt>
                <c:pt idx="684">
                  <c:v>-0.1</c:v>
                </c:pt>
                <c:pt idx="685">
                  <c:v>-0.1</c:v>
                </c:pt>
                <c:pt idx="686">
                  <c:v>-0.1</c:v>
                </c:pt>
                <c:pt idx="687">
                  <c:v>-0.1</c:v>
                </c:pt>
                <c:pt idx="688">
                  <c:v>-0.1</c:v>
                </c:pt>
                <c:pt idx="689">
                  <c:v>-0.1</c:v>
                </c:pt>
                <c:pt idx="690">
                  <c:v>-0.1</c:v>
                </c:pt>
                <c:pt idx="691">
                  <c:v>-0.1</c:v>
                </c:pt>
                <c:pt idx="692">
                  <c:v>-0.1</c:v>
                </c:pt>
                <c:pt idx="693">
                  <c:v>-0.1</c:v>
                </c:pt>
                <c:pt idx="694">
                  <c:v>-0.1</c:v>
                </c:pt>
                <c:pt idx="695">
                  <c:v>-0.1</c:v>
                </c:pt>
                <c:pt idx="696">
                  <c:v>-0.1</c:v>
                </c:pt>
                <c:pt idx="697">
                  <c:v>-0.1</c:v>
                </c:pt>
                <c:pt idx="698">
                  <c:v>-0.1</c:v>
                </c:pt>
                <c:pt idx="699">
                  <c:v>-0.1</c:v>
                </c:pt>
                <c:pt idx="700">
                  <c:v>-0.1</c:v>
                </c:pt>
                <c:pt idx="701">
                  <c:v>-0.1</c:v>
                </c:pt>
                <c:pt idx="702">
                  <c:v>-0.1</c:v>
                </c:pt>
                <c:pt idx="703">
                  <c:v>-0.1</c:v>
                </c:pt>
                <c:pt idx="704">
                  <c:v>-0.1</c:v>
                </c:pt>
                <c:pt idx="705">
                  <c:v>-0.1</c:v>
                </c:pt>
                <c:pt idx="706">
                  <c:v>-0.1</c:v>
                </c:pt>
                <c:pt idx="707">
                  <c:v>-0.1</c:v>
                </c:pt>
                <c:pt idx="708">
                  <c:v>-0.1</c:v>
                </c:pt>
                <c:pt idx="709">
                  <c:v>-0.1</c:v>
                </c:pt>
                <c:pt idx="710">
                  <c:v>-0.1</c:v>
                </c:pt>
                <c:pt idx="711">
                  <c:v>-0.1</c:v>
                </c:pt>
                <c:pt idx="712">
                  <c:v>-0.1</c:v>
                </c:pt>
                <c:pt idx="713">
                  <c:v>-0.1</c:v>
                </c:pt>
                <c:pt idx="714">
                  <c:v>-0.1</c:v>
                </c:pt>
                <c:pt idx="715">
                  <c:v>-0.1</c:v>
                </c:pt>
                <c:pt idx="716">
                  <c:v>-0.1</c:v>
                </c:pt>
                <c:pt idx="717">
                  <c:v>-0.1</c:v>
                </c:pt>
                <c:pt idx="718">
                  <c:v>-0.1</c:v>
                </c:pt>
                <c:pt idx="719">
                  <c:v>-0.1</c:v>
                </c:pt>
                <c:pt idx="720">
                  <c:v>-0.1</c:v>
                </c:pt>
                <c:pt idx="721">
                  <c:v>-0.1</c:v>
                </c:pt>
                <c:pt idx="722">
                  <c:v>-0.1</c:v>
                </c:pt>
                <c:pt idx="723">
                  <c:v>-0.1</c:v>
                </c:pt>
                <c:pt idx="724">
                  <c:v>-0.1</c:v>
                </c:pt>
                <c:pt idx="725">
                  <c:v>-0.1</c:v>
                </c:pt>
                <c:pt idx="726">
                  <c:v>-0.1</c:v>
                </c:pt>
                <c:pt idx="727">
                  <c:v>-0.1</c:v>
                </c:pt>
                <c:pt idx="728">
                  <c:v>-0.1</c:v>
                </c:pt>
                <c:pt idx="729">
                  <c:v>-0.1</c:v>
                </c:pt>
                <c:pt idx="730">
                  <c:v>-0.1</c:v>
                </c:pt>
                <c:pt idx="731">
                  <c:v>-0.1</c:v>
                </c:pt>
                <c:pt idx="732">
                  <c:v>-0.1</c:v>
                </c:pt>
                <c:pt idx="733">
                  <c:v>-0.1</c:v>
                </c:pt>
                <c:pt idx="734">
                  <c:v>-0.1</c:v>
                </c:pt>
                <c:pt idx="735">
                  <c:v>-0.1</c:v>
                </c:pt>
                <c:pt idx="736">
                  <c:v>-0.1</c:v>
                </c:pt>
                <c:pt idx="737">
                  <c:v>-0.1</c:v>
                </c:pt>
                <c:pt idx="738">
                  <c:v>-0.1</c:v>
                </c:pt>
                <c:pt idx="739">
                  <c:v>-0.1</c:v>
                </c:pt>
                <c:pt idx="740">
                  <c:v>-0.1</c:v>
                </c:pt>
                <c:pt idx="741">
                  <c:v>-0.1</c:v>
                </c:pt>
                <c:pt idx="742">
                  <c:v>-0.1</c:v>
                </c:pt>
                <c:pt idx="743">
                  <c:v>-0.1</c:v>
                </c:pt>
                <c:pt idx="744">
                  <c:v>-0.1</c:v>
                </c:pt>
                <c:pt idx="745">
                  <c:v>-0.1</c:v>
                </c:pt>
                <c:pt idx="746">
                  <c:v>-0.1</c:v>
                </c:pt>
                <c:pt idx="747">
                  <c:v>-0.1</c:v>
                </c:pt>
                <c:pt idx="748">
                  <c:v>-0.1</c:v>
                </c:pt>
                <c:pt idx="749">
                  <c:v>-0.1</c:v>
                </c:pt>
                <c:pt idx="750">
                  <c:v>-0.1</c:v>
                </c:pt>
                <c:pt idx="751">
                  <c:v>-0.1</c:v>
                </c:pt>
                <c:pt idx="752">
                  <c:v>-0.1</c:v>
                </c:pt>
                <c:pt idx="753">
                  <c:v>-0.1</c:v>
                </c:pt>
                <c:pt idx="754">
                  <c:v>-0.1</c:v>
                </c:pt>
                <c:pt idx="755">
                  <c:v>-0.1</c:v>
                </c:pt>
                <c:pt idx="756">
                  <c:v>-0.1</c:v>
                </c:pt>
                <c:pt idx="757">
                  <c:v>-0.1</c:v>
                </c:pt>
                <c:pt idx="758">
                  <c:v>-0.1</c:v>
                </c:pt>
                <c:pt idx="759">
                  <c:v>-0.1</c:v>
                </c:pt>
                <c:pt idx="760">
                  <c:v>-0.1</c:v>
                </c:pt>
                <c:pt idx="761">
                  <c:v>-0.1</c:v>
                </c:pt>
                <c:pt idx="762">
                  <c:v>-0.1</c:v>
                </c:pt>
                <c:pt idx="763">
                  <c:v>-0.1</c:v>
                </c:pt>
                <c:pt idx="764">
                  <c:v>-0.1</c:v>
                </c:pt>
                <c:pt idx="765">
                  <c:v>-0.1</c:v>
                </c:pt>
                <c:pt idx="766">
                  <c:v>-0.1</c:v>
                </c:pt>
                <c:pt idx="767">
                  <c:v>-0.1</c:v>
                </c:pt>
                <c:pt idx="768">
                  <c:v>-0.1</c:v>
                </c:pt>
                <c:pt idx="769">
                  <c:v>-0.1</c:v>
                </c:pt>
                <c:pt idx="770">
                  <c:v>-0.1</c:v>
                </c:pt>
                <c:pt idx="771">
                  <c:v>-0.1</c:v>
                </c:pt>
                <c:pt idx="772">
                  <c:v>-0.1</c:v>
                </c:pt>
                <c:pt idx="773">
                  <c:v>-0.1</c:v>
                </c:pt>
                <c:pt idx="774">
                  <c:v>-0.1</c:v>
                </c:pt>
                <c:pt idx="775">
                  <c:v>-0.1</c:v>
                </c:pt>
                <c:pt idx="776">
                  <c:v>-0.1</c:v>
                </c:pt>
                <c:pt idx="777">
                  <c:v>-0.1</c:v>
                </c:pt>
                <c:pt idx="778">
                  <c:v>-0.1</c:v>
                </c:pt>
                <c:pt idx="779">
                  <c:v>-0.1</c:v>
                </c:pt>
                <c:pt idx="780">
                  <c:v>-0.1</c:v>
                </c:pt>
                <c:pt idx="781">
                  <c:v>-0.1</c:v>
                </c:pt>
                <c:pt idx="782">
                  <c:v>-0.1</c:v>
                </c:pt>
                <c:pt idx="783">
                  <c:v>-0.1</c:v>
                </c:pt>
                <c:pt idx="784">
                  <c:v>-0.1</c:v>
                </c:pt>
                <c:pt idx="785">
                  <c:v>-0.1</c:v>
                </c:pt>
                <c:pt idx="786">
                  <c:v>-0.1</c:v>
                </c:pt>
                <c:pt idx="787">
                  <c:v>-0.1</c:v>
                </c:pt>
                <c:pt idx="788">
                  <c:v>-0.1</c:v>
                </c:pt>
                <c:pt idx="789">
                  <c:v>-0.1</c:v>
                </c:pt>
                <c:pt idx="790">
                  <c:v>-0.1</c:v>
                </c:pt>
                <c:pt idx="791">
                  <c:v>-0.1</c:v>
                </c:pt>
                <c:pt idx="792">
                  <c:v>-0.1</c:v>
                </c:pt>
                <c:pt idx="793">
                  <c:v>-0.1</c:v>
                </c:pt>
                <c:pt idx="794">
                  <c:v>-0.1</c:v>
                </c:pt>
                <c:pt idx="795">
                  <c:v>-0.1</c:v>
                </c:pt>
                <c:pt idx="796">
                  <c:v>-0.1</c:v>
                </c:pt>
                <c:pt idx="797">
                  <c:v>-0.1</c:v>
                </c:pt>
                <c:pt idx="798">
                  <c:v>-0.1</c:v>
                </c:pt>
                <c:pt idx="799">
                  <c:v>-0.1</c:v>
                </c:pt>
                <c:pt idx="800">
                  <c:v>-0.1</c:v>
                </c:pt>
                <c:pt idx="801">
                  <c:v>-0.1</c:v>
                </c:pt>
                <c:pt idx="802">
                  <c:v>-0.1</c:v>
                </c:pt>
                <c:pt idx="803">
                  <c:v>-0.1</c:v>
                </c:pt>
                <c:pt idx="804">
                  <c:v>-0.1</c:v>
                </c:pt>
                <c:pt idx="805">
                  <c:v>-0.1</c:v>
                </c:pt>
                <c:pt idx="806">
                  <c:v>-0.1</c:v>
                </c:pt>
                <c:pt idx="807">
                  <c:v>-0.1</c:v>
                </c:pt>
                <c:pt idx="808">
                  <c:v>-0.1</c:v>
                </c:pt>
                <c:pt idx="809">
                  <c:v>-0.1</c:v>
                </c:pt>
                <c:pt idx="810">
                  <c:v>-0.1</c:v>
                </c:pt>
                <c:pt idx="811">
                  <c:v>-0.1</c:v>
                </c:pt>
                <c:pt idx="812">
                  <c:v>-0.1</c:v>
                </c:pt>
                <c:pt idx="813">
                  <c:v>-0.1</c:v>
                </c:pt>
                <c:pt idx="814">
                  <c:v>-0.1</c:v>
                </c:pt>
                <c:pt idx="815">
                  <c:v>-0.1</c:v>
                </c:pt>
                <c:pt idx="816">
                  <c:v>-0.1</c:v>
                </c:pt>
                <c:pt idx="817">
                  <c:v>-0.1</c:v>
                </c:pt>
                <c:pt idx="818">
                  <c:v>-0.1</c:v>
                </c:pt>
                <c:pt idx="819">
                  <c:v>-0.1</c:v>
                </c:pt>
                <c:pt idx="820">
                  <c:v>-0.1</c:v>
                </c:pt>
                <c:pt idx="821">
                  <c:v>-0.1</c:v>
                </c:pt>
                <c:pt idx="822">
                  <c:v>-0.1</c:v>
                </c:pt>
                <c:pt idx="823">
                  <c:v>-0.1</c:v>
                </c:pt>
                <c:pt idx="824">
                  <c:v>-0.1</c:v>
                </c:pt>
                <c:pt idx="825">
                  <c:v>-0.1</c:v>
                </c:pt>
                <c:pt idx="826">
                  <c:v>-0.1</c:v>
                </c:pt>
                <c:pt idx="827">
                  <c:v>-0.1</c:v>
                </c:pt>
                <c:pt idx="828">
                  <c:v>-0.1</c:v>
                </c:pt>
                <c:pt idx="829">
                  <c:v>-0.1</c:v>
                </c:pt>
                <c:pt idx="830">
                  <c:v>-0.1</c:v>
                </c:pt>
                <c:pt idx="831">
                  <c:v>-0.1</c:v>
                </c:pt>
                <c:pt idx="832">
                  <c:v>-0.1</c:v>
                </c:pt>
                <c:pt idx="833">
                  <c:v>-0.1</c:v>
                </c:pt>
                <c:pt idx="834">
                  <c:v>-0.1</c:v>
                </c:pt>
                <c:pt idx="835">
                  <c:v>-0.1</c:v>
                </c:pt>
                <c:pt idx="836">
                  <c:v>-0.1</c:v>
                </c:pt>
                <c:pt idx="837">
                  <c:v>-0.1</c:v>
                </c:pt>
                <c:pt idx="838">
                  <c:v>-0.1</c:v>
                </c:pt>
                <c:pt idx="839">
                  <c:v>-0.1</c:v>
                </c:pt>
                <c:pt idx="840">
                  <c:v>-0.1</c:v>
                </c:pt>
                <c:pt idx="841">
                  <c:v>-0.1</c:v>
                </c:pt>
                <c:pt idx="842">
                  <c:v>-0.1</c:v>
                </c:pt>
                <c:pt idx="843">
                  <c:v>-0.1</c:v>
                </c:pt>
                <c:pt idx="844">
                  <c:v>-0.1</c:v>
                </c:pt>
                <c:pt idx="845">
                  <c:v>-0.1</c:v>
                </c:pt>
                <c:pt idx="846">
                  <c:v>-0.1</c:v>
                </c:pt>
                <c:pt idx="847">
                  <c:v>-0.1</c:v>
                </c:pt>
                <c:pt idx="848">
                  <c:v>-0.1</c:v>
                </c:pt>
                <c:pt idx="849">
                  <c:v>-0.1</c:v>
                </c:pt>
                <c:pt idx="850">
                  <c:v>-0.1</c:v>
                </c:pt>
                <c:pt idx="851">
                  <c:v>-0.1</c:v>
                </c:pt>
                <c:pt idx="852">
                  <c:v>-0.1</c:v>
                </c:pt>
                <c:pt idx="853">
                  <c:v>-0.1</c:v>
                </c:pt>
                <c:pt idx="854">
                  <c:v>-0.1</c:v>
                </c:pt>
                <c:pt idx="855">
                  <c:v>-0.1</c:v>
                </c:pt>
                <c:pt idx="856">
                  <c:v>-0.1</c:v>
                </c:pt>
                <c:pt idx="857">
                  <c:v>-0.1</c:v>
                </c:pt>
                <c:pt idx="858">
                  <c:v>-0.1</c:v>
                </c:pt>
                <c:pt idx="859">
                  <c:v>-0.1</c:v>
                </c:pt>
                <c:pt idx="860">
                  <c:v>-0.1</c:v>
                </c:pt>
                <c:pt idx="861">
                  <c:v>-0.1</c:v>
                </c:pt>
                <c:pt idx="862">
                  <c:v>-0.1</c:v>
                </c:pt>
                <c:pt idx="863">
                  <c:v>-0.1</c:v>
                </c:pt>
                <c:pt idx="864">
                  <c:v>-0.1</c:v>
                </c:pt>
                <c:pt idx="865">
                  <c:v>-0.1</c:v>
                </c:pt>
                <c:pt idx="866">
                  <c:v>-0.1</c:v>
                </c:pt>
                <c:pt idx="867">
                  <c:v>-0.1</c:v>
                </c:pt>
                <c:pt idx="868">
                  <c:v>-0.1</c:v>
                </c:pt>
                <c:pt idx="869">
                  <c:v>-0.1</c:v>
                </c:pt>
                <c:pt idx="870">
                  <c:v>-0.1</c:v>
                </c:pt>
                <c:pt idx="871">
                  <c:v>-0.1</c:v>
                </c:pt>
                <c:pt idx="872">
                  <c:v>-0.1</c:v>
                </c:pt>
                <c:pt idx="873">
                  <c:v>-0.1</c:v>
                </c:pt>
                <c:pt idx="874">
                  <c:v>-0.1</c:v>
                </c:pt>
                <c:pt idx="875">
                  <c:v>-0.1</c:v>
                </c:pt>
                <c:pt idx="876">
                  <c:v>-0.1</c:v>
                </c:pt>
                <c:pt idx="877">
                  <c:v>-0.1</c:v>
                </c:pt>
                <c:pt idx="878">
                  <c:v>-0.1</c:v>
                </c:pt>
                <c:pt idx="879">
                  <c:v>-0.1</c:v>
                </c:pt>
                <c:pt idx="880">
                  <c:v>-0.1</c:v>
                </c:pt>
                <c:pt idx="881">
                  <c:v>-0.1</c:v>
                </c:pt>
                <c:pt idx="882">
                  <c:v>-0.1</c:v>
                </c:pt>
                <c:pt idx="883">
                  <c:v>-0.1</c:v>
                </c:pt>
                <c:pt idx="884">
                  <c:v>-0.1</c:v>
                </c:pt>
                <c:pt idx="885">
                  <c:v>-0.1</c:v>
                </c:pt>
                <c:pt idx="886">
                  <c:v>-0.1</c:v>
                </c:pt>
                <c:pt idx="887">
                  <c:v>-0.1</c:v>
                </c:pt>
                <c:pt idx="888">
                  <c:v>-0.1</c:v>
                </c:pt>
                <c:pt idx="889">
                  <c:v>-0.1</c:v>
                </c:pt>
                <c:pt idx="890">
                  <c:v>-0.1</c:v>
                </c:pt>
                <c:pt idx="891">
                  <c:v>-0.1</c:v>
                </c:pt>
                <c:pt idx="892">
                  <c:v>-0.1</c:v>
                </c:pt>
                <c:pt idx="893">
                  <c:v>-0.1</c:v>
                </c:pt>
                <c:pt idx="894">
                  <c:v>-0.1</c:v>
                </c:pt>
                <c:pt idx="895">
                  <c:v>-0.1</c:v>
                </c:pt>
                <c:pt idx="896">
                  <c:v>-0.1</c:v>
                </c:pt>
                <c:pt idx="897">
                  <c:v>-0.1</c:v>
                </c:pt>
                <c:pt idx="898">
                  <c:v>-0.1</c:v>
                </c:pt>
                <c:pt idx="899">
                  <c:v>-0.1</c:v>
                </c:pt>
                <c:pt idx="900">
                  <c:v>-0.1</c:v>
                </c:pt>
                <c:pt idx="901">
                  <c:v>-0.1</c:v>
                </c:pt>
                <c:pt idx="902">
                  <c:v>-0.1</c:v>
                </c:pt>
                <c:pt idx="903">
                  <c:v>-0.1</c:v>
                </c:pt>
                <c:pt idx="904">
                  <c:v>-0.1</c:v>
                </c:pt>
                <c:pt idx="905">
                  <c:v>-0.1</c:v>
                </c:pt>
                <c:pt idx="906">
                  <c:v>-0.1</c:v>
                </c:pt>
                <c:pt idx="907">
                  <c:v>-0.1</c:v>
                </c:pt>
                <c:pt idx="908">
                  <c:v>-0.1</c:v>
                </c:pt>
                <c:pt idx="909">
                  <c:v>-0.1</c:v>
                </c:pt>
                <c:pt idx="910">
                  <c:v>-0.1</c:v>
                </c:pt>
                <c:pt idx="911">
                  <c:v>-0.1</c:v>
                </c:pt>
                <c:pt idx="912">
                  <c:v>-0.1</c:v>
                </c:pt>
                <c:pt idx="913">
                  <c:v>-0.1</c:v>
                </c:pt>
                <c:pt idx="914">
                  <c:v>-0.1</c:v>
                </c:pt>
                <c:pt idx="915">
                  <c:v>-0.1</c:v>
                </c:pt>
                <c:pt idx="916">
                  <c:v>-0.1</c:v>
                </c:pt>
                <c:pt idx="917">
                  <c:v>-0.1</c:v>
                </c:pt>
                <c:pt idx="918">
                  <c:v>-0.1</c:v>
                </c:pt>
                <c:pt idx="919">
                  <c:v>-0.1</c:v>
                </c:pt>
                <c:pt idx="920">
                  <c:v>-0.1</c:v>
                </c:pt>
                <c:pt idx="921">
                  <c:v>-0.1</c:v>
                </c:pt>
                <c:pt idx="922">
                  <c:v>-0.1</c:v>
                </c:pt>
                <c:pt idx="923">
                  <c:v>-0.1</c:v>
                </c:pt>
                <c:pt idx="924">
                  <c:v>-0.1</c:v>
                </c:pt>
                <c:pt idx="925">
                  <c:v>-0.1</c:v>
                </c:pt>
                <c:pt idx="926">
                  <c:v>-0.1</c:v>
                </c:pt>
                <c:pt idx="927">
                  <c:v>-0.1</c:v>
                </c:pt>
                <c:pt idx="928">
                  <c:v>-0.1</c:v>
                </c:pt>
                <c:pt idx="929">
                  <c:v>-0.1</c:v>
                </c:pt>
                <c:pt idx="930">
                  <c:v>-0.1</c:v>
                </c:pt>
                <c:pt idx="931">
                  <c:v>-0.1</c:v>
                </c:pt>
                <c:pt idx="932">
                  <c:v>-0.1</c:v>
                </c:pt>
                <c:pt idx="933">
                  <c:v>-0.1</c:v>
                </c:pt>
                <c:pt idx="934">
                  <c:v>-0.1</c:v>
                </c:pt>
                <c:pt idx="935">
                  <c:v>-0.1</c:v>
                </c:pt>
                <c:pt idx="936">
                  <c:v>-0.1</c:v>
                </c:pt>
                <c:pt idx="937">
                  <c:v>-0.1</c:v>
                </c:pt>
                <c:pt idx="938">
                  <c:v>-0.1</c:v>
                </c:pt>
                <c:pt idx="939">
                  <c:v>-0.1</c:v>
                </c:pt>
                <c:pt idx="940">
                  <c:v>-0.1</c:v>
                </c:pt>
                <c:pt idx="941">
                  <c:v>-0.1</c:v>
                </c:pt>
                <c:pt idx="942">
                  <c:v>-0.1</c:v>
                </c:pt>
                <c:pt idx="943">
                  <c:v>-0.1</c:v>
                </c:pt>
                <c:pt idx="944">
                  <c:v>-0.1</c:v>
                </c:pt>
                <c:pt idx="945">
                  <c:v>-0.1</c:v>
                </c:pt>
                <c:pt idx="946">
                  <c:v>-0.1</c:v>
                </c:pt>
                <c:pt idx="947">
                  <c:v>-0.1</c:v>
                </c:pt>
                <c:pt idx="948">
                  <c:v>-0.1</c:v>
                </c:pt>
                <c:pt idx="949">
                  <c:v>-0.1</c:v>
                </c:pt>
                <c:pt idx="950">
                  <c:v>-0.1</c:v>
                </c:pt>
                <c:pt idx="951">
                  <c:v>-0.1</c:v>
                </c:pt>
                <c:pt idx="952">
                  <c:v>-0.1</c:v>
                </c:pt>
                <c:pt idx="953">
                  <c:v>-0.1</c:v>
                </c:pt>
                <c:pt idx="954">
                  <c:v>-0.1</c:v>
                </c:pt>
                <c:pt idx="955">
                  <c:v>-0.1</c:v>
                </c:pt>
                <c:pt idx="956">
                  <c:v>-0.1</c:v>
                </c:pt>
                <c:pt idx="957">
                  <c:v>-0.1</c:v>
                </c:pt>
                <c:pt idx="958">
                  <c:v>-0.1</c:v>
                </c:pt>
                <c:pt idx="959">
                  <c:v>-0.1</c:v>
                </c:pt>
                <c:pt idx="960">
                  <c:v>-0.1</c:v>
                </c:pt>
                <c:pt idx="961">
                  <c:v>-0.1</c:v>
                </c:pt>
                <c:pt idx="962">
                  <c:v>-0.1</c:v>
                </c:pt>
                <c:pt idx="963">
                  <c:v>-0.1</c:v>
                </c:pt>
                <c:pt idx="964">
                  <c:v>-0.1</c:v>
                </c:pt>
                <c:pt idx="965">
                  <c:v>-0.1</c:v>
                </c:pt>
                <c:pt idx="966">
                  <c:v>-0.1</c:v>
                </c:pt>
                <c:pt idx="967">
                  <c:v>-0.1</c:v>
                </c:pt>
                <c:pt idx="968">
                  <c:v>-0.1</c:v>
                </c:pt>
                <c:pt idx="969">
                  <c:v>-0.1</c:v>
                </c:pt>
                <c:pt idx="970">
                  <c:v>-0.1</c:v>
                </c:pt>
                <c:pt idx="971">
                  <c:v>-0.1</c:v>
                </c:pt>
                <c:pt idx="972">
                  <c:v>-0.1</c:v>
                </c:pt>
                <c:pt idx="973">
                  <c:v>-0.1</c:v>
                </c:pt>
                <c:pt idx="974">
                  <c:v>-0.1</c:v>
                </c:pt>
                <c:pt idx="975">
                  <c:v>-0.1</c:v>
                </c:pt>
                <c:pt idx="976">
                  <c:v>-0.1</c:v>
                </c:pt>
                <c:pt idx="977">
                  <c:v>-0.1</c:v>
                </c:pt>
                <c:pt idx="978">
                  <c:v>-0.1</c:v>
                </c:pt>
                <c:pt idx="979">
                  <c:v>-0.1</c:v>
                </c:pt>
                <c:pt idx="980">
                  <c:v>-0.1</c:v>
                </c:pt>
                <c:pt idx="981">
                  <c:v>-0.1</c:v>
                </c:pt>
                <c:pt idx="982">
                  <c:v>-0.1</c:v>
                </c:pt>
                <c:pt idx="983">
                  <c:v>-0.1</c:v>
                </c:pt>
                <c:pt idx="984">
                  <c:v>-0.1</c:v>
                </c:pt>
                <c:pt idx="985">
                  <c:v>-0.1</c:v>
                </c:pt>
                <c:pt idx="986">
                  <c:v>-0.1</c:v>
                </c:pt>
                <c:pt idx="987">
                  <c:v>-0.1</c:v>
                </c:pt>
                <c:pt idx="988">
                  <c:v>-0.1</c:v>
                </c:pt>
                <c:pt idx="989">
                  <c:v>-0.1</c:v>
                </c:pt>
                <c:pt idx="990">
                  <c:v>-0.1</c:v>
                </c:pt>
                <c:pt idx="991">
                  <c:v>-0.1</c:v>
                </c:pt>
                <c:pt idx="992">
                  <c:v>-0.1</c:v>
                </c:pt>
                <c:pt idx="993">
                  <c:v>-0.1</c:v>
                </c:pt>
                <c:pt idx="994">
                  <c:v>-0.1</c:v>
                </c:pt>
                <c:pt idx="995">
                  <c:v>-0.1</c:v>
                </c:pt>
                <c:pt idx="996">
                  <c:v>-0.1</c:v>
                </c:pt>
                <c:pt idx="997">
                  <c:v>-0.1</c:v>
                </c:pt>
                <c:pt idx="998">
                  <c:v>-0.1</c:v>
                </c:pt>
                <c:pt idx="999">
                  <c:v>-0.1</c:v>
                </c:pt>
                <c:pt idx="1000">
                  <c:v>-0.1</c:v>
                </c:pt>
                <c:pt idx="1001">
                  <c:v>-0.1</c:v>
                </c:pt>
                <c:pt idx="1002">
                  <c:v>-0.1</c:v>
                </c:pt>
                <c:pt idx="1003">
                  <c:v>-0.1</c:v>
                </c:pt>
                <c:pt idx="1004">
                  <c:v>-0.1</c:v>
                </c:pt>
                <c:pt idx="1005">
                  <c:v>-0.1</c:v>
                </c:pt>
                <c:pt idx="1006">
                  <c:v>-0.1</c:v>
                </c:pt>
                <c:pt idx="1007">
                  <c:v>-0.1</c:v>
                </c:pt>
                <c:pt idx="1008">
                  <c:v>-0.1</c:v>
                </c:pt>
                <c:pt idx="1009">
                  <c:v>-0.1</c:v>
                </c:pt>
                <c:pt idx="1010">
                  <c:v>-0.1</c:v>
                </c:pt>
                <c:pt idx="1011">
                  <c:v>-0.1</c:v>
                </c:pt>
                <c:pt idx="1012">
                  <c:v>-0.1</c:v>
                </c:pt>
                <c:pt idx="1013">
                  <c:v>-0.1</c:v>
                </c:pt>
                <c:pt idx="1014">
                  <c:v>-0.1</c:v>
                </c:pt>
                <c:pt idx="1015">
                  <c:v>-0.1</c:v>
                </c:pt>
                <c:pt idx="1016">
                  <c:v>-0.1</c:v>
                </c:pt>
                <c:pt idx="1017">
                  <c:v>-0.1</c:v>
                </c:pt>
                <c:pt idx="1018">
                  <c:v>-0.1</c:v>
                </c:pt>
                <c:pt idx="1019">
                  <c:v>-0.1</c:v>
                </c:pt>
                <c:pt idx="1020">
                  <c:v>-0.1</c:v>
                </c:pt>
                <c:pt idx="1021">
                  <c:v>-0.1</c:v>
                </c:pt>
                <c:pt idx="1022">
                  <c:v>-0.1</c:v>
                </c:pt>
                <c:pt idx="1023">
                  <c:v>-0.1</c:v>
                </c:pt>
                <c:pt idx="1024">
                  <c:v>-0.1</c:v>
                </c:pt>
                <c:pt idx="1025">
                  <c:v>-0.1</c:v>
                </c:pt>
                <c:pt idx="1026">
                  <c:v>-0.1</c:v>
                </c:pt>
                <c:pt idx="1027">
                  <c:v>-0.1</c:v>
                </c:pt>
                <c:pt idx="1028">
                  <c:v>-0.1</c:v>
                </c:pt>
                <c:pt idx="1029">
                  <c:v>-0.1</c:v>
                </c:pt>
                <c:pt idx="1030">
                  <c:v>-0.1</c:v>
                </c:pt>
                <c:pt idx="1031">
                  <c:v>-0.1</c:v>
                </c:pt>
                <c:pt idx="1032">
                  <c:v>-0.1</c:v>
                </c:pt>
                <c:pt idx="1033">
                  <c:v>-0.1</c:v>
                </c:pt>
                <c:pt idx="1034">
                  <c:v>-0.1</c:v>
                </c:pt>
                <c:pt idx="1035">
                  <c:v>-0.1</c:v>
                </c:pt>
                <c:pt idx="1036">
                  <c:v>-0.1</c:v>
                </c:pt>
                <c:pt idx="1037">
                  <c:v>-0.1</c:v>
                </c:pt>
                <c:pt idx="1038">
                  <c:v>-0.1</c:v>
                </c:pt>
                <c:pt idx="1039">
                  <c:v>-0.1</c:v>
                </c:pt>
                <c:pt idx="1040">
                  <c:v>-0.1</c:v>
                </c:pt>
                <c:pt idx="1041">
                  <c:v>-0.1</c:v>
                </c:pt>
                <c:pt idx="1042">
                  <c:v>-0.1</c:v>
                </c:pt>
                <c:pt idx="1043">
                  <c:v>-0.1</c:v>
                </c:pt>
                <c:pt idx="1044">
                  <c:v>-0.1</c:v>
                </c:pt>
                <c:pt idx="1045">
                  <c:v>-0.1</c:v>
                </c:pt>
                <c:pt idx="1046">
                  <c:v>-0.1</c:v>
                </c:pt>
                <c:pt idx="1047">
                  <c:v>-0.1</c:v>
                </c:pt>
                <c:pt idx="1048">
                  <c:v>-0.1</c:v>
                </c:pt>
                <c:pt idx="1049">
                  <c:v>-0.1</c:v>
                </c:pt>
                <c:pt idx="1050">
                  <c:v>-0.1</c:v>
                </c:pt>
                <c:pt idx="1051">
                  <c:v>-0.1</c:v>
                </c:pt>
                <c:pt idx="1052">
                  <c:v>-0.1</c:v>
                </c:pt>
                <c:pt idx="1053">
                  <c:v>-0.1</c:v>
                </c:pt>
                <c:pt idx="1054">
                  <c:v>-0.1</c:v>
                </c:pt>
                <c:pt idx="1055">
                  <c:v>-0.1</c:v>
                </c:pt>
                <c:pt idx="1056">
                  <c:v>-0.1</c:v>
                </c:pt>
                <c:pt idx="1057">
                  <c:v>-0.1</c:v>
                </c:pt>
                <c:pt idx="1058">
                  <c:v>-0.1</c:v>
                </c:pt>
                <c:pt idx="1059">
                  <c:v>-0.1</c:v>
                </c:pt>
                <c:pt idx="1060">
                  <c:v>-0.1</c:v>
                </c:pt>
                <c:pt idx="1061">
                  <c:v>-0.1</c:v>
                </c:pt>
                <c:pt idx="1062">
                  <c:v>-0.1</c:v>
                </c:pt>
                <c:pt idx="1063">
                  <c:v>-0.1</c:v>
                </c:pt>
                <c:pt idx="1064">
                  <c:v>-0.1</c:v>
                </c:pt>
                <c:pt idx="1065">
                  <c:v>-0.1</c:v>
                </c:pt>
                <c:pt idx="1066">
                  <c:v>-0.1</c:v>
                </c:pt>
                <c:pt idx="1067">
                  <c:v>-0.1</c:v>
                </c:pt>
                <c:pt idx="1068">
                  <c:v>-0.1</c:v>
                </c:pt>
                <c:pt idx="1069">
                  <c:v>-0.1</c:v>
                </c:pt>
                <c:pt idx="1070">
                  <c:v>-0.1</c:v>
                </c:pt>
                <c:pt idx="1071">
                  <c:v>-0.1</c:v>
                </c:pt>
                <c:pt idx="1072">
                  <c:v>-0.1</c:v>
                </c:pt>
                <c:pt idx="1073">
                  <c:v>-0.1</c:v>
                </c:pt>
                <c:pt idx="1074">
                  <c:v>-0.1</c:v>
                </c:pt>
                <c:pt idx="1075">
                  <c:v>-0.1</c:v>
                </c:pt>
                <c:pt idx="1076">
                  <c:v>-0.1</c:v>
                </c:pt>
                <c:pt idx="1077">
                  <c:v>-0.1</c:v>
                </c:pt>
                <c:pt idx="1078">
                  <c:v>-0.1</c:v>
                </c:pt>
                <c:pt idx="1079">
                  <c:v>-0.1</c:v>
                </c:pt>
                <c:pt idx="1080">
                  <c:v>-0.1</c:v>
                </c:pt>
                <c:pt idx="1081">
                  <c:v>-0.1</c:v>
                </c:pt>
                <c:pt idx="1082">
                  <c:v>-0.1</c:v>
                </c:pt>
                <c:pt idx="1083">
                  <c:v>-0.1</c:v>
                </c:pt>
                <c:pt idx="1084">
                  <c:v>-0.1</c:v>
                </c:pt>
                <c:pt idx="1085">
                  <c:v>-0.1</c:v>
                </c:pt>
                <c:pt idx="1086">
                  <c:v>-0.1</c:v>
                </c:pt>
                <c:pt idx="1087">
                  <c:v>-0.1</c:v>
                </c:pt>
                <c:pt idx="1088">
                  <c:v>-0.1</c:v>
                </c:pt>
                <c:pt idx="1089">
                  <c:v>-0.1</c:v>
                </c:pt>
                <c:pt idx="1090">
                  <c:v>-0.1</c:v>
                </c:pt>
                <c:pt idx="1091">
                  <c:v>-0.1</c:v>
                </c:pt>
                <c:pt idx="1092">
                  <c:v>-0.1</c:v>
                </c:pt>
                <c:pt idx="1093">
                  <c:v>-0.1</c:v>
                </c:pt>
                <c:pt idx="1094">
                  <c:v>-0.1</c:v>
                </c:pt>
                <c:pt idx="1095">
                  <c:v>-0.1</c:v>
                </c:pt>
                <c:pt idx="1096">
                  <c:v>-0.1</c:v>
                </c:pt>
                <c:pt idx="1097">
                  <c:v>-0.1</c:v>
                </c:pt>
                <c:pt idx="1098">
                  <c:v>-0.1</c:v>
                </c:pt>
                <c:pt idx="1099">
                  <c:v>-0.1</c:v>
                </c:pt>
                <c:pt idx="1100">
                  <c:v>-0.1</c:v>
                </c:pt>
                <c:pt idx="1101">
                  <c:v>-0.1</c:v>
                </c:pt>
                <c:pt idx="1102">
                  <c:v>-0.1</c:v>
                </c:pt>
                <c:pt idx="1103">
                  <c:v>-0.1</c:v>
                </c:pt>
                <c:pt idx="1104">
                  <c:v>-0.1</c:v>
                </c:pt>
                <c:pt idx="1105">
                  <c:v>-0.1</c:v>
                </c:pt>
                <c:pt idx="1106">
                  <c:v>-0.1</c:v>
                </c:pt>
                <c:pt idx="1107">
                  <c:v>-0.1</c:v>
                </c:pt>
                <c:pt idx="1108">
                  <c:v>-0.1</c:v>
                </c:pt>
                <c:pt idx="1109">
                  <c:v>-0.1</c:v>
                </c:pt>
                <c:pt idx="1110">
                  <c:v>-0.1</c:v>
                </c:pt>
                <c:pt idx="1111">
                  <c:v>-0.1</c:v>
                </c:pt>
                <c:pt idx="1112">
                  <c:v>-0.1</c:v>
                </c:pt>
                <c:pt idx="1113">
                  <c:v>-0.1</c:v>
                </c:pt>
                <c:pt idx="1114">
                  <c:v>-0.1</c:v>
                </c:pt>
                <c:pt idx="1115">
                  <c:v>-0.1</c:v>
                </c:pt>
                <c:pt idx="1116">
                  <c:v>-0.1</c:v>
                </c:pt>
                <c:pt idx="1117">
                  <c:v>-0.1</c:v>
                </c:pt>
                <c:pt idx="1118">
                  <c:v>-0.1</c:v>
                </c:pt>
                <c:pt idx="1119">
                  <c:v>-0.1</c:v>
                </c:pt>
                <c:pt idx="1120">
                  <c:v>-0.1</c:v>
                </c:pt>
                <c:pt idx="1121">
                  <c:v>-0.1</c:v>
                </c:pt>
                <c:pt idx="1122">
                  <c:v>-0.1</c:v>
                </c:pt>
                <c:pt idx="1123">
                  <c:v>-0.1</c:v>
                </c:pt>
                <c:pt idx="1124">
                  <c:v>-0.1</c:v>
                </c:pt>
                <c:pt idx="1125">
                  <c:v>-0.1</c:v>
                </c:pt>
                <c:pt idx="1126">
                  <c:v>-0.1</c:v>
                </c:pt>
                <c:pt idx="1127">
                  <c:v>-0.1</c:v>
                </c:pt>
                <c:pt idx="1128">
                  <c:v>-0.1</c:v>
                </c:pt>
                <c:pt idx="1129">
                  <c:v>-0.1</c:v>
                </c:pt>
                <c:pt idx="1130">
                  <c:v>-0.1</c:v>
                </c:pt>
                <c:pt idx="1131">
                  <c:v>-0.1</c:v>
                </c:pt>
                <c:pt idx="1132">
                  <c:v>-0.1</c:v>
                </c:pt>
                <c:pt idx="1133">
                  <c:v>-0.1</c:v>
                </c:pt>
                <c:pt idx="1134">
                  <c:v>-0.1</c:v>
                </c:pt>
                <c:pt idx="1135">
                  <c:v>-0.1</c:v>
                </c:pt>
                <c:pt idx="1136">
                  <c:v>-0.1</c:v>
                </c:pt>
                <c:pt idx="1137">
                  <c:v>-0.1</c:v>
                </c:pt>
                <c:pt idx="1138">
                  <c:v>-0.1</c:v>
                </c:pt>
                <c:pt idx="1139">
                  <c:v>-0.1</c:v>
                </c:pt>
                <c:pt idx="1140">
                  <c:v>-0.1</c:v>
                </c:pt>
                <c:pt idx="1141">
                  <c:v>-0.1</c:v>
                </c:pt>
                <c:pt idx="1142">
                  <c:v>-0.1</c:v>
                </c:pt>
                <c:pt idx="1143">
                  <c:v>-0.1</c:v>
                </c:pt>
                <c:pt idx="1144">
                  <c:v>-0.1</c:v>
                </c:pt>
                <c:pt idx="1145">
                  <c:v>-0.1</c:v>
                </c:pt>
                <c:pt idx="1146">
                  <c:v>-0.1</c:v>
                </c:pt>
                <c:pt idx="1147">
                  <c:v>-0.1</c:v>
                </c:pt>
                <c:pt idx="1148">
                  <c:v>-0.1</c:v>
                </c:pt>
                <c:pt idx="1149">
                  <c:v>-0.1</c:v>
                </c:pt>
                <c:pt idx="1150">
                  <c:v>-0.1</c:v>
                </c:pt>
                <c:pt idx="1151">
                  <c:v>-0.1</c:v>
                </c:pt>
                <c:pt idx="1152">
                  <c:v>-0.1</c:v>
                </c:pt>
                <c:pt idx="1153">
                  <c:v>-0.1</c:v>
                </c:pt>
                <c:pt idx="1154">
                  <c:v>-0.1</c:v>
                </c:pt>
                <c:pt idx="1155">
                  <c:v>-0.1</c:v>
                </c:pt>
                <c:pt idx="1156">
                  <c:v>-0.1</c:v>
                </c:pt>
                <c:pt idx="1157">
                  <c:v>-0.1</c:v>
                </c:pt>
                <c:pt idx="1158">
                  <c:v>-0.1</c:v>
                </c:pt>
                <c:pt idx="1159">
                  <c:v>-0.1</c:v>
                </c:pt>
                <c:pt idx="1160">
                  <c:v>-0.1</c:v>
                </c:pt>
                <c:pt idx="1161">
                  <c:v>-0.1</c:v>
                </c:pt>
                <c:pt idx="1162">
                  <c:v>-0.1</c:v>
                </c:pt>
                <c:pt idx="1163">
                  <c:v>-0.1</c:v>
                </c:pt>
                <c:pt idx="1164">
                  <c:v>-0.1</c:v>
                </c:pt>
                <c:pt idx="1165">
                  <c:v>-0.1</c:v>
                </c:pt>
                <c:pt idx="1166">
                  <c:v>-0.1</c:v>
                </c:pt>
                <c:pt idx="1167">
                  <c:v>-0.1</c:v>
                </c:pt>
                <c:pt idx="1168">
                  <c:v>-0.1</c:v>
                </c:pt>
                <c:pt idx="1169">
                  <c:v>-0.1</c:v>
                </c:pt>
                <c:pt idx="1170">
                  <c:v>-0.1</c:v>
                </c:pt>
                <c:pt idx="1171">
                  <c:v>-0.1</c:v>
                </c:pt>
                <c:pt idx="1172">
                  <c:v>-0.1</c:v>
                </c:pt>
                <c:pt idx="1173">
                  <c:v>-0.1</c:v>
                </c:pt>
                <c:pt idx="1174">
                  <c:v>-0.1</c:v>
                </c:pt>
                <c:pt idx="1175">
                  <c:v>-0.1</c:v>
                </c:pt>
                <c:pt idx="1176">
                  <c:v>-0.1</c:v>
                </c:pt>
                <c:pt idx="1177">
                  <c:v>-0.1</c:v>
                </c:pt>
                <c:pt idx="1178">
                  <c:v>-0.1</c:v>
                </c:pt>
                <c:pt idx="1179">
                  <c:v>-0.1</c:v>
                </c:pt>
                <c:pt idx="1180">
                  <c:v>-0.1</c:v>
                </c:pt>
                <c:pt idx="1181">
                  <c:v>-0.1</c:v>
                </c:pt>
              </c:numCache>
            </c:numRef>
          </c:val>
          <c:smooth val="0"/>
          <c:extLst>
            <c:ext xmlns:c16="http://schemas.microsoft.com/office/drawing/2014/chart" uri="{C3380CC4-5D6E-409C-BE32-E72D297353CC}">
              <c16:uniqueId val="{00000001-0104-43A6-B3F8-5A2C2B3CEB37}"/>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yyyy" sourceLinked="0"/>
        <c:majorTickMark val="out"/>
        <c:minorTickMark val="none"/>
        <c:tickLblPos val="low"/>
        <c:spPr>
          <a:ln>
            <a:solidFill>
              <a:srgbClr val="C9C8C7"/>
            </a:solidFill>
          </a:ln>
        </c:spPr>
        <c:txPr>
          <a:bodyPr/>
          <a:lstStyle/>
          <a:p>
            <a:pPr>
              <a:defRPr sz="1100"/>
            </a:pPr>
            <a:endParaRPr lang="en-US"/>
          </a:p>
        </c:txPr>
        <c:crossAx val="2140495176"/>
        <c:crosses val="autoZero"/>
        <c:auto val="1"/>
        <c:lblOffset val="100"/>
        <c:baseTimeUnit val="months"/>
        <c:majorUnit val="10"/>
        <c:majorTimeUnit val="years"/>
      </c:dateAx>
      <c:valAx>
        <c:axId val="2140495176"/>
        <c:scaling>
          <c:orientation val="minMax"/>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endParaRPr lang="en-US"/>
          </a:p>
        </c:txPr>
        <c:crossAx val="2118791784"/>
        <c:crosses val="autoZero"/>
        <c:crossBetween val="between"/>
      </c:valAx>
    </c:plotArea>
    <c:legend>
      <c:legendPos val="t"/>
      <c:overlay val="0"/>
      <c:txPr>
        <a:bodyPr/>
        <a:lstStyle/>
        <a:p>
          <a:pPr>
            <a:defRPr sz="1400">
              <a:solidFill>
                <a:srgbClr val="545759"/>
              </a:solidFill>
            </a:defRPr>
          </a:pPr>
          <a:endParaRPr lang="en-US"/>
        </a:p>
      </c:txPr>
    </c:legend>
    <c:plotVisOnly val="1"/>
    <c:dispBlanksAs val="gap"/>
    <c:showDLblsOverMax val="0"/>
  </c:chart>
  <c:txPr>
    <a:bodyPr/>
    <a:lstStyle/>
    <a:p>
      <a:pPr>
        <a:defRPr sz="1100">
          <a:solidFill>
            <a:srgbClr val="54575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Absorption-ratio shift (17 industries)</c:v>
                </c:pt>
              </c:strCache>
            </c:strRef>
          </c:tx>
          <c:spPr>
            <a:ln w="19050">
              <a:solidFill>
                <a:srgbClr val="041D40"/>
              </a:solidFill>
            </a:ln>
          </c:spPr>
          <c:marker>
            <c:symbol val="none"/>
          </c:marker>
          <c:cat>
            <c:strRef>
              <c:f>Sheet1!$A$2:$A$421</c:f>
              <c:strCache>
                <c:ptCount val="420"/>
                <c:pt idx="48">
                  <c:v>1995</c:v>
                </c:pt>
                <c:pt idx="108">
                  <c:v>2000</c:v>
                </c:pt>
                <c:pt idx="168">
                  <c:v>2005</c:v>
                </c:pt>
                <c:pt idx="228">
                  <c:v>2010</c:v>
                </c:pt>
                <c:pt idx="288">
                  <c:v>2015</c:v>
                </c:pt>
                <c:pt idx="348">
                  <c:v>2020</c:v>
                </c:pt>
                <c:pt idx="408">
                  <c:v>2025</c:v>
                </c:pt>
              </c:strCache>
            </c:strRef>
          </c:cat>
          <c:val>
            <c:numRef>
              <c:f>Sheet1!$B$2:$B$421</c:f>
              <c:numCache>
                <c:formatCode>General</c:formatCode>
                <c:ptCount val="420"/>
                <c:pt idx="0">
                  <c:v>1.0509999999999999</c:v>
                </c:pt>
                <c:pt idx="1">
                  <c:v>0.65200000000000002</c:v>
                </c:pt>
                <c:pt idx="2">
                  <c:v>-0.13400000000000001</c:v>
                </c:pt>
                <c:pt idx="3">
                  <c:v>-0.68</c:v>
                </c:pt>
                <c:pt idx="4">
                  <c:v>-0.93100000000000005</c:v>
                </c:pt>
                <c:pt idx="5">
                  <c:v>-1.1679999999999999</c:v>
                </c:pt>
                <c:pt idx="6">
                  <c:v>-1.335</c:v>
                </c:pt>
                <c:pt idx="7">
                  <c:v>-1.2410000000000001</c:v>
                </c:pt>
                <c:pt idx="8">
                  <c:v>-0.93400000000000005</c:v>
                </c:pt>
                <c:pt idx="9">
                  <c:v>-1.4870000000000001</c:v>
                </c:pt>
                <c:pt idx="10">
                  <c:v>-1.42</c:v>
                </c:pt>
                <c:pt idx="11">
                  <c:v>-1.3340000000000001</c:v>
                </c:pt>
                <c:pt idx="12">
                  <c:v>-2.0150000000000001</c:v>
                </c:pt>
                <c:pt idx="13">
                  <c:v>-2.3570000000000002</c:v>
                </c:pt>
                <c:pt idx="14">
                  <c:v>-2.0870000000000002</c:v>
                </c:pt>
                <c:pt idx="15">
                  <c:v>-1.8879999999999999</c:v>
                </c:pt>
                <c:pt idx="16">
                  <c:v>-1.8360000000000001</c:v>
                </c:pt>
                <c:pt idx="17">
                  <c:v>-1.994</c:v>
                </c:pt>
                <c:pt idx="18">
                  <c:v>-1.6739999999999999</c:v>
                </c:pt>
                <c:pt idx="19">
                  <c:v>-1.72</c:v>
                </c:pt>
                <c:pt idx="20">
                  <c:v>-1.573</c:v>
                </c:pt>
                <c:pt idx="21">
                  <c:v>-1.532</c:v>
                </c:pt>
                <c:pt idx="22">
                  <c:v>-1.581</c:v>
                </c:pt>
                <c:pt idx="23">
                  <c:v>-1.569</c:v>
                </c:pt>
                <c:pt idx="24">
                  <c:v>-1.994</c:v>
                </c:pt>
                <c:pt idx="25">
                  <c:v>-2.0099999999999998</c:v>
                </c:pt>
                <c:pt idx="26">
                  <c:v>-1.69</c:v>
                </c:pt>
                <c:pt idx="27">
                  <c:v>-1.7989999999999999</c:v>
                </c:pt>
                <c:pt idx="28">
                  <c:v>-1.7529999999999999</c:v>
                </c:pt>
                <c:pt idx="29">
                  <c:v>-1.5589999999999999</c:v>
                </c:pt>
                <c:pt idx="30">
                  <c:v>-1.4</c:v>
                </c:pt>
                <c:pt idx="31">
                  <c:v>-1.496</c:v>
                </c:pt>
                <c:pt idx="32">
                  <c:v>-1.2150000000000001</c:v>
                </c:pt>
                <c:pt idx="33">
                  <c:v>-1.379</c:v>
                </c:pt>
                <c:pt idx="34">
                  <c:v>-1.649</c:v>
                </c:pt>
                <c:pt idx="35">
                  <c:v>-1.8109999999999999</c:v>
                </c:pt>
                <c:pt idx="36">
                  <c:v>-1.89</c:v>
                </c:pt>
                <c:pt idx="37">
                  <c:v>-1.4530000000000001</c:v>
                </c:pt>
                <c:pt idx="38">
                  <c:v>-1.258</c:v>
                </c:pt>
                <c:pt idx="39">
                  <c:v>-9.7000000000000003E-2</c:v>
                </c:pt>
                <c:pt idx="40">
                  <c:v>8.9999999999999993E-3</c:v>
                </c:pt>
                <c:pt idx="41">
                  <c:v>0.11600000000000001</c:v>
                </c:pt>
                <c:pt idx="42">
                  <c:v>0.42</c:v>
                </c:pt>
                <c:pt idx="43">
                  <c:v>0.161</c:v>
                </c:pt>
                <c:pt idx="44">
                  <c:v>0.48499999999999999</c:v>
                </c:pt>
                <c:pt idx="45">
                  <c:v>1.02</c:v>
                </c:pt>
                <c:pt idx="46">
                  <c:v>1.2210000000000001</c:v>
                </c:pt>
                <c:pt idx="47">
                  <c:v>1.353</c:v>
                </c:pt>
                <c:pt idx="48">
                  <c:v>1.204</c:v>
                </c:pt>
                <c:pt idx="49">
                  <c:v>0.70199999999999996</c:v>
                </c:pt>
                <c:pt idx="50">
                  <c:v>0.66</c:v>
                </c:pt>
                <c:pt idx="51">
                  <c:v>0.28799999999999998</c:v>
                </c:pt>
                <c:pt idx="52">
                  <c:v>-0.999</c:v>
                </c:pt>
                <c:pt idx="53">
                  <c:v>-1.2589999999999999</c:v>
                </c:pt>
                <c:pt idx="54">
                  <c:v>-1.0940000000000001</c:v>
                </c:pt>
                <c:pt idx="55">
                  <c:v>-1.837</c:v>
                </c:pt>
                <c:pt idx="56">
                  <c:v>-2.4649999999999999</c:v>
                </c:pt>
                <c:pt idx="57">
                  <c:v>-2.117</c:v>
                </c:pt>
                <c:pt idx="58">
                  <c:v>-2.173</c:v>
                </c:pt>
                <c:pt idx="59">
                  <c:v>-2.0739999999999998</c:v>
                </c:pt>
                <c:pt idx="60">
                  <c:v>-1.377</c:v>
                </c:pt>
                <c:pt idx="61">
                  <c:v>-1.2490000000000001</c:v>
                </c:pt>
                <c:pt idx="62">
                  <c:v>-0.51100000000000001</c:v>
                </c:pt>
                <c:pt idx="63">
                  <c:v>-0.83399999999999996</c:v>
                </c:pt>
                <c:pt idx="64">
                  <c:v>-0.88100000000000001</c:v>
                </c:pt>
                <c:pt idx="65">
                  <c:v>-0.73199999999999998</c:v>
                </c:pt>
                <c:pt idx="66">
                  <c:v>1.3420000000000001</c:v>
                </c:pt>
                <c:pt idx="67">
                  <c:v>2.339</c:v>
                </c:pt>
                <c:pt idx="68">
                  <c:v>1.9450000000000001</c:v>
                </c:pt>
                <c:pt idx="69">
                  <c:v>1.1040000000000001</c:v>
                </c:pt>
                <c:pt idx="70">
                  <c:v>0.497</c:v>
                </c:pt>
                <c:pt idx="71">
                  <c:v>0.44700000000000001</c:v>
                </c:pt>
                <c:pt idx="72">
                  <c:v>0.26300000000000001</c:v>
                </c:pt>
                <c:pt idx="73">
                  <c:v>0.36899999999999999</c:v>
                </c:pt>
                <c:pt idx="74">
                  <c:v>0.10299999999999999</c:v>
                </c:pt>
                <c:pt idx="75">
                  <c:v>0.93200000000000005</c:v>
                </c:pt>
                <c:pt idx="76">
                  <c:v>1.833</c:v>
                </c:pt>
                <c:pt idx="77">
                  <c:v>1.613</c:v>
                </c:pt>
                <c:pt idx="78">
                  <c:v>1.514</c:v>
                </c:pt>
                <c:pt idx="79">
                  <c:v>1.881</c:v>
                </c:pt>
                <c:pt idx="80">
                  <c:v>2.1070000000000002</c:v>
                </c:pt>
                <c:pt idx="81">
                  <c:v>2.1339999999999999</c:v>
                </c:pt>
                <c:pt idx="82">
                  <c:v>2.7189999999999999</c:v>
                </c:pt>
                <c:pt idx="83">
                  <c:v>1.9850000000000001</c:v>
                </c:pt>
                <c:pt idx="84">
                  <c:v>1.7030000000000001</c:v>
                </c:pt>
                <c:pt idx="85">
                  <c:v>1.3779999999999999</c:v>
                </c:pt>
                <c:pt idx="86">
                  <c:v>1.0549999999999999</c:v>
                </c:pt>
                <c:pt idx="87">
                  <c:v>0.64500000000000002</c:v>
                </c:pt>
                <c:pt idx="88">
                  <c:v>0.45900000000000002</c:v>
                </c:pt>
                <c:pt idx="89">
                  <c:v>0.27800000000000002</c:v>
                </c:pt>
                <c:pt idx="90">
                  <c:v>-0.13200000000000001</c:v>
                </c:pt>
                <c:pt idx="91">
                  <c:v>7.1999999999999995E-2</c:v>
                </c:pt>
                <c:pt idx="92">
                  <c:v>1.7549999999999999</c:v>
                </c:pt>
                <c:pt idx="93">
                  <c:v>1.7230000000000001</c:v>
                </c:pt>
                <c:pt idx="94">
                  <c:v>1.099</c:v>
                </c:pt>
                <c:pt idx="95">
                  <c:v>0.65400000000000003</c:v>
                </c:pt>
                <c:pt idx="96">
                  <c:v>0.16200000000000001</c:v>
                </c:pt>
                <c:pt idx="97">
                  <c:v>-0.27700000000000002</c:v>
                </c:pt>
                <c:pt idx="98">
                  <c:v>-0.51800000000000002</c:v>
                </c:pt>
                <c:pt idx="99">
                  <c:v>-1.0629999999999999</c:v>
                </c:pt>
                <c:pt idx="100">
                  <c:v>-1.268</c:v>
                </c:pt>
                <c:pt idx="101">
                  <c:v>-1.3080000000000001</c:v>
                </c:pt>
                <c:pt idx="102">
                  <c:v>-1.482</c:v>
                </c:pt>
                <c:pt idx="103">
                  <c:v>-1.44</c:v>
                </c:pt>
                <c:pt idx="104">
                  <c:v>-1.3620000000000001</c:v>
                </c:pt>
                <c:pt idx="105">
                  <c:v>-1.4359999999999999</c:v>
                </c:pt>
                <c:pt idx="106">
                  <c:v>-1.915</c:v>
                </c:pt>
                <c:pt idx="107">
                  <c:v>-2.2130000000000001</c:v>
                </c:pt>
                <c:pt idx="108">
                  <c:v>-1.919</c:v>
                </c:pt>
                <c:pt idx="109">
                  <c:v>-1.889</c:v>
                </c:pt>
                <c:pt idx="110">
                  <c:v>-1.377</c:v>
                </c:pt>
                <c:pt idx="111">
                  <c:v>-1.1639999999999999</c:v>
                </c:pt>
                <c:pt idx="112">
                  <c:v>-0.996</c:v>
                </c:pt>
                <c:pt idx="113">
                  <c:v>-1.181</c:v>
                </c:pt>
                <c:pt idx="114">
                  <c:v>-1.4830000000000001</c:v>
                </c:pt>
                <c:pt idx="115">
                  <c:v>-1.8160000000000001</c:v>
                </c:pt>
                <c:pt idx="116">
                  <c:v>-2.1560000000000001</c:v>
                </c:pt>
                <c:pt idx="117">
                  <c:v>-1.919</c:v>
                </c:pt>
                <c:pt idx="118">
                  <c:v>-1.4930000000000001</c:v>
                </c:pt>
                <c:pt idx="119">
                  <c:v>-0.92400000000000004</c:v>
                </c:pt>
                <c:pt idx="120">
                  <c:v>-0.27500000000000002</c:v>
                </c:pt>
                <c:pt idx="121">
                  <c:v>-0.20100000000000001</c:v>
                </c:pt>
                <c:pt idx="122">
                  <c:v>0.33800000000000002</c:v>
                </c:pt>
                <c:pt idx="123">
                  <c:v>1.3140000000000001</c:v>
                </c:pt>
                <c:pt idx="124">
                  <c:v>1.6719999999999999</c:v>
                </c:pt>
                <c:pt idx="125">
                  <c:v>1.681</c:v>
                </c:pt>
                <c:pt idx="126">
                  <c:v>1.4910000000000001</c:v>
                </c:pt>
                <c:pt idx="127">
                  <c:v>1.2030000000000001</c:v>
                </c:pt>
                <c:pt idx="128">
                  <c:v>1.43</c:v>
                </c:pt>
                <c:pt idx="129">
                  <c:v>1.5960000000000001</c:v>
                </c:pt>
                <c:pt idx="130">
                  <c:v>1.5</c:v>
                </c:pt>
                <c:pt idx="131">
                  <c:v>1.454</c:v>
                </c:pt>
                <c:pt idx="132">
                  <c:v>1.258</c:v>
                </c:pt>
                <c:pt idx="133">
                  <c:v>1.282</c:v>
                </c:pt>
                <c:pt idx="134">
                  <c:v>1.3029999999999999</c:v>
                </c:pt>
                <c:pt idx="135">
                  <c:v>1.319</c:v>
                </c:pt>
                <c:pt idx="136">
                  <c:v>1.38</c:v>
                </c:pt>
                <c:pt idx="137">
                  <c:v>1.482</c:v>
                </c:pt>
                <c:pt idx="138">
                  <c:v>1.744</c:v>
                </c:pt>
                <c:pt idx="139">
                  <c:v>2.1379999999999999</c:v>
                </c:pt>
                <c:pt idx="140">
                  <c:v>2.0680000000000001</c:v>
                </c:pt>
                <c:pt idx="141">
                  <c:v>2.1030000000000002</c:v>
                </c:pt>
                <c:pt idx="142">
                  <c:v>1.778</c:v>
                </c:pt>
                <c:pt idx="143">
                  <c:v>1.5669999999999999</c:v>
                </c:pt>
                <c:pt idx="144">
                  <c:v>1.3939999999999999</c:v>
                </c:pt>
                <c:pt idx="145">
                  <c:v>1.2569999999999999</c:v>
                </c:pt>
                <c:pt idx="146">
                  <c:v>1.2410000000000001</c:v>
                </c:pt>
                <c:pt idx="147">
                  <c:v>1.125</c:v>
                </c:pt>
                <c:pt idx="148">
                  <c:v>0.997</c:v>
                </c:pt>
                <c:pt idx="149">
                  <c:v>0.91600000000000004</c:v>
                </c:pt>
                <c:pt idx="150">
                  <c:v>0.93400000000000005</c:v>
                </c:pt>
                <c:pt idx="151">
                  <c:v>0.76800000000000002</c:v>
                </c:pt>
                <c:pt idx="152">
                  <c:v>0.35</c:v>
                </c:pt>
                <c:pt idx="153">
                  <c:v>0.50700000000000001</c:v>
                </c:pt>
                <c:pt idx="154">
                  <c:v>0.34</c:v>
                </c:pt>
                <c:pt idx="155">
                  <c:v>-0.124</c:v>
                </c:pt>
                <c:pt idx="156">
                  <c:v>-0.63200000000000001</c:v>
                </c:pt>
                <c:pt idx="157">
                  <c:v>-1.0660000000000001</c:v>
                </c:pt>
                <c:pt idx="158">
                  <c:v>1.8360000000000001</c:v>
                </c:pt>
                <c:pt idx="159">
                  <c:v>2.2250000000000001</c:v>
                </c:pt>
                <c:pt idx="160">
                  <c:v>2.72</c:v>
                </c:pt>
                <c:pt idx="161">
                  <c:v>2.4039999999999999</c:v>
                </c:pt>
                <c:pt idx="162">
                  <c:v>1.577</c:v>
                </c:pt>
                <c:pt idx="163">
                  <c:v>1.502</c:v>
                </c:pt>
                <c:pt idx="164">
                  <c:v>0.26700000000000002</c:v>
                </c:pt>
                <c:pt idx="165">
                  <c:v>-0.58199999999999996</c:v>
                </c:pt>
                <c:pt idx="166">
                  <c:v>-0.60899999999999999</c:v>
                </c:pt>
                <c:pt idx="167">
                  <c:v>-1.1379999999999999</c:v>
                </c:pt>
                <c:pt idx="168">
                  <c:v>-1.4390000000000001</c:v>
                </c:pt>
                <c:pt idx="169">
                  <c:v>-1.7969999999999999</c:v>
                </c:pt>
                <c:pt idx="170">
                  <c:v>-2.2869999999999999</c:v>
                </c:pt>
                <c:pt idx="171">
                  <c:v>-1.528</c:v>
                </c:pt>
                <c:pt idx="172">
                  <c:v>-0.57499999999999996</c:v>
                </c:pt>
                <c:pt idx="173">
                  <c:v>-0.55000000000000004</c:v>
                </c:pt>
                <c:pt idx="174">
                  <c:v>-0.109</c:v>
                </c:pt>
                <c:pt idx="175">
                  <c:v>-0.104</c:v>
                </c:pt>
                <c:pt idx="176">
                  <c:v>0.23</c:v>
                </c:pt>
                <c:pt idx="177">
                  <c:v>1.4570000000000001</c:v>
                </c:pt>
                <c:pt idx="178">
                  <c:v>1.881</c:v>
                </c:pt>
                <c:pt idx="179">
                  <c:v>1.4750000000000001</c:v>
                </c:pt>
                <c:pt idx="180">
                  <c:v>1.3180000000000001</c:v>
                </c:pt>
                <c:pt idx="181">
                  <c:v>1.274</c:v>
                </c:pt>
                <c:pt idx="182">
                  <c:v>1.1439999999999999</c:v>
                </c:pt>
                <c:pt idx="183">
                  <c:v>1.234</c:v>
                </c:pt>
                <c:pt idx="184">
                  <c:v>1.38</c:v>
                </c:pt>
                <c:pt idx="185">
                  <c:v>2.86</c:v>
                </c:pt>
                <c:pt idx="186">
                  <c:v>2.6080000000000001</c:v>
                </c:pt>
                <c:pt idx="187">
                  <c:v>2.004</c:v>
                </c:pt>
                <c:pt idx="188">
                  <c:v>1.798</c:v>
                </c:pt>
                <c:pt idx="189">
                  <c:v>1.5469999999999999</c:v>
                </c:pt>
                <c:pt idx="190">
                  <c:v>1.1559999999999999</c:v>
                </c:pt>
                <c:pt idx="191">
                  <c:v>0.90700000000000003</c:v>
                </c:pt>
                <c:pt idx="192">
                  <c:v>0.73</c:v>
                </c:pt>
                <c:pt idx="193">
                  <c:v>0.57699999999999996</c:v>
                </c:pt>
                <c:pt idx="194">
                  <c:v>0.98799999999999999</c:v>
                </c:pt>
                <c:pt idx="195">
                  <c:v>0.66700000000000004</c:v>
                </c:pt>
                <c:pt idx="196">
                  <c:v>-4.3999999999999997E-2</c:v>
                </c:pt>
                <c:pt idx="197">
                  <c:v>-8.3000000000000004E-2</c:v>
                </c:pt>
                <c:pt idx="198">
                  <c:v>0.10199999999999999</c:v>
                </c:pt>
                <c:pt idx="199">
                  <c:v>2.6629999999999998</c:v>
                </c:pt>
                <c:pt idx="200">
                  <c:v>2.7509999999999999</c:v>
                </c:pt>
                <c:pt idx="201">
                  <c:v>1.24</c:v>
                </c:pt>
                <c:pt idx="202">
                  <c:v>1.482</c:v>
                </c:pt>
                <c:pt idx="203">
                  <c:v>1.7889999999999999</c:v>
                </c:pt>
                <c:pt idx="204">
                  <c:v>1.522</c:v>
                </c:pt>
                <c:pt idx="205">
                  <c:v>1.3620000000000001</c:v>
                </c:pt>
                <c:pt idx="206">
                  <c:v>1.9950000000000001</c:v>
                </c:pt>
                <c:pt idx="207">
                  <c:v>1.744</c:v>
                </c:pt>
                <c:pt idx="208">
                  <c:v>1.248</c:v>
                </c:pt>
                <c:pt idx="209">
                  <c:v>1.016</c:v>
                </c:pt>
                <c:pt idx="210">
                  <c:v>0.57599999999999996</c:v>
                </c:pt>
                <c:pt idx="211">
                  <c:v>0.86699999999999999</c:v>
                </c:pt>
                <c:pt idx="212">
                  <c:v>1.7290000000000001</c:v>
                </c:pt>
                <c:pt idx="213">
                  <c:v>3.008</c:v>
                </c:pt>
                <c:pt idx="214">
                  <c:v>2.6080000000000001</c:v>
                </c:pt>
                <c:pt idx="215">
                  <c:v>2.1030000000000002</c:v>
                </c:pt>
                <c:pt idx="216">
                  <c:v>1.621</c:v>
                </c:pt>
                <c:pt idx="217">
                  <c:v>1.26</c:v>
                </c:pt>
                <c:pt idx="218">
                  <c:v>0.95699999999999996</c:v>
                </c:pt>
                <c:pt idx="219">
                  <c:v>0.70099999999999996</c:v>
                </c:pt>
                <c:pt idx="220">
                  <c:v>0.432</c:v>
                </c:pt>
                <c:pt idx="221">
                  <c:v>0.22600000000000001</c:v>
                </c:pt>
                <c:pt idx="222">
                  <c:v>-7.0000000000000001E-3</c:v>
                </c:pt>
                <c:pt idx="223">
                  <c:v>-0.315</c:v>
                </c:pt>
                <c:pt idx="224">
                  <c:v>-0.92300000000000004</c:v>
                </c:pt>
                <c:pt idx="225">
                  <c:v>-1.177</c:v>
                </c:pt>
                <c:pt idx="226">
                  <c:v>-1.02</c:v>
                </c:pt>
                <c:pt idx="227">
                  <c:v>-1.0720000000000001</c:v>
                </c:pt>
                <c:pt idx="228">
                  <c:v>-1.0609999999999999</c:v>
                </c:pt>
                <c:pt idx="229">
                  <c:v>-0.94299999999999995</c:v>
                </c:pt>
                <c:pt idx="230">
                  <c:v>-1.2529999999999999</c:v>
                </c:pt>
                <c:pt idx="231">
                  <c:v>-1.599</c:v>
                </c:pt>
                <c:pt idx="232">
                  <c:v>-0.80500000000000005</c:v>
                </c:pt>
                <c:pt idx="233">
                  <c:v>0.80400000000000005</c:v>
                </c:pt>
                <c:pt idx="234">
                  <c:v>1.6419999999999999</c:v>
                </c:pt>
                <c:pt idx="235">
                  <c:v>1.6950000000000001</c:v>
                </c:pt>
                <c:pt idx="236">
                  <c:v>1.3640000000000001</c:v>
                </c:pt>
                <c:pt idx="237">
                  <c:v>-0.78500000000000003</c:v>
                </c:pt>
                <c:pt idx="238">
                  <c:v>-2.5750000000000002</c:v>
                </c:pt>
                <c:pt idx="239">
                  <c:v>-2.548</c:v>
                </c:pt>
                <c:pt idx="240">
                  <c:v>-2.4079999999999999</c:v>
                </c:pt>
                <c:pt idx="241">
                  <c:v>-2.2490000000000001</c:v>
                </c:pt>
                <c:pt idx="242">
                  <c:v>-1.9359999999999999</c:v>
                </c:pt>
                <c:pt idx="243">
                  <c:v>-1.7210000000000001</c:v>
                </c:pt>
                <c:pt idx="244">
                  <c:v>-1.48</c:v>
                </c:pt>
                <c:pt idx="245">
                  <c:v>-1.1639999999999999</c:v>
                </c:pt>
                <c:pt idx="246">
                  <c:v>-1.0149999999999999</c:v>
                </c:pt>
                <c:pt idx="247">
                  <c:v>1.413</c:v>
                </c:pt>
                <c:pt idx="248">
                  <c:v>1.917</c:v>
                </c:pt>
                <c:pt idx="249">
                  <c:v>2</c:v>
                </c:pt>
                <c:pt idx="250">
                  <c:v>1.8089999999999999</c:v>
                </c:pt>
                <c:pt idx="251">
                  <c:v>1.599</c:v>
                </c:pt>
                <c:pt idx="252">
                  <c:v>1.2569999999999999</c:v>
                </c:pt>
                <c:pt idx="253">
                  <c:v>0.93899999999999995</c:v>
                </c:pt>
                <c:pt idx="254">
                  <c:v>0.71199999999999997</c:v>
                </c:pt>
                <c:pt idx="255">
                  <c:v>0.56299999999999994</c:v>
                </c:pt>
                <c:pt idx="256">
                  <c:v>0.128</c:v>
                </c:pt>
                <c:pt idx="257">
                  <c:v>-0.153</c:v>
                </c:pt>
                <c:pt idx="258">
                  <c:v>-1.036</c:v>
                </c:pt>
                <c:pt idx="259">
                  <c:v>-1.962</c:v>
                </c:pt>
                <c:pt idx="260">
                  <c:v>-1.8109999999999999</c:v>
                </c:pt>
                <c:pt idx="261">
                  <c:v>-1.7649999999999999</c:v>
                </c:pt>
                <c:pt idx="262">
                  <c:v>-1.74</c:v>
                </c:pt>
                <c:pt idx="263">
                  <c:v>-1.748</c:v>
                </c:pt>
                <c:pt idx="264">
                  <c:v>-1.6339999999999999</c:v>
                </c:pt>
                <c:pt idx="265">
                  <c:v>-1.6080000000000001</c:v>
                </c:pt>
                <c:pt idx="266">
                  <c:v>-1.48</c:v>
                </c:pt>
                <c:pt idx="267">
                  <c:v>-1.319</c:v>
                </c:pt>
                <c:pt idx="268">
                  <c:v>-1.296</c:v>
                </c:pt>
                <c:pt idx="269">
                  <c:v>-1.321</c:v>
                </c:pt>
                <c:pt idx="270">
                  <c:v>-1.581</c:v>
                </c:pt>
                <c:pt idx="271">
                  <c:v>-2.5630000000000002</c:v>
                </c:pt>
                <c:pt idx="272">
                  <c:v>-2.427</c:v>
                </c:pt>
                <c:pt idx="273">
                  <c:v>-2.2549999999999999</c:v>
                </c:pt>
                <c:pt idx="274">
                  <c:v>-2.2090000000000001</c:v>
                </c:pt>
                <c:pt idx="275">
                  <c:v>-2.0379999999999998</c:v>
                </c:pt>
                <c:pt idx="276">
                  <c:v>-1.706</c:v>
                </c:pt>
                <c:pt idx="277">
                  <c:v>-1.278</c:v>
                </c:pt>
                <c:pt idx="278">
                  <c:v>-1.1879999999999999</c:v>
                </c:pt>
                <c:pt idx="279">
                  <c:v>-0.98899999999999999</c:v>
                </c:pt>
                <c:pt idx="280">
                  <c:v>-0.93899999999999995</c:v>
                </c:pt>
                <c:pt idx="281">
                  <c:v>-1.0620000000000001</c:v>
                </c:pt>
                <c:pt idx="282">
                  <c:v>-1.194</c:v>
                </c:pt>
                <c:pt idx="283">
                  <c:v>-1.2929999999999999</c:v>
                </c:pt>
                <c:pt idx="284">
                  <c:v>-1.6339999999999999</c:v>
                </c:pt>
                <c:pt idx="285">
                  <c:v>-0.91</c:v>
                </c:pt>
                <c:pt idx="286">
                  <c:v>-1.5860000000000001</c:v>
                </c:pt>
                <c:pt idx="287">
                  <c:v>-0.58399999999999996</c:v>
                </c:pt>
                <c:pt idx="288">
                  <c:v>0.58399999999999996</c:v>
                </c:pt>
                <c:pt idx="289">
                  <c:v>0.61799999999999999</c:v>
                </c:pt>
                <c:pt idx="290">
                  <c:v>0.29099999999999998</c:v>
                </c:pt>
                <c:pt idx="291">
                  <c:v>-7.4999999999999997E-2</c:v>
                </c:pt>
                <c:pt idx="292">
                  <c:v>-0.45500000000000002</c:v>
                </c:pt>
                <c:pt idx="293">
                  <c:v>-0.81699999999999995</c:v>
                </c:pt>
                <c:pt idx="294">
                  <c:v>9.0999999999999998E-2</c:v>
                </c:pt>
                <c:pt idx="295">
                  <c:v>1.343</c:v>
                </c:pt>
                <c:pt idx="296">
                  <c:v>2.919</c:v>
                </c:pt>
                <c:pt idx="297">
                  <c:v>1.925</c:v>
                </c:pt>
                <c:pt idx="298">
                  <c:v>1.06</c:v>
                </c:pt>
                <c:pt idx="299">
                  <c:v>0.65700000000000003</c:v>
                </c:pt>
                <c:pt idx="300">
                  <c:v>1.0149999999999999</c:v>
                </c:pt>
                <c:pt idx="301">
                  <c:v>0.93700000000000006</c:v>
                </c:pt>
                <c:pt idx="302">
                  <c:v>0.91</c:v>
                </c:pt>
                <c:pt idx="303">
                  <c:v>0.56000000000000005</c:v>
                </c:pt>
                <c:pt idx="304">
                  <c:v>0.20799999999999999</c:v>
                </c:pt>
                <c:pt idx="305">
                  <c:v>-0.25</c:v>
                </c:pt>
                <c:pt idx="306">
                  <c:v>7.2999999999999995E-2</c:v>
                </c:pt>
                <c:pt idx="307">
                  <c:v>-1.3380000000000001</c:v>
                </c:pt>
                <c:pt idx="308">
                  <c:v>-1.0720000000000001</c:v>
                </c:pt>
                <c:pt idx="309">
                  <c:v>-1.675</c:v>
                </c:pt>
                <c:pt idx="310">
                  <c:v>-2.2029999999999998</c:v>
                </c:pt>
                <c:pt idx="311">
                  <c:v>-2.5840000000000001</c:v>
                </c:pt>
                <c:pt idx="312">
                  <c:v>-2.2309999999999999</c:v>
                </c:pt>
                <c:pt idx="313">
                  <c:v>-2.2570000000000001</c:v>
                </c:pt>
                <c:pt idx="314">
                  <c:v>-1.7569999999999999</c:v>
                </c:pt>
                <c:pt idx="315">
                  <c:v>-1.496</c:v>
                </c:pt>
                <c:pt idx="316">
                  <c:v>-1.367</c:v>
                </c:pt>
                <c:pt idx="317">
                  <c:v>-1.425</c:v>
                </c:pt>
                <c:pt idx="318">
                  <c:v>-1.7150000000000001</c:v>
                </c:pt>
                <c:pt idx="319">
                  <c:v>-1.9279999999999999</c:v>
                </c:pt>
                <c:pt idx="320">
                  <c:v>-2.1419999999999999</c:v>
                </c:pt>
                <c:pt idx="321">
                  <c:v>-1.9990000000000001</c:v>
                </c:pt>
                <c:pt idx="322">
                  <c:v>-1.95</c:v>
                </c:pt>
                <c:pt idx="323">
                  <c:v>-1.8959999999999999</c:v>
                </c:pt>
                <c:pt idx="324">
                  <c:v>-1.8560000000000001</c:v>
                </c:pt>
                <c:pt idx="325">
                  <c:v>-0.81499999999999995</c:v>
                </c:pt>
                <c:pt idx="326">
                  <c:v>-0.57499999999999996</c:v>
                </c:pt>
                <c:pt idx="327">
                  <c:v>0.317</c:v>
                </c:pt>
                <c:pt idx="328">
                  <c:v>0.16600000000000001</c:v>
                </c:pt>
                <c:pt idx="329">
                  <c:v>0.123</c:v>
                </c:pt>
                <c:pt idx="330">
                  <c:v>-0.26100000000000001</c:v>
                </c:pt>
                <c:pt idx="331">
                  <c:v>-0.57499999999999996</c:v>
                </c:pt>
                <c:pt idx="332">
                  <c:v>-1.135</c:v>
                </c:pt>
                <c:pt idx="333">
                  <c:v>-0.746</c:v>
                </c:pt>
                <c:pt idx="334">
                  <c:v>5.6000000000000001E-2</c:v>
                </c:pt>
                <c:pt idx="335">
                  <c:v>1.4139999999999999</c:v>
                </c:pt>
                <c:pt idx="336">
                  <c:v>2.19</c:v>
                </c:pt>
                <c:pt idx="337">
                  <c:v>1.581</c:v>
                </c:pt>
                <c:pt idx="338">
                  <c:v>1.2270000000000001</c:v>
                </c:pt>
                <c:pt idx="339">
                  <c:v>1.08</c:v>
                </c:pt>
                <c:pt idx="340">
                  <c:v>1.024</c:v>
                </c:pt>
                <c:pt idx="341">
                  <c:v>0.92200000000000004</c:v>
                </c:pt>
                <c:pt idx="342">
                  <c:v>0.64200000000000002</c:v>
                </c:pt>
                <c:pt idx="343">
                  <c:v>1.0429999999999999</c:v>
                </c:pt>
                <c:pt idx="344">
                  <c:v>1.0649999999999999</c:v>
                </c:pt>
                <c:pt idx="345">
                  <c:v>1.1259999999999999</c:v>
                </c:pt>
                <c:pt idx="346">
                  <c:v>0.73299999999999998</c:v>
                </c:pt>
                <c:pt idx="347">
                  <c:v>0.36299999999999999</c:v>
                </c:pt>
                <c:pt idx="348">
                  <c:v>-0.435</c:v>
                </c:pt>
                <c:pt idx="349">
                  <c:v>-1.31</c:v>
                </c:pt>
                <c:pt idx="350">
                  <c:v>3.7160000000000002</c:v>
                </c:pt>
                <c:pt idx="351">
                  <c:v>2.5190000000000001</c:v>
                </c:pt>
                <c:pt idx="352">
                  <c:v>1.863</c:v>
                </c:pt>
                <c:pt idx="353">
                  <c:v>1.47</c:v>
                </c:pt>
                <c:pt idx="354">
                  <c:v>1.161</c:v>
                </c:pt>
                <c:pt idx="355">
                  <c:v>0.89500000000000002</c:v>
                </c:pt>
                <c:pt idx="356">
                  <c:v>0.65800000000000003</c:v>
                </c:pt>
                <c:pt idx="357">
                  <c:v>0.47</c:v>
                </c:pt>
                <c:pt idx="358">
                  <c:v>0.21299999999999999</c:v>
                </c:pt>
                <c:pt idx="359">
                  <c:v>-1.4999999999999999E-2</c:v>
                </c:pt>
                <c:pt idx="360">
                  <c:v>-0.33900000000000002</c:v>
                </c:pt>
                <c:pt idx="361">
                  <c:v>-1.0249999999999999</c:v>
                </c:pt>
                <c:pt idx="362">
                  <c:v>-1.5469999999999999</c:v>
                </c:pt>
                <c:pt idx="363">
                  <c:v>-1.55</c:v>
                </c:pt>
                <c:pt idx="364">
                  <c:v>-1.5469999999999999</c:v>
                </c:pt>
                <c:pt idx="365">
                  <c:v>-1.4950000000000001</c:v>
                </c:pt>
                <c:pt idx="366">
                  <c:v>-1.4630000000000001</c:v>
                </c:pt>
                <c:pt idx="367">
                  <c:v>-1.528</c:v>
                </c:pt>
                <c:pt idx="368">
                  <c:v>-1.4970000000000001</c:v>
                </c:pt>
                <c:pt idx="369">
                  <c:v>-1.5049999999999999</c:v>
                </c:pt>
                <c:pt idx="370">
                  <c:v>-1.7529999999999999</c:v>
                </c:pt>
                <c:pt idx="371">
                  <c:v>-1.64</c:v>
                </c:pt>
                <c:pt idx="372">
                  <c:v>-1.7010000000000001</c:v>
                </c:pt>
                <c:pt idx="373">
                  <c:v>-1.7789999999999999</c:v>
                </c:pt>
                <c:pt idx="374">
                  <c:v>-2.7890000000000001</c:v>
                </c:pt>
                <c:pt idx="375">
                  <c:v>-2.2589999999999999</c:v>
                </c:pt>
                <c:pt idx="376">
                  <c:v>-1.39</c:v>
                </c:pt>
                <c:pt idx="377">
                  <c:v>-0.77700000000000002</c:v>
                </c:pt>
                <c:pt idx="378">
                  <c:v>-0.52300000000000002</c:v>
                </c:pt>
                <c:pt idx="379">
                  <c:v>-0.312</c:v>
                </c:pt>
                <c:pt idx="380">
                  <c:v>-5.0000000000000001E-3</c:v>
                </c:pt>
                <c:pt idx="381">
                  <c:v>0.35499999999999998</c:v>
                </c:pt>
                <c:pt idx="382">
                  <c:v>0.79400000000000004</c:v>
                </c:pt>
                <c:pt idx="383">
                  <c:v>1.0349999999999999</c:v>
                </c:pt>
                <c:pt idx="384">
                  <c:v>1.2010000000000001</c:v>
                </c:pt>
                <c:pt idx="385">
                  <c:v>1.0389999999999999</c:v>
                </c:pt>
                <c:pt idx="386">
                  <c:v>0.82099999999999995</c:v>
                </c:pt>
                <c:pt idx="387">
                  <c:v>0.54300000000000004</c:v>
                </c:pt>
                <c:pt idx="388">
                  <c:v>-9.4E-2</c:v>
                </c:pt>
                <c:pt idx="389">
                  <c:v>-0.98899999999999999</c:v>
                </c:pt>
                <c:pt idx="390">
                  <c:v>-1.42</c:v>
                </c:pt>
                <c:pt idx="391">
                  <c:v>-2.0710000000000002</c:v>
                </c:pt>
                <c:pt idx="392">
                  <c:v>-1.8540000000000001</c:v>
                </c:pt>
                <c:pt idx="393">
                  <c:v>-1.9510000000000001</c:v>
                </c:pt>
                <c:pt idx="394">
                  <c:v>-1.65</c:v>
                </c:pt>
                <c:pt idx="395">
                  <c:v>-1.577</c:v>
                </c:pt>
                <c:pt idx="396">
                  <c:v>-1.5940000000000001</c:v>
                </c:pt>
                <c:pt idx="397">
                  <c:v>-1.819</c:v>
                </c:pt>
                <c:pt idx="398">
                  <c:v>-2.0569999999999999</c:v>
                </c:pt>
                <c:pt idx="399">
                  <c:v>-1.978</c:v>
                </c:pt>
                <c:pt idx="400">
                  <c:v>-2.1749999999999998</c:v>
                </c:pt>
                <c:pt idx="401">
                  <c:v>-2.323</c:v>
                </c:pt>
                <c:pt idx="402">
                  <c:v>-2.1739999999999999</c:v>
                </c:pt>
                <c:pt idx="403">
                  <c:v>-1.5980000000000001</c:v>
                </c:pt>
                <c:pt idx="404">
                  <c:v>-1.3160000000000001</c:v>
                </c:pt>
                <c:pt idx="405">
                  <c:v>-1.407</c:v>
                </c:pt>
                <c:pt idx="406">
                  <c:v>-1.528</c:v>
                </c:pt>
                <c:pt idx="407">
                  <c:v>-1.4119999999999999</c:v>
                </c:pt>
                <c:pt idx="408">
                  <c:v>-1.177</c:v>
                </c:pt>
                <c:pt idx="409">
                  <c:v>-1.452</c:v>
                </c:pt>
                <c:pt idx="410">
                  <c:v>-1.0229999999999999</c:v>
                </c:pt>
                <c:pt idx="411">
                  <c:v>1.9770000000000001</c:v>
                </c:pt>
                <c:pt idx="412">
                  <c:v>1.9570000000000001</c:v>
                </c:pt>
                <c:pt idx="413">
                  <c:v>1.575</c:v>
                </c:pt>
                <c:pt idx="414">
                  <c:v>1.101</c:v>
                </c:pt>
                <c:pt idx="415">
                  <c:v>0.69799999999999995</c:v>
                </c:pt>
                <c:pt idx="416">
                  <c:v>0.45900000000000002</c:v>
                </c:pt>
                <c:pt idx="417">
                  <c:v>0.26</c:v>
                </c:pt>
                <c:pt idx="418">
                  <c:v>2.8000000000000001E-2</c:v>
                </c:pt>
                <c:pt idx="419">
                  <c:v>-8.5999999999999993E-2</c:v>
                </c:pt>
              </c:numCache>
            </c:numRef>
          </c:val>
          <c:smooth val="0"/>
          <c:extLst>
            <c:ext xmlns:c16="http://schemas.microsoft.com/office/drawing/2014/chart" uri="{C3380CC4-5D6E-409C-BE32-E72D297353CC}">
              <c16:uniqueId val="{00000000-7764-1447-9311-939FF93F7C12}"/>
            </c:ext>
          </c:extLst>
        </c:ser>
        <c:ser>
          <c:idx val="1"/>
          <c:order val="1"/>
          <c:tx>
            <c:strRef>
              <c:f>Sheet1!$C$1</c:f>
              <c:strCache>
                <c:ptCount val="1"/>
                <c:pt idx="0">
                  <c:v>Spike threshold (1 standard deviation)</c:v>
                </c:pt>
              </c:strCache>
            </c:strRef>
          </c:tx>
          <c:spPr>
            <a:ln w="15875">
              <a:solidFill>
                <a:srgbClr val="A31F34"/>
              </a:solidFill>
              <a:prstDash val="dash"/>
            </a:ln>
          </c:spPr>
          <c:marker>
            <c:symbol val="none"/>
          </c:marker>
          <c:cat>
            <c:strRef>
              <c:f>Sheet1!$A$2:$A$421</c:f>
              <c:strCache>
                <c:ptCount val="420"/>
                <c:pt idx="48">
                  <c:v>1995</c:v>
                </c:pt>
                <c:pt idx="108">
                  <c:v>2000</c:v>
                </c:pt>
                <c:pt idx="168">
                  <c:v>2005</c:v>
                </c:pt>
                <c:pt idx="228">
                  <c:v>2010</c:v>
                </c:pt>
                <c:pt idx="288">
                  <c:v>2015</c:v>
                </c:pt>
                <c:pt idx="348">
                  <c:v>2020</c:v>
                </c:pt>
                <c:pt idx="408">
                  <c:v>2025</c:v>
                </c:pt>
              </c:strCache>
            </c:strRef>
          </c:cat>
          <c:val>
            <c:numRef>
              <c:f>Sheet1!$C$2:$C$421</c:f>
              <c:numCache>
                <c:formatCode>General</c:formatCode>
                <c:ptCount val="420"/>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1</c:v>
                </c:pt>
                <c:pt idx="301">
                  <c:v>1</c:v>
                </c:pt>
                <c:pt idx="302">
                  <c:v>1</c:v>
                </c:pt>
                <c:pt idx="303">
                  <c:v>1</c:v>
                </c:pt>
                <c:pt idx="304">
                  <c:v>1</c:v>
                </c:pt>
                <c:pt idx="305">
                  <c:v>1</c:v>
                </c:pt>
                <c:pt idx="306">
                  <c:v>1</c:v>
                </c:pt>
                <c:pt idx="307">
                  <c:v>1</c:v>
                </c:pt>
                <c:pt idx="308">
                  <c:v>1</c:v>
                </c:pt>
                <c:pt idx="309">
                  <c:v>1</c:v>
                </c:pt>
                <c:pt idx="310">
                  <c:v>1</c:v>
                </c:pt>
                <c:pt idx="311">
                  <c:v>1</c:v>
                </c:pt>
                <c:pt idx="312">
                  <c:v>1</c:v>
                </c:pt>
                <c:pt idx="313">
                  <c:v>1</c:v>
                </c:pt>
                <c:pt idx="314">
                  <c:v>1</c:v>
                </c:pt>
                <c:pt idx="315">
                  <c:v>1</c:v>
                </c:pt>
                <c:pt idx="316">
                  <c:v>1</c:v>
                </c:pt>
                <c:pt idx="317">
                  <c:v>1</c:v>
                </c:pt>
                <c:pt idx="318">
                  <c:v>1</c:v>
                </c:pt>
                <c:pt idx="319">
                  <c:v>1</c:v>
                </c:pt>
                <c:pt idx="320">
                  <c:v>1</c:v>
                </c:pt>
                <c:pt idx="321">
                  <c:v>1</c:v>
                </c:pt>
                <c:pt idx="322">
                  <c:v>1</c:v>
                </c:pt>
                <c:pt idx="323">
                  <c:v>1</c:v>
                </c:pt>
                <c:pt idx="324">
                  <c:v>1</c:v>
                </c:pt>
                <c:pt idx="325">
                  <c:v>1</c:v>
                </c:pt>
                <c:pt idx="326">
                  <c:v>1</c:v>
                </c:pt>
                <c:pt idx="327">
                  <c:v>1</c:v>
                </c:pt>
                <c:pt idx="328">
                  <c:v>1</c:v>
                </c:pt>
                <c:pt idx="329">
                  <c:v>1</c:v>
                </c:pt>
                <c:pt idx="330">
                  <c:v>1</c:v>
                </c:pt>
                <c:pt idx="331">
                  <c:v>1</c:v>
                </c:pt>
                <c:pt idx="332">
                  <c:v>1</c:v>
                </c:pt>
                <c:pt idx="333">
                  <c:v>1</c:v>
                </c:pt>
                <c:pt idx="334">
                  <c:v>1</c:v>
                </c:pt>
                <c:pt idx="335">
                  <c:v>1</c:v>
                </c:pt>
                <c:pt idx="336">
                  <c:v>1</c:v>
                </c:pt>
                <c:pt idx="337">
                  <c:v>1</c:v>
                </c:pt>
                <c:pt idx="338">
                  <c:v>1</c:v>
                </c:pt>
                <c:pt idx="339">
                  <c:v>1</c:v>
                </c:pt>
                <c:pt idx="340">
                  <c:v>1</c:v>
                </c:pt>
                <c:pt idx="341">
                  <c:v>1</c:v>
                </c:pt>
                <c:pt idx="342">
                  <c:v>1</c:v>
                </c:pt>
                <c:pt idx="343">
                  <c:v>1</c:v>
                </c:pt>
                <c:pt idx="344">
                  <c:v>1</c:v>
                </c:pt>
                <c:pt idx="345">
                  <c:v>1</c:v>
                </c:pt>
                <c:pt idx="346">
                  <c:v>1</c:v>
                </c:pt>
                <c:pt idx="347">
                  <c:v>1</c:v>
                </c:pt>
                <c:pt idx="348">
                  <c:v>1</c:v>
                </c:pt>
                <c:pt idx="349">
                  <c:v>1</c:v>
                </c:pt>
                <c:pt idx="350">
                  <c:v>1</c:v>
                </c:pt>
                <c:pt idx="351">
                  <c:v>1</c:v>
                </c:pt>
                <c:pt idx="352">
                  <c:v>1</c:v>
                </c:pt>
                <c:pt idx="353">
                  <c:v>1</c:v>
                </c:pt>
                <c:pt idx="354">
                  <c:v>1</c:v>
                </c:pt>
                <c:pt idx="355">
                  <c:v>1</c:v>
                </c:pt>
                <c:pt idx="356">
                  <c:v>1</c:v>
                </c:pt>
                <c:pt idx="357">
                  <c:v>1</c:v>
                </c:pt>
                <c:pt idx="358">
                  <c:v>1</c:v>
                </c:pt>
                <c:pt idx="359">
                  <c:v>1</c:v>
                </c:pt>
                <c:pt idx="360">
                  <c:v>1</c:v>
                </c:pt>
                <c:pt idx="361">
                  <c:v>1</c:v>
                </c:pt>
                <c:pt idx="362">
                  <c:v>1</c:v>
                </c:pt>
                <c:pt idx="363">
                  <c:v>1</c:v>
                </c:pt>
                <c:pt idx="364">
                  <c:v>1</c:v>
                </c:pt>
                <c:pt idx="365">
                  <c:v>1</c:v>
                </c:pt>
                <c:pt idx="366">
                  <c:v>1</c:v>
                </c:pt>
                <c:pt idx="367">
                  <c:v>1</c:v>
                </c:pt>
                <c:pt idx="368">
                  <c:v>1</c:v>
                </c:pt>
                <c:pt idx="369">
                  <c:v>1</c:v>
                </c:pt>
                <c:pt idx="370">
                  <c:v>1</c:v>
                </c:pt>
                <c:pt idx="371">
                  <c:v>1</c:v>
                </c:pt>
                <c:pt idx="372">
                  <c:v>1</c:v>
                </c:pt>
                <c:pt idx="373">
                  <c:v>1</c:v>
                </c:pt>
                <c:pt idx="374">
                  <c:v>1</c:v>
                </c:pt>
                <c:pt idx="375">
                  <c:v>1</c:v>
                </c:pt>
                <c:pt idx="376">
                  <c:v>1</c:v>
                </c:pt>
                <c:pt idx="377">
                  <c:v>1</c:v>
                </c:pt>
                <c:pt idx="378">
                  <c:v>1</c:v>
                </c:pt>
                <c:pt idx="379">
                  <c:v>1</c:v>
                </c:pt>
                <c:pt idx="380">
                  <c:v>1</c:v>
                </c:pt>
                <c:pt idx="381">
                  <c:v>1</c:v>
                </c:pt>
                <c:pt idx="382">
                  <c:v>1</c:v>
                </c:pt>
                <c:pt idx="383">
                  <c:v>1</c:v>
                </c:pt>
                <c:pt idx="384">
                  <c:v>1</c:v>
                </c:pt>
                <c:pt idx="385">
                  <c:v>1</c:v>
                </c:pt>
                <c:pt idx="386">
                  <c:v>1</c:v>
                </c:pt>
                <c:pt idx="387">
                  <c:v>1</c:v>
                </c:pt>
                <c:pt idx="388">
                  <c:v>1</c:v>
                </c:pt>
                <c:pt idx="389">
                  <c:v>1</c:v>
                </c:pt>
                <c:pt idx="390">
                  <c:v>1</c:v>
                </c:pt>
                <c:pt idx="391">
                  <c:v>1</c:v>
                </c:pt>
                <c:pt idx="392">
                  <c:v>1</c:v>
                </c:pt>
                <c:pt idx="393">
                  <c:v>1</c:v>
                </c:pt>
                <c:pt idx="394">
                  <c:v>1</c:v>
                </c:pt>
                <c:pt idx="395">
                  <c:v>1</c:v>
                </c:pt>
                <c:pt idx="396">
                  <c:v>1</c:v>
                </c:pt>
                <c:pt idx="397">
                  <c:v>1</c:v>
                </c:pt>
                <c:pt idx="398">
                  <c:v>1</c:v>
                </c:pt>
                <c:pt idx="399">
                  <c:v>1</c:v>
                </c:pt>
                <c:pt idx="400">
                  <c:v>1</c:v>
                </c:pt>
                <c:pt idx="401">
                  <c:v>1</c:v>
                </c:pt>
                <c:pt idx="402">
                  <c:v>1</c:v>
                </c:pt>
                <c:pt idx="403">
                  <c:v>1</c:v>
                </c:pt>
                <c:pt idx="404">
                  <c:v>1</c:v>
                </c:pt>
                <c:pt idx="405">
                  <c:v>1</c:v>
                </c:pt>
                <c:pt idx="406">
                  <c:v>1</c:v>
                </c:pt>
                <c:pt idx="407">
                  <c:v>1</c:v>
                </c:pt>
                <c:pt idx="408">
                  <c:v>1</c:v>
                </c:pt>
                <c:pt idx="409">
                  <c:v>1</c:v>
                </c:pt>
                <c:pt idx="410">
                  <c:v>1</c:v>
                </c:pt>
                <c:pt idx="411">
                  <c:v>1</c:v>
                </c:pt>
                <c:pt idx="412">
                  <c:v>1</c:v>
                </c:pt>
                <c:pt idx="413">
                  <c:v>1</c:v>
                </c:pt>
                <c:pt idx="414">
                  <c:v>1</c:v>
                </c:pt>
                <c:pt idx="415">
                  <c:v>1</c:v>
                </c:pt>
                <c:pt idx="416">
                  <c:v>1</c:v>
                </c:pt>
                <c:pt idx="417">
                  <c:v>1</c:v>
                </c:pt>
                <c:pt idx="418">
                  <c:v>1</c:v>
                </c:pt>
                <c:pt idx="419">
                  <c:v>1</c:v>
                </c:pt>
              </c:numCache>
            </c:numRef>
          </c:val>
          <c:smooth val="0"/>
          <c:extLst>
            <c:ext xmlns:c16="http://schemas.microsoft.com/office/drawing/2014/chart" uri="{C3380CC4-5D6E-409C-BE32-E72D297353CC}">
              <c16:uniqueId val="{00000001-7764-1447-9311-939FF93F7C12}"/>
            </c:ext>
          </c:extLst>
        </c:ser>
        <c:ser>
          <c:idx val="2"/>
          <c:order val="2"/>
          <c:tx>
            <c:strRef>
              <c:f>Sheet1!$D$1</c:f>
              <c:strCache>
                <c:ptCount val="1"/>
                <c:pt idx="0">
                  <c:v>Month followed by a 10% loss</c:v>
                </c:pt>
              </c:strCache>
            </c:strRef>
          </c:tx>
          <c:spPr>
            <a:ln>
              <a:noFill/>
            </a:ln>
          </c:spPr>
          <c:marker>
            <c:symbol val="circle"/>
            <c:size val="7"/>
            <c:spPr>
              <a:solidFill>
                <a:srgbClr val="A31F34"/>
              </a:solidFill>
              <a:ln>
                <a:solidFill>
                  <a:srgbClr val="FFFFFF"/>
                </a:solidFill>
              </a:ln>
            </c:spPr>
          </c:marker>
          <c:cat>
            <c:strRef>
              <c:f>Sheet1!$A$2:$A$421</c:f>
              <c:strCache>
                <c:ptCount val="420"/>
                <c:pt idx="48">
                  <c:v>1995</c:v>
                </c:pt>
                <c:pt idx="108">
                  <c:v>2000</c:v>
                </c:pt>
                <c:pt idx="168">
                  <c:v>2005</c:v>
                </c:pt>
                <c:pt idx="228">
                  <c:v>2010</c:v>
                </c:pt>
                <c:pt idx="288">
                  <c:v>2015</c:v>
                </c:pt>
                <c:pt idx="348">
                  <c:v>2020</c:v>
                </c:pt>
                <c:pt idx="408">
                  <c:v>2025</c:v>
                </c:pt>
              </c:strCache>
            </c:strRef>
          </c:cat>
          <c:val>
            <c:numRef>
              <c:f>Sheet1!$D$2:$D$421</c:f>
              <c:numCache>
                <c:formatCode>General</c:formatCode>
                <c:ptCount val="420"/>
                <c:pt idx="88">
                  <c:v>0.45900000000000002</c:v>
                </c:pt>
                <c:pt idx="115">
                  <c:v>-1.8160000000000001</c:v>
                </c:pt>
                <c:pt idx="119">
                  <c:v>-0.92400000000000004</c:v>
                </c:pt>
                <c:pt idx="125">
                  <c:v>1.681</c:v>
                </c:pt>
                <c:pt idx="126">
                  <c:v>1.4910000000000001</c:v>
                </c:pt>
                <c:pt idx="134">
                  <c:v>1.3029999999999999</c:v>
                </c:pt>
                <c:pt idx="135">
                  <c:v>1.319</c:v>
                </c:pt>
                <c:pt idx="136">
                  <c:v>1.38</c:v>
                </c:pt>
                <c:pt idx="137">
                  <c:v>1.482</c:v>
                </c:pt>
                <c:pt idx="201">
                  <c:v>1.24</c:v>
                </c:pt>
                <c:pt idx="210">
                  <c:v>0.57599999999999996</c:v>
                </c:pt>
                <c:pt idx="211">
                  <c:v>0.86699999999999999</c:v>
                </c:pt>
                <c:pt idx="212">
                  <c:v>1.7290000000000001</c:v>
                </c:pt>
                <c:pt idx="213">
                  <c:v>3.008</c:v>
                </c:pt>
                <c:pt idx="214">
                  <c:v>2.6080000000000001</c:v>
                </c:pt>
                <c:pt idx="215">
                  <c:v>2.1030000000000002</c:v>
                </c:pt>
                <c:pt idx="230">
                  <c:v>-1.2529999999999999</c:v>
                </c:pt>
                <c:pt idx="245">
                  <c:v>-1.1639999999999999</c:v>
                </c:pt>
                <c:pt idx="332">
                  <c:v>-1.135</c:v>
                </c:pt>
                <c:pt idx="347">
                  <c:v>0.36299999999999999</c:v>
                </c:pt>
                <c:pt idx="374">
                  <c:v>-2.7890000000000001</c:v>
                </c:pt>
              </c:numCache>
            </c:numRef>
          </c:val>
          <c:smooth val="0"/>
          <c:extLst>
            <c:ext xmlns:c16="http://schemas.microsoft.com/office/drawing/2014/chart" uri="{C3380CC4-5D6E-409C-BE32-E72D297353CC}">
              <c16:uniqueId val="{00000002-7764-1447-9311-939FF93F7C1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low"/>
        <c:spPr>
          <a:ln>
            <a:solidFill>
              <a:srgbClr val="D9D9D9"/>
            </a:solidFill>
          </a:ln>
        </c:spPr>
        <c:txPr>
          <a:bodyPr/>
          <a:lstStyle/>
          <a:p>
            <a:pPr>
              <a:defRPr sz="1000">
                <a:solidFill>
                  <a:srgbClr val="545759"/>
                </a:solidFill>
              </a:defRPr>
            </a:pPr>
            <a:endParaRPr lang="en-US"/>
          </a:p>
        </c:txPr>
        <c:crossAx val="2140495176"/>
        <c:crosses val="autoZero"/>
        <c:auto val="1"/>
        <c:lblAlgn val="ctr"/>
        <c:lblOffset val="100"/>
        <c:tickLblSkip val="1"/>
        <c:tickMarkSkip val="60"/>
        <c:noMultiLvlLbl val="1"/>
      </c:catAx>
      <c:valAx>
        <c:axId val="2140495176"/>
        <c:scaling>
          <c:orientation val="minMax"/>
          <c:max val="4"/>
          <c:min val="-3"/>
        </c:scaling>
        <c:delete val="0"/>
        <c:axPos val="l"/>
        <c:majorGridlines>
          <c:spPr>
            <a:ln w="9525">
              <a:solidFill>
                <a:srgbClr val="D9D9D9"/>
              </a:solidFill>
            </a:ln>
          </c:spPr>
        </c:majorGridlines>
        <c:numFmt formatCode="0" sourceLinked="0"/>
        <c:majorTickMark val="out"/>
        <c:minorTickMark val="none"/>
        <c:tickLblPos val="nextTo"/>
        <c:spPr>
          <a:ln>
            <a:noFill/>
          </a:ln>
        </c:spPr>
        <c:txPr>
          <a:bodyPr/>
          <a:lstStyle/>
          <a:p>
            <a:pPr>
              <a:defRPr sz="1000">
                <a:solidFill>
                  <a:srgbClr val="545759"/>
                </a:solidFill>
              </a:defRPr>
            </a:pPr>
            <a:endParaRPr lang="en-US"/>
          </a:p>
        </c:txPr>
        <c:crossAx val="2118791784"/>
        <c:crosses val="autoZero"/>
        <c:crossBetween val="between"/>
        <c:majorUnit val="1"/>
      </c:valAx>
    </c:plotArea>
    <c:legend>
      <c:legendPos val="b"/>
      <c:overlay val="0"/>
      <c:txPr>
        <a:bodyPr/>
        <a:lstStyle/>
        <a:p>
          <a:pPr>
            <a:defRPr sz="1000"/>
          </a:pPr>
          <a:endParaRPr lang="en-US"/>
        </a:p>
      </c:txPr>
    </c:legend>
    <c:plotVisOnly val="1"/>
    <c:dispBlanksAs val="gap"/>
    <c:showDLblsOverMax val="0"/>
  </c:chart>
  <c:txPr>
    <a:bodyPr/>
    <a:lstStyle/>
    <a:p>
      <a:pPr>
        <a:defRPr sz="1000">
          <a:solidFill>
            <a:srgbClr val="54575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RBP, scaled by fit: $27.9</c:v>
                </c:pt>
              </c:strCache>
            </c:strRef>
          </c:tx>
          <c:spPr>
            <a:ln w="28575">
              <a:solidFill>
                <a:srgbClr val="A31F34"/>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Sheet1!$B$2:$B$421</c:f>
              <c:numCache>
                <c:formatCode>General</c:formatCode>
                <c:ptCount val="420"/>
                <c:pt idx="0">
                  <c:v>1</c:v>
                </c:pt>
                <c:pt idx="1">
                  <c:v>1.058694</c:v>
                </c:pt>
                <c:pt idx="2">
                  <c:v>1.080179</c:v>
                </c:pt>
                <c:pt idx="3">
                  <c:v>1.0841209999999999</c:v>
                </c:pt>
                <c:pt idx="4">
                  <c:v>1.1224050000000001</c:v>
                </c:pt>
                <c:pt idx="5">
                  <c:v>1.080057</c:v>
                </c:pt>
                <c:pt idx="6">
                  <c:v>1.1223959999999999</c:v>
                </c:pt>
                <c:pt idx="7">
                  <c:v>1.1510339999999999</c:v>
                </c:pt>
                <c:pt idx="8">
                  <c:v>1.142733</c:v>
                </c:pt>
                <c:pt idx="9">
                  <c:v>1.156447</c:v>
                </c:pt>
                <c:pt idx="10">
                  <c:v>1.1220650000000001</c:v>
                </c:pt>
                <c:pt idx="11">
                  <c:v>1.236923</c:v>
                </c:pt>
                <c:pt idx="12">
                  <c:v>1.209481</c:v>
                </c:pt>
                <c:pt idx="13">
                  <c:v>1.2241519999999999</c:v>
                </c:pt>
                <c:pt idx="14">
                  <c:v>1.20201</c:v>
                </c:pt>
                <c:pt idx="15">
                  <c:v>1.2305969999999999</c:v>
                </c:pt>
                <c:pt idx="16">
                  <c:v>1.2417899999999999</c:v>
                </c:pt>
                <c:pt idx="17">
                  <c:v>1.2318690000000001</c:v>
                </c:pt>
                <c:pt idx="18">
                  <c:v>1.2810360000000001</c:v>
                </c:pt>
                <c:pt idx="19">
                  <c:v>1.2633460000000001</c:v>
                </c:pt>
                <c:pt idx="20">
                  <c:v>1.2812410000000001</c:v>
                </c:pt>
                <c:pt idx="21">
                  <c:v>1.278246</c:v>
                </c:pt>
                <c:pt idx="22">
                  <c:v>1.3117799999999999</c:v>
                </c:pt>
                <c:pt idx="23">
                  <c:v>1.3309070000000001</c:v>
                </c:pt>
                <c:pt idx="24">
                  <c:v>1.347313</c:v>
                </c:pt>
                <c:pt idx="25">
                  <c:v>1.370657</c:v>
                </c:pt>
                <c:pt idx="26">
                  <c:v>1.395167</c:v>
                </c:pt>
                <c:pt idx="27">
                  <c:v>1.3691800000000001</c:v>
                </c:pt>
                <c:pt idx="28">
                  <c:v>1.3976310000000001</c:v>
                </c:pt>
                <c:pt idx="29">
                  <c:v>1.409894</c:v>
                </c:pt>
                <c:pt idx="30">
                  <c:v>1.4060809999999999</c:v>
                </c:pt>
                <c:pt idx="31">
                  <c:v>1.458288</c:v>
                </c:pt>
                <c:pt idx="32">
                  <c:v>1.4517850000000001</c:v>
                </c:pt>
                <c:pt idx="33">
                  <c:v>1.476456</c:v>
                </c:pt>
                <c:pt idx="34">
                  <c:v>1.457662</c:v>
                </c:pt>
                <c:pt idx="35">
                  <c:v>1.4731829999999999</c:v>
                </c:pt>
                <c:pt idx="36">
                  <c:v>1.517577</c:v>
                </c:pt>
                <c:pt idx="37">
                  <c:v>1.4759690000000001</c:v>
                </c:pt>
                <c:pt idx="38">
                  <c:v>1.4128590000000001</c:v>
                </c:pt>
                <c:pt idx="39">
                  <c:v>1.4231400000000001</c:v>
                </c:pt>
                <c:pt idx="40">
                  <c:v>1.441298</c:v>
                </c:pt>
                <c:pt idx="41">
                  <c:v>1.4113359999999999</c:v>
                </c:pt>
                <c:pt idx="42">
                  <c:v>1.454515</c:v>
                </c:pt>
                <c:pt idx="43">
                  <c:v>1.5025219999999999</c:v>
                </c:pt>
                <c:pt idx="44">
                  <c:v>1.4660059999999999</c:v>
                </c:pt>
                <c:pt idx="45">
                  <c:v>1.490386</c:v>
                </c:pt>
                <c:pt idx="46">
                  <c:v>1.4468719999999999</c:v>
                </c:pt>
                <c:pt idx="47">
                  <c:v>1.467347</c:v>
                </c:pt>
                <c:pt idx="48">
                  <c:v>1.504578</c:v>
                </c:pt>
                <c:pt idx="49">
                  <c:v>1.5614220000000001</c:v>
                </c:pt>
                <c:pt idx="50">
                  <c:v>1.6006050000000001</c:v>
                </c:pt>
                <c:pt idx="51">
                  <c:v>1.6431739999999999</c:v>
                </c:pt>
                <c:pt idx="52">
                  <c:v>1.7162280000000001</c:v>
                </c:pt>
                <c:pt idx="53">
                  <c:v>1.7521960000000001</c:v>
                </c:pt>
                <c:pt idx="54">
                  <c:v>1.794365</c:v>
                </c:pt>
                <c:pt idx="55">
                  <c:v>1.804387</c:v>
                </c:pt>
                <c:pt idx="56">
                  <c:v>1.8701220000000001</c:v>
                </c:pt>
                <c:pt idx="57">
                  <c:v>1.8705879999999999</c:v>
                </c:pt>
                <c:pt idx="58">
                  <c:v>1.945743</c:v>
                </c:pt>
                <c:pt idx="59">
                  <c:v>1.982912</c:v>
                </c:pt>
                <c:pt idx="60">
                  <c:v>2.0381520000000002</c:v>
                </c:pt>
                <c:pt idx="61">
                  <c:v>2.0391889999999999</c:v>
                </c:pt>
                <c:pt idx="62">
                  <c:v>2.0507110000000002</c:v>
                </c:pt>
                <c:pt idx="63">
                  <c:v>2.0675849999999998</c:v>
                </c:pt>
                <c:pt idx="64">
                  <c:v>2.1069170000000002</c:v>
                </c:pt>
                <c:pt idx="65">
                  <c:v>2.119402</c:v>
                </c:pt>
                <c:pt idx="66">
                  <c:v>2.0447350000000002</c:v>
                </c:pt>
                <c:pt idx="67">
                  <c:v>2.0768960000000001</c:v>
                </c:pt>
                <c:pt idx="68">
                  <c:v>2.1800130000000002</c:v>
                </c:pt>
                <c:pt idx="69">
                  <c:v>2.241708</c:v>
                </c:pt>
                <c:pt idx="70">
                  <c:v>2.3899439999999998</c:v>
                </c:pt>
                <c:pt idx="71">
                  <c:v>2.3415900000000001</c:v>
                </c:pt>
                <c:pt idx="72">
                  <c:v>2.4577230000000001</c:v>
                </c:pt>
                <c:pt idx="73">
                  <c:v>2.474739</c:v>
                </c:pt>
                <c:pt idx="74">
                  <c:v>2.3833890000000002</c:v>
                </c:pt>
                <c:pt idx="75">
                  <c:v>2.5068299999999999</c:v>
                </c:pt>
                <c:pt idx="76">
                  <c:v>2.6335489999999999</c:v>
                </c:pt>
                <c:pt idx="77">
                  <c:v>2.7369949999999998</c:v>
                </c:pt>
                <c:pt idx="78">
                  <c:v>2.9341200000000001</c:v>
                </c:pt>
                <c:pt idx="79">
                  <c:v>2.7918099999999999</c:v>
                </c:pt>
                <c:pt idx="80">
                  <c:v>2.8890750000000001</c:v>
                </c:pt>
                <c:pt idx="81">
                  <c:v>2.8269690000000001</c:v>
                </c:pt>
                <c:pt idx="82">
                  <c:v>2.8850250000000002</c:v>
                </c:pt>
                <c:pt idx="83">
                  <c:v>2.9276270000000002</c:v>
                </c:pt>
                <c:pt idx="84">
                  <c:v>2.9783819999999999</c:v>
                </c:pt>
                <c:pt idx="85">
                  <c:v>3.1489129999999999</c:v>
                </c:pt>
                <c:pt idx="86">
                  <c:v>3.2784909999999998</c:v>
                </c:pt>
                <c:pt idx="87">
                  <c:v>3.3074819999999998</c:v>
                </c:pt>
                <c:pt idx="88">
                  <c:v>3.27115</c:v>
                </c:pt>
                <c:pt idx="89">
                  <c:v>3.3864779999999999</c:v>
                </c:pt>
                <c:pt idx="90">
                  <c:v>3.3576069999999998</c:v>
                </c:pt>
                <c:pt idx="91">
                  <c:v>2.9958290000000001</c:v>
                </c:pt>
                <c:pt idx="92">
                  <c:v>3.1679309999999998</c:v>
                </c:pt>
                <c:pt idx="93">
                  <c:v>3.2478950000000002</c:v>
                </c:pt>
                <c:pt idx="94">
                  <c:v>3.3187989999999998</c:v>
                </c:pt>
                <c:pt idx="95">
                  <c:v>3.4482560000000002</c:v>
                </c:pt>
                <c:pt idx="96">
                  <c:v>3.5123090000000001</c:v>
                </c:pt>
                <c:pt idx="97">
                  <c:v>3.374749</c:v>
                </c:pt>
                <c:pt idx="98">
                  <c:v>3.4439169999999999</c:v>
                </c:pt>
                <c:pt idx="99">
                  <c:v>3.48889</c:v>
                </c:pt>
                <c:pt idx="100">
                  <c:v>3.4209450000000001</c:v>
                </c:pt>
                <c:pt idx="101">
                  <c:v>3.4803470000000001</c:v>
                </c:pt>
                <c:pt idx="102">
                  <c:v>3.4104519999999998</c:v>
                </c:pt>
                <c:pt idx="103">
                  <c:v>3.4046599999999998</c:v>
                </c:pt>
                <c:pt idx="104">
                  <c:v>3.3635830000000002</c:v>
                </c:pt>
                <c:pt idx="105">
                  <c:v>3.4406490000000001</c:v>
                </c:pt>
                <c:pt idx="106">
                  <c:v>3.4546130000000002</c:v>
                </c:pt>
                <c:pt idx="107">
                  <c:v>3.6073490000000001</c:v>
                </c:pt>
                <c:pt idx="108">
                  <c:v>3.4542700000000002</c:v>
                </c:pt>
                <c:pt idx="109">
                  <c:v>3.4189129999999999</c:v>
                </c:pt>
                <c:pt idx="110">
                  <c:v>3.709956</c:v>
                </c:pt>
                <c:pt idx="111">
                  <c:v>3.6134680000000001</c:v>
                </c:pt>
                <c:pt idx="112">
                  <c:v>3.5547249999999999</c:v>
                </c:pt>
                <c:pt idx="113">
                  <c:v>3.642153</c:v>
                </c:pt>
                <c:pt idx="114">
                  <c:v>3.628733</c:v>
                </c:pt>
                <c:pt idx="115">
                  <c:v>3.8051689999999998</c:v>
                </c:pt>
                <c:pt idx="116">
                  <c:v>3.6440950000000001</c:v>
                </c:pt>
                <c:pt idx="117">
                  <c:v>3.6369470000000002</c:v>
                </c:pt>
                <c:pt idx="118">
                  <c:v>3.42713</c:v>
                </c:pt>
                <c:pt idx="119">
                  <c:v>3.5006059999999999</c:v>
                </c:pt>
                <c:pt idx="120">
                  <c:v>3.5478830000000001</c:v>
                </c:pt>
                <c:pt idx="121">
                  <c:v>3.472664</c:v>
                </c:pt>
                <c:pt idx="122">
                  <c:v>3.3915769999999998</c:v>
                </c:pt>
                <c:pt idx="123">
                  <c:v>3.4398270000000002</c:v>
                </c:pt>
                <c:pt idx="124">
                  <c:v>3.4456389999999999</c:v>
                </c:pt>
                <c:pt idx="125">
                  <c:v>3.423025</c:v>
                </c:pt>
                <c:pt idx="126">
                  <c:v>3.4746730000000001</c:v>
                </c:pt>
                <c:pt idx="127">
                  <c:v>3.4324720000000002</c:v>
                </c:pt>
                <c:pt idx="128">
                  <c:v>3.3708260000000001</c:v>
                </c:pt>
                <c:pt idx="129">
                  <c:v>3.4531849999999999</c:v>
                </c:pt>
                <c:pt idx="130">
                  <c:v>3.4882339999999998</c:v>
                </c:pt>
                <c:pt idx="131">
                  <c:v>3.4616410000000002</c:v>
                </c:pt>
                <c:pt idx="132">
                  <c:v>3.437176</c:v>
                </c:pt>
                <c:pt idx="133">
                  <c:v>3.4500959999999998</c:v>
                </c:pt>
                <c:pt idx="134">
                  <c:v>3.4249869999999998</c:v>
                </c:pt>
                <c:pt idx="135">
                  <c:v>3.4006029999999998</c:v>
                </c:pt>
                <c:pt idx="136">
                  <c:v>3.4040279999999998</c:v>
                </c:pt>
                <c:pt idx="137">
                  <c:v>3.3509380000000002</c:v>
                </c:pt>
                <c:pt idx="138">
                  <c:v>3.3107329999999999</c:v>
                </c:pt>
                <c:pt idx="139">
                  <c:v>3.3865889999999998</c:v>
                </c:pt>
                <c:pt idx="140">
                  <c:v>3.3326259999999999</c:v>
                </c:pt>
                <c:pt idx="141">
                  <c:v>3.4067980000000002</c:v>
                </c:pt>
                <c:pt idx="142">
                  <c:v>3.4457460000000002</c:v>
                </c:pt>
                <c:pt idx="143">
                  <c:v>3.4385150000000002</c:v>
                </c:pt>
                <c:pt idx="144">
                  <c:v>3.3803920000000001</c:v>
                </c:pt>
                <c:pt idx="145">
                  <c:v>3.4156309999999999</c:v>
                </c:pt>
                <c:pt idx="146">
                  <c:v>3.414965</c:v>
                </c:pt>
                <c:pt idx="147">
                  <c:v>3.5239150000000001</c:v>
                </c:pt>
                <c:pt idx="148">
                  <c:v>3.7016629999999999</c:v>
                </c:pt>
                <c:pt idx="149">
                  <c:v>3.71312</c:v>
                </c:pt>
                <c:pt idx="150">
                  <c:v>3.644104</c:v>
                </c:pt>
                <c:pt idx="151">
                  <c:v>3.6968589999999999</c:v>
                </c:pt>
                <c:pt idx="152">
                  <c:v>3.7381410000000002</c:v>
                </c:pt>
                <c:pt idx="153">
                  <c:v>3.8254440000000001</c:v>
                </c:pt>
                <c:pt idx="154">
                  <c:v>3.8499310000000002</c:v>
                </c:pt>
                <c:pt idx="155">
                  <c:v>4.0185839999999997</c:v>
                </c:pt>
                <c:pt idx="156">
                  <c:v>4.0876289999999997</c:v>
                </c:pt>
                <c:pt idx="157">
                  <c:v>4.1472790000000002</c:v>
                </c:pt>
                <c:pt idx="158">
                  <c:v>4.10886</c:v>
                </c:pt>
                <c:pt idx="159">
                  <c:v>4.0160150000000003</c:v>
                </c:pt>
                <c:pt idx="160">
                  <c:v>4.0548590000000004</c:v>
                </c:pt>
                <c:pt idx="161">
                  <c:v>4.1236759999999997</c:v>
                </c:pt>
                <c:pt idx="162">
                  <c:v>4.0255559999999999</c:v>
                </c:pt>
                <c:pt idx="163">
                  <c:v>4.0658110000000001</c:v>
                </c:pt>
                <c:pt idx="164">
                  <c:v>4.1031719999999998</c:v>
                </c:pt>
                <c:pt idx="165">
                  <c:v>4.1621779999999999</c:v>
                </c:pt>
                <c:pt idx="166">
                  <c:v>4.2789830000000002</c:v>
                </c:pt>
                <c:pt idx="167">
                  <c:v>4.4068759999999996</c:v>
                </c:pt>
                <c:pt idx="168">
                  <c:v>4.3312030000000004</c:v>
                </c:pt>
                <c:pt idx="169">
                  <c:v>4.3918020000000002</c:v>
                </c:pt>
                <c:pt idx="170">
                  <c:v>4.3229689999999996</c:v>
                </c:pt>
                <c:pt idx="171">
                  <c:v>4.2809049999999997</c:v>
                </c:pt>
                <c:pt idx="172">
                  <c:v>4.4075870000000004</c:v>
                </c:pt>
                <c:pt idx="173">
                  <c:v>4.4198659999999999</c:v>
                </c:pt>
                <c:pt idx="174">
                  <c:v>4.530017</c:v>
                </c:pt>
                <c:pt idx="175">
                  <c:v>4.5194270000000003</c:v>
                </c:pt>
                <c:pt idx="176">
                  <c:v>4.5284589999999998</c:v>
                </c:pt>
                <c:pt idx="177">
                  <c:v>4.4547679999999996</c:v>
                </c:pt>
                <c:pt idx="178">
                  <c:v>4.598643</c:v>
                </c:pt>
                <c:pt idx="179">
                  <c:v>4.6107519999999997</c:v>
                </c:pt>
                <c:pt idx="180">
                  <c:v>4.7015060000000002</c:v>
                </c:pt>
                <c:pt idx="181">
                  <c:v>4.7137659999999997</c:v>
                </c:pt>
                <c:pt idx="182">
                  <c:v>4.7413550000000004</c:v>
                </c:pt>
                <c:pt idx="183">
                  <c:v>4.7806430000000004</c:v>
                </c:pt>
                <c:pt idx="184">
                  <c:v>4.6709120000000004</c:v>
                </c:pt>
                <c:pt idx="185">
                  <c:v>4.6777839999999999</c:v>
                </c:pt>
                <c:pt idx="186">
                  <c:v>4.7165730000000003</c:v>
                </c:pt>
                <c:pt idx="187">
                  <c:v>4.8288830000000003</c:v>
                </c:pt>
                <c:pt idx="188">
                  <c:v>4.9398989999999996</c:v>
                </c:pt>
                <c:pt idx="189">
                  <c:v>5.0748420000000003</c:v>
                </c:pt>
                <c:pt idx="190">
                  <c:v>5.1681350000000004</c:v>
                </c:pt>
                <c:pt idx="191">
                  <c:v>5.2095510000000003</c:v>
                </c:pt>
                <c:pt idx="192">
                  <c:v>5.2668439999999999</c:v>
                </c:pt>
                <c:pt idx="193">
                  <c:v>5.2112999999999996</c:v>
                </c:pt>
                <c:pt idx="194">
                  <c:v>5.2544659999999999</c:v>
                </c:pt>
                <c:pt idx="195">
                  <c:v>5.446415</c:v>
                </c:pt>
                <c:pt idx="196">
                  <c:v>5.5796190000000001</c:v>
                </c:pt>
                <c:pt idx="197">
                  <c:v>5.4987329999999996</c:v>
                </c:pt>
                <c:pt idx="198">
                  <c:v>5.3886019999999997</c:v>
                </c:pt>
                <c:pt idx="199">
                  <c:v>5.4781120000000003</c:v>
                </c:pt>
                <c:pt idx="200">
                  <c:v>5.6006239999999998</c:v>
                </c:pt>
                <c:pt idx="201">
                  <c:v>5.6860239999999997</c:v>
                </c:pt>
                <c:pt idx="202">
                  <c:v>5.5475779999999997</c:v>
                </c:pt>
                <c:pt idx="203">
                  <c:v>5.5141239999999998</c:v>
                </c:pt>
                <c:pt idx="204">
                  <c:v>5.4946599999999997</c:v>
                </c:pt>
                <c:pt idx="205">
                  <c:v>5.4719540000000002</c:v>
                </c:pt>
                <c:pt idx="206">
                  <c:v>5.4942140000000004</c:v>
                </c:pt>
                <c:pt idx="207">
                  <c:v>5.5235130000000003</c:v>
                </c:pt>
                <c:pt idx="208">
                  <c:v>5.484197</c:v>
                </c:pt>
                <c:pt idx="209">
                  <c:v>5.3292320000000002</c:v>
                </c:pt>
                <c:pt idx="210">
                  <c:v>5.3219409999999998</c:v>
                </c:pt>
                <c:pt idx="211">
                  <c:v>5.4032879999999999</c:v>
                </c:pt>
                <c:pt idx="212">
                  <c:v>5.2157090000000004</c:v>
                </c:pt>
                <c:pt idx="213">
                  <c:v>4.8344399999999998</c:v>
                </c:pt>
                <c:pt idx="214">
                  <c:v>4.9752330000000002</c:v>
                </c:pt>
                <c:pt idx="215">
                  <c:v>5.1845679999999996</c:v>
                </c:pt>
                <c:pt idx="216">
                  <c:v>4.8489719999999998</c:v>
                </c:pt>
                <c:pt idx="217">
                  <c:v>4.6119810000000001</c:v>
                </c:pt>
                <c:pt idx="218">
                  <c:v>4.8552479999999996</c:v>
                </c:pt>
                <c:pt idx="219">
                  <c:v>4.9360520000000001</c:v>
                </c:pt>
                <c:pt idx="220">
                  <c:v>4.9772670000000003</c:v>
                </c:pt>
                <c:pt idx="221">
                  <c:v>4.9748669999999997</c:v>
                </c:pt>
                <c:pt idx="222">
                  <c:v>5.1366540000000001</c:v>
                </c:pt>
                <c:pt idx="223">
                  <c:v>5.251004</c:v>
                </c:pt>
                <c:pt idx="224">
                  <c:v>5.3905120000000002</c:v>
                </c:pt>
                <c:pt idx="225">
                  <c:v>5.3043079999999998</c:v>
                </c:pt>
                <c:pt idx="226">
                  <c:v>5.579879</c:v>
                </c:pt>
                <c:pt idx="227">
                  <c:v>5.532883</c:v>
                </c:pt>
                <c:pt idx="228">
                  <c:v>5.3974690000000001</c:v>
                </c:pt>
                <c:pt idx="229">
                  <c:v>5.5079099999999999</c:v>
                </c:pt>
                <c:pt idx="230">
                  <c:v>5.7562569999999997</c:v>
                </c:pt>
                <c:pt idx="231">
                  <c:v>5.8469680000000004</c:v>
                </c:pt>
                <c:pt idx="232">
                  <c:v>5.5146240000000004</c:v>
                </c:pt>
                <c:pt idx="233">
                  <c:v>5.4119739999999998</c:v>
                </c:pt>
                <c:pt idx="234">
                  <c:v>5.5800660000000004</c:v>
                </c:pt>
                <c:pt idx="235">
                  <c:v>5.6261910000000004</c:v>
                </c:pt>
                <c:pt idx="236">
                  <c:v>5.9202110000000001</c:v>
                </c:pt>
                <c:pt idx="237">
                  <c:v>6.0925760000000002</c:v>
                </c:pt>
                <c:pt idx="238">
                  <c:v>6.0768550000000001</c:v>
                </c:pt>
                <c:pt idx="239">
                  <c:v>6.3542300000000003</c:v>
                </c:pt>
                <c:pt idx="240">
                  <c:v>6.465382</c:v>
                </c:pt>
                <c:pt idx="241">
                  <c:v>6.6462649999999996</c:v>
                </c:pt>
                <c:pt idx="242">
                  <c:v>6.6465940000000003</c:v>
                </c:pt>
                <c:pt idx="243">
                  <c:v>6.8247590000000002</c:v>
                </c:pt>
                <c:pt idx="244">
                  <c:v>6.7982889999999996</c:v>
                </c:pt>
                <c:pt idx="245">
                  <c:v>6.6960490000000004</c:v>
                </c:pt>
                <c:pt idx="246">
                  <c:v>6.6324329999999998</c:v>
                </c:pt>
                <c:pt idx="247">
                  <c:v>6.4171139999999998</c:v>
                </c:pt>
                <c:pt idx="248">
                  <c:v>6.3519589999999999</c:v>
                </c:pt>
                <c:pt idx="249">
                  <c:v>6.5505069999999996</c:v>
                </c:pt>
                <c:pt idx="250">
                  <c:v>6.5836170000000003</c:v>
                </c:pt>
                <c:pt idx="251">
                  <c:v>6.6739850000000001</c:v>
                </c:pt>
                <c:pt idx="252">
                  <c:v>6.8722190000000003</c:v>
                </c:pt>
                <c:pt idx="253">
                  <c:v>7.0174709999999996</c:v>
                </c:pt>
                <c:pt idx="254">
                  <c:v>7.1732360000000002</c:v>
                </c:pt>
                <c:pt idx="255">
                  <c:v>7.176234</c:v>
                </c:pt>
                <c:pt idx="256">
                  <c:v>6.8811239999999998</c:v>
                </c:pt>
                <c:pt idx="257">
                  <c:v>7.0346830000000002</c:v>
                </c:pt>
                <c:pt idx="258">
                  <c:v>7.1388639999999999</c:v>
                </c:pt>
                <c:pt idx="259">
                  <c:v>7.2231310000000004</c:v>
                </c:pt>
                <c:pt idx="260">
                  <c:v>7.3637420000000002</c:v>
                </c:pt>
                <c:pt idx="261">
                  <c:v>7.2475550000000002</c:v>
                </c:pt>
                <c:pt idx="262">
                  <c:v>7.2965879999999999</c:v>
                </c:pt>
                <c:pt idx="263">
                  <c:v>7.3304559999999999</c:v>
                </c:pt>
                <c:pt idx="264">
                  <c:v>7.6046659999999999</c:v>
                </c:pt>
                <c:pt idx="265">
                  <c:v>7.7077520000000002</c:v>
                </c:pt>
                <c:pt idx="266">
                  <c:v>7.9442310000000003</c:v>
                </c:pt>
                <c:pt idx="267">
                  <c:v>8.0938990000000004</c:v>
                </c:pt>
                <c:pt idx="268">
                  <c:v>8.1809969999999996</c:v>
                </c:pt>
                <c:pt idx="269">
                  <c:v>8.0442769999999992</c:v>
                </c:pt>
                <c:pt idx="270">
                  <c:v>8.3638589999999997</c:v>
                </c:pt>
                <c:pt idx="271">
                  <c:v>8.1475729999999995</c:v>
                </c:pt>
                <c:pt idx="272">
                  <c:v>8.3756769999999996</c:v>
                </c:pt>
                <c:pt idx="273">
                  <c:v>8.6976479999999992</c:v>
                </c:pt>
                <c:pt idx="274">
                  <c:v>8.8862020000000008</c:v>
                </c:pt>
                <c:pt idx="275">
                  <c:v>9.0261040000000001</c:v>
                </c:pt>
                <c:pt idx="276">
                  <c:v>8.8392890000000008</c:v>
                </c:pt>
                <c:pt idx="277">
                  <c:v>9.1682550000000003</c:v>
                </c:pt>
                <c:pt idx="278">
                  <c:v>9.2227929999999994</c:v>
                </c:pt>
                <c:pt idx="279">
                  <c:v>9.2911789999999996</c:v>
                </c:pt>
                <c:pt idx="280">
                  <c:v>9.500909</c:v>
                </c:pt>
                <c:pt idx="281">
                  <c:v>9.6534879999999994</c:v>
                </c:pt>
                <c:pt idx="282">
                  <c:v>9.5425850000000008</c:v>
                </c:pt>
                <c:pt idx="283">
                  <c:v>9.8909990000000008</c:v>
                </c:pt>
                <c:pt idx="284">
                  <c:v>9.754372</c:v>
                </c:pt>
                <c:pt idx="285">
                  <c:v>9.9784729999999993</c:v>
                </c:pt>
                <c:pt idx="286">
                  <c:v>10.227404999999999</c:v>
                </c:pt>
                <c:pt idx="287">
                  <c:v>10.212341</c:v>
                </c:pt>
                <c:pt idx="288">
                  <c:v>10.062547</c:v>
                </c:pt>
                <c:pt idx="289">
                  <c:v>10.469925999999999</c:v>
                </c:pt>
                <c:pt idx="290">
                  <c:v>10.352312</c:v>
                </c:pt>
                <c:pt idx="291">
                  <c:v>10.414626</c:v>
                </c:pt>
                <c:pt idx="292">
                  <c:v>10.512245</c:v>
                </c:pt>
                <c:pt idx="293">
                  <c:v>10.310283</c:v>
                </c:pt>
                <c:pt idx="294">
                  <c:v>10.514767000000001</c:v>
                </c:pt>
                <c:pt idx="295">
                  <c:v>10.009226</c:v>
                </c:pt>
                <c:pt idx="296">
                  <c:v>10.002254000000001</c:v>
                </c:pt>
                <c:pt idx="297">
                  <c:v>10.296336999999999</c:v>
                </c:pt>
                <c:pt idx="298">
                  <c:v>10.292123999999999</c:v>
                </c:pt>
                <c:pt idx="299">
                  <c:v>10.155059</c:v>
                </c:pt>
                <c:pt idx="300">
                  <c:v>10.146986</c:v>
                </c:pt>
                <c:pt idx="301">
                  <c:v>10.262669000000001</c:v>
                </c:pt>
                <c:pt idx="302">
                  <c:v>10.527602</c:v>
                </c:pt>
                <c:pt idx="303">
                  <c:v>10.524559999999999</c:v>
                </c:pt>
                <c:pt idx="304">
                  <c:v>10.677047</c:v>
                </c:pt>
                <c:pt idx="305">
                  <c:v>10.771660000000001</c:v>
                </c:pt>
                <c:pt idx="306">
                  <c:v>11.098032</c:v>
                </c:pt>
                <c:pt idx="307">
                  <c:v>11.088658000000001</c:v>
                </c:pt>
                <c:pt idx="308">
                  <c:v>11.089153</c:v>
                </c:pt>
                <c:pt idx="309">
                  <c:v>10.881881999999999</c:v>
                </c:pt>
                <c:pt idx="310">
                  <c:v>11.105465000000001</c:v>
                </c:pt>
                <c:pt idx="311">
                  <c:v>11.269776</c:v>
                </c:pt>
                <c:pt idx="312">
                  <c:v>11.445372000000001</c:v>
                </c:pt>
                <c:pt idx="313">
                  <c:v>11.83188</c:v>
                </c:pt>
                <c:pt idx="314">
                  <c:v>11.83919</c:v>
                </c:pt>
                <c:pt idx="315">
                  <c:v>11.964366999999999</c:v>
                </c:pt>
                <c:pt idx="316">
                  <c:v>12.120725</c:v>
                </c:pt>
                <c:pt idx="317">
                  <c:v>12.16418</c:v>
                </c:pt>
                <c:pt idx="318">
                  <c:v>12.371131</c:v>
                </c:pt>
                <c:pt idx="319">
                  <c:v>12.446120000000001</c:v>
                </c:pt>
                <c:pt idx="320">
                  <c:v>12.609518</c:v>
                </c:pt>
                <c:pt idx="321">
                  <c:v>12.838646000000001</c:v>
                </c:pt>
                <c:pt idx="322">
                  <c:v>13.149673999999999</c:v>
                </c:pt>
                <c:pt idx="323">
                  <c:v>13.276586999999999</c:v>
                </c:pt>
                <c:pt idx="324">
                  <c:v>13.816051</c:v>
                </c:pt>
                <c:pt idx="325">
                  <c:v>13.379141000000001</c:v>
                </c:pt>
                <c:pt idx="326">
                  <c:v>13.143774000000001</c:v>
                </c:pt>
                <c:pt idx="327">
                  <c:v>13.091027</c:v>
                </c:pt>
                <c:pt idx="328">
                  <c:v>13.318033</c:v>
                </c:pt>
                <c:pt idx="329">
                  <c:v>13.385275</c:v>
                </c:pt>
                <c:pt idx="330">
                  <c:v>13.764811</c:v>
                </c:pt>
                <c:pt idx="331">
                  <c:v>14.154208000000001</c:v>
                </c:pt>
                <c:pt idx="332">
                  <c:v>14.179349</c:v>
                </c:pt>
                <c:pt idx="333">
                  <c:v>13.387065</c:v>
                </c:pt>
                <c:pt idx="334">
                  <c:v>13.644496</c:v>
                </c:pt>
                <c:pt idx="335">
                  <c:v>13.400608</c:v>
                </c:pt>
                <c:pt idx="336">
                  <c:v>13.890352</c:v>
                </c:pt>
                <c:pt idx="337">
                  <c:v>14.014516</c:v>
                </c:pt>
                <c:pt idx="338">
                  <c:v>14.349221999999999</c:v>
                </c:pt>
                <c:pt idx="339">
                  <c:v>14.794532999999999</c:v>
                </c:pt>
                <c:pt idx="340">
                  <c:v>14.14668</c:v>
                </c:pt>
                <c:pt idx="341">
                  <c:v>14.985078</c:v>
                </c:pt>
                <c:pt idx="342">
                  <c:v>15.156974</c:v>
                </c:pt>
                <c:pt idx="343">
                  <c:v>15.115869</c:v>
                </c:pt>
                <c:pt idx="344">
                  <c:v>15.296015000000001</c:v>
                </c:pt>
                <c:pt idx="345">
                  <c:v>15.562531</c:v>
                </c:pt>
                <c:pt idx="346">
                  <c:v>15.993281</c:v>
                </c:pt>
                <c:pt idx="347">
                  <c:v>16.343637000000001</c:v>
                </c:pt>
                <c:pt idx="348">
                  <c:v>16.467699</c:v>
                </c:pt>
                <c:pt idx="349">
                  <c:v>15.505388</c:v>
                </c:pt>
                <c:pt idx="350">
                  <c:v>15.133808999999999</c:v>
                </c:pt>
                <c:pt idx="351">
                  <c:v>15.967824</c:v>
                </c:pt>
                <c:pt idx="352">
                  <c:v>16.267872000000001</c:v>
                </c:pt>
                <c:pt idx="353">
                  <c:v>16.393142999999998</c:v>
                </c:pt>
                <c:pt idx="354">
                  <c:v>16.873415999999999</c:v>
                </c:pt>
                <c:pt idx="355">
                  <c:v>17.789995000000001</c:v>
                </c:pt>
                <c:pt idx="356">
                  <c:v>17.261654</c:v>
                </c:pt>
                <c:pt idx="357">
                  <c:v>16.833748</c:v>
                </c:pt>
                <c:pt idx="358">
                  <c:v>17.616904000000002</c:v>
                </c:pt>
                <c:pt idx="359">
                  <c:v>17.804603</c:v>
                </c:pt>
                <c:pt idx="360">
                  <c:v>17.60305</c:v>
                </c:pt>
                <c:pt idx="361">
                  <c:v>17.886787000000002</c:v>
                </c:pt>
                <c:pt idx="362">
                  <c:v>18.419664000000001</c:v>
                </c:pt>
                <c:pt idx="363">
                  <c:v>19.241886000000001</c:v>
                </c:pt>
                <c:pt idx="364">
                  <c:v>19.379512999999999</c:v>
                </c:pt>
                <c:pt idx="365">
                  <c:v>19.793295000000001</c:v>
                </c:pt>
                <c:pt idx="366">
                  <c:v>20.252172000000002</c:v>
                </c:pt>
                <c:pt idx="367">
                  <c:v>20.726267</c:v>
                </c:pt>
                <c:pt idx="368">
                  <c:v>19.875285000000002</c:v>
                </c:pt>
                <c:pt idx="369">
                  <c:v>20.698829</c:v>
                </c:pt>
                <c:pt idx="370">
                  <c:v>20.635573999999998</c:v>
                </c:pt>
                <c:pt idx="371">
                  <c:v>21.345997000000001</c:v>
                </c:pt>
                <c:pt idx="372">
                  <c:v>20.36262</c:v>
                </c:pt>
                <c:pt idx="373">
                  <c:v>19.979302000000001</c:v>
                </c:pt>
                <c:pt idx="374">
                  <c:v>20.088889000000002</c:v>
                </c:pt>
                <c:pt idx="375">
                  <c:v>18.658024999999999</c:v>
                </c:pt>
                <c:pt idx="376">
                  <c:v>18.737399</c:v>
                </c:pt>
                <c:pt idx="377">
                  <c:v>18.019850999999999</c:v>
                </c:pt>
                <c:pt idx="378">
                  <c:v>19.003755999999999</c:v>
                </c:pt>
                <c:pt idx="379">
                  <c:v>18.252756999999999</c:v>
                </c:pt>
                <c:pt idx="380">
                  <c:v>16.995201000000002</c:v>
                </c:pt>
                <c:pt idx="381">
                  <c:v>17.354113000000002</c:v>
                </c:pt>
                <c:pt idx="382">
                  <c:v>18.140749</c:v>
                </c:pt>
                <c:pt idx="383">
                  <c:v>17.577044999999998</c:v>
                </c:pt>
                <c:pt idx="384">
                  <c:v>18.474249</c:v>
                </c:pt>
                <c:pt idx="385">
                  <c:v>17.982862999999998</c:v>
                </c:pt>
                <c:pt idx="386">
                  <c:v>18.667866</c:v>
                </c:pt>
                <c:pt idx="387">
                  <c:v>18.924348999999999</c:v>
                </c:pt>
                <c:pt idx="388">
                  <c:v>18.938033000000001</c:v>
                </c:pt>
                <c:pt idx="389">
                  <c:v>19.897473000000002</c:v>
                </c:pt>
                <c:pt idx="390">
                  <c:v>20.369325</c:v>
                </c:pt>
                <c:pt idx="391">
                  <c:v>20.083568</c:v>
                </c:pt>
                <c:pt idx="392">
                  <c:v>19.171605</c:v>
                </c:pt>
                <c:pt idx="393">
                  <c:v>18.776609000000001</c:v>
                </c:pt>
                <c:pt idx="394">
                  <c:v>20.143673</c:v>
                </c:pt>
                <c:pt idx="395">
                  <c:v>21.052796000000001</c:v>
                </c:pt>
                <c:pt idx="396">
                  <c:v>21.311541999999999</c:v>
                </c:pt>
                <c:pt idx="397">
                  <c:v>22.146554999999999</c:v>
                </c:pt>
                <c:pt idx="398">
                  <c:v>22.750228</c:v>
                </c:pt>
                <c:pt idx="399">
                  <c:v>21.846412999999998</c:v>
                </c:pt>
                <c:pt idx="400">
                  <c:v>22.792838</c:v>
                </c:pt>
                <c:pt idx="401">
                  <c:v>23.519197999999999</c:v>
                </c:pt>
                <c:pt idx="402">
                  <c:v>23.868694000000001</c:v>
                </c:pt>
                <c:pt idx="403">
                  <c:v>24.418689000000001</c:v>
                </c:pt>
                <c:pt idx="404">
                  <c:v>24.892106999999999</c:v>
                </c:pt>
                <c:pt idx="405">
                  <c:v>24.538595000000001</c:v>
                </c:pt>
                <c:pt idx="406">
                  <c:v>25.748228999999998</c:v>
                </c:pt>
                <c:pt idx="407">
                  <c:v>25.111350000000002</c:v>
                </c:pt>
                <c:pt idx="408">
                  <c:v>25.689938999999999</c:v>
                </c:pt>
                <c:pt idx="409">
                  <c:v>25.582568999999999</c:v>
                </c:pt>
                <c:pt idx="410">
                  <c:v>24.451644999999999</c:v>
                </c:pt>
                <c:pt idx="411">
                  <c:v>24.360032</c:v>
                </c:pt>
                <c:pt idx="412">
                  <c:v>24.742961999999999</c:v>
                </c:pt>
                <c:pt idx="413">
                  <c:v>25.504778999999999</c:v>
                </c:pt>
                <c:pt idx="414">
                  <c:v>25.927465999999999</c:v>
                </c:pt>
                <c:pt idx="415">
                  <c:v>26.425530999999999</c:v>
                </c:pt>
                <c:pt idx="416">
                  <c:v>27.245801</c:v>
                </c:pt>
                <c:pt idx="417">
                  <c:v>27.797194999999999</c:v>
                </c:pt>
                <c:pt idx="418">
                  <c:v>27.911608999999999</c:v>
                </c:pt>
                <c:pt idx="419">
                  <c:v>27.871582</c:v>
                </c:pt>
              </c:numCache>
            </c:numRef>
          </c:val>
          <c:smooth val="0"/>
          <c:extLst>
            <c:ext xmlns:c16="http://schemas.microsoft.com/office/drawing/2014/chart" uri="{C3380CC4-5D6E-409C-BE32-E72D297353CC}">
              <c16:uniqueId val="{00000000-247A-4A24-A787-C9513501B87B}"/>
            </c:ext>
          </c:extLst>
        </c:ser>
        <c:ser>
          <c:idx val="1"/>
          <c:order val="1"/>
          <c:tx>
            <c:strRef>
              <c:f>Sheet1!$C$1</c:f>
              <c:strCache>
                <c:ptCount val="1"/>
                <c:pt idx="0">
                  <c:v>RBP: $23.3</c:v>
                </c:pt>
              </c:strCache>
            </c:strRef>
          </c:tx>
          <c:spPr>
            <a:ln w="19050">
              <a:solidFill>
                <a:srgbClr val="041D40"/>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Sheet1!$C$2:$C$421</c:f>
              <c:numCache>
                <c:formatCode>General</c:formatCode>
                <c:ptCount val="420"/>
                <c:pt idx="0">
                  <c:v>1</c:v>
                </c:pt>
                <c:pt idx="1">
                  <c:v>1.0394479999999999</c:v>
                </c:pt>
                <c:pt idx="2">
                  <c:v>1.0544439999999999</c:v>
                </c:pt>
                <c:pt idx="3">
                  <c:v>1.0603070000000001</c:v>
                </c:pt>
                <c:pt idx="4">
                  <c:v>1.085288</c:v>
                </c:pt>
                <c:pt idx="5">
                  <c:v>1.057504</c:v>
                </c:pt>
                <c:pt idx="6">
                  <c:v>1.087205</c:v>
                </c:pt>
                <c:pt idx="7">
                  <c:v>1.1149450000000001</c:v>
                </c:pt>
                <c:pt idx="8">
                  <c:v>1.106905</c:v>
                </c:pt>
                <c:pt idx="9">
                  <c:v>1.1201890000000001</c:v>
                </c:pt>
                <c:pt idx="10">
                  <c:v>1.086884</c:v>
                </c:pt>
                <c:pt idx="11">
                  <c:v>1.1981409999999999</c:v>
                </c:pt>
                <c:pt idx="12">
                  <c:v>1.171559</c:v>
                </c:pt>
                <c:pt idx="13">
                  <c:v>1.1857709999999999</c:v>
                </c:pt>
                <c:pt idx="14">
                  <c:v>1.1643220000000001</c:v>
                </c:pt>
                <c:pt idx="15">
                  <c:v>1.1920139999999999</c:v>
                </c:pt>
                <c:pt idx="16">
                  <c:v>1.2028559999999999</c:v>
                </c:pt>
                <c:pt idx="17">
                  <c:v>1.1932449999999999</c:v>
                </c:pt>
                <c:pt idx="18">
                  <c:v>1.240872</c:v>
                </c:pt>
                <c:pt idx="19">
                  <c:v>1.2237359999999999</c:v>
                </c:pt>
                <c:pt idx="20">
                  <c:v>1.2410699999999999</c:v>
                </c:pt>
                <c:pt idx="21">
                  <c:v>1.2381679999999999</c:v>
                </c:pt>
                <c:pt idx="22">
                  <c:v>1.2706519999999999</c:v>
                </c:pt>
                <c:pt idx="23">
                  <c:v>1.2891790000000001</c:v>
                </c:pt>
                <c:pt idx="24">
                  <c:v>1.30507</c:v>
                </c:pt>
                <c:pt idx="25">
                  <c:v>1.327682</c:v>
                </c:pt>
                <c:pt idx="26">
                  <c:v>1.351423</c:v>
                </c:pt>
                <c:pt idx="27">
                  <c:v>1.326252</c:v>
                </c:pt>
                <c:pt idx="28">
                  <c:v>1.3538110000000001</c:v>
                </c:pt>
                <c:pt idx="29">
                  <c:v>1.3656889999999999</c:v>
                </c:pt>
                <c:pt idx="30">
                  <c:v>1.3619950000000001</c:v>
                </c:pt>
                <c:pt idx="31">
                  <c:v>1.412566</c:v>
                </c:pt>
                <c:pt idx="32">
                  <c:v>1.4062669999999999</c:v>
                </c:pt>
                <c:pt idx="33">
                  <c:v>1.430164</c:v>
                </c:pt>
                <c:pt idx="34">
                  <c:v>1.4119600000000001</c:v>
                </c:pt>
                <c:pt idx="35">
                  <c:v>1.4269940000000001</c:v>
                </c:pt>
                <c:pt idx="36">
                  <c:v>1.4699960000000001</c:v>
                </c:pt>
                <c:pt idx="37">
                  <c:v>1.4296930000000001</c:v>
                </c:pt>
                <c:pt idx="38">
                  <c:v>1.3685609999999999</c:v>
                </c:pt>
                <c:pt idx="39">
                  <c:v>1.378519</c:v>
                </c:pt>
                <c:pt idx="40">
                  <c:v>1.396109</c:v>
                </c:pt>
                <c:pt idx="41">
                  <c:v>1.367086</c:v>
                </c:pt>
                <c:pt idx="42">
                  <c:v>1.408911</c:v>
                </c:pt>
                <c:pt idx="43">
                  <c:v>1.4554130000000001</c:v>
                </c:pt>
                <c:pt idx="44">
                  <c:v>1.4200410000000001</c:v>
                </c:pt>
                <c:pt idx="45">
                  <c:v>1.4436580000000001</c:v>
                </c:pt>
                <c:pt idx="46">
                  <c:v>1.401508</c:v>
                </c:pt>
                <c:pt idx="47">
                  <c:v>1.421341</c:v>
                </c:pt>
                <c:pt idx="48">
                  <c:v>1.4574050000000001</c:v>
                </c:pt>
                <c:pt idx="49">
                  <c:v>1.5124660000000001</c:v>
                </c:pt>
                <c:pt idx="50">
                  <c:v>1.550421</c:v>
                </c:pt>
                <c:pt idx="51">
                  <c:v>1.591655</c:v>
                </c:pt>
                <c:pt idx="52">
                  <c:v>1.662418</c:v>
                </c:pt>
                <c:pt idx="53">
                  <c:v>1.6972590000000001</c:v>
                </c:pt>
                <c:pt idx="54">
                  <c:v>1.7381059999999999</c:v>
                </c:pt>
                <c:pt idx="55">
                  <c:v>1.747814</c:v>
                </c:pt>
                <c:pt idx="56">
                  <c:v>1.8114870000000001</c:v>
                </c:pt>
                <c:pt idx="57">
                  <c:v>1.811938</c:v>
                </c:pt>
                <c:pt idx="58">
                  <c:v>1.8847370000000001</c:v>
                </c:pt>
                <c:pt idx="59">
                  <c:v>1.920741</c:v>
                </c:pt>
                <c:pt idx="60">
                  <c:v>1.9742489999999999</c:v>
                </c:pt>
                <c:pt idx="61">
                  <c:v>1.9752540000000001</c:v>
                </c:pt>
                <c:pt idx="62">
                  <c:v>1.9864139999999999</c:v>
                </c:pt>
                <c:pt idx="63">
                  <c:v>2.0027590000000002</c:v>
                </c:pt>
                <c:pt idx="64">
                  <c:v>2.0408580000000001</c:v>
                </c:pt>
                <c:pt idx="65">
                  <c:v>2.0529510000000002</c:v>
                </c:pt>
                <c:pt idx="66">
                  <c:v>1.9806250000000001</c:v>
                </c:pt>
                <c:pt idx="67">
                  <c:v>2.0117780000000001</c:v>
                </c:pt>
                <c:pt idx="68">
                  <c:v>2.1116630000000001</c:v>
                </c:pt>
                <c:pt idx="69">
                  <c:v>2.1714229999999999</c:v>
                </c:pt>
                <c:pt idx="70">
                  <c:v>2.3150110000000002</c:v>
                </c:pt>
                <c:pt idx="71">
                  <c:v>2.268173</c:v>
                </c:pt>
                <c:pt idx="72">
                  <c:v>2.380665</c:v>
                </c:pt>
                <c:pt idx="73">
                  <c:v>2.3971480000000001</c:v>
                </c:pt>
                <c:pt idx="74">
                  <c:v>2.308662</c:v>
                </c:pt>
                <c:pt idx="75">
                  <c:v>2.4282330000000001</c:v>
                </c:pt>
                <c:pt idx="76">
                  <c:v>2.5509780000000002</c:v>
                </c:pt>
                <c:pt idx="77">
                  <c:v>2.6511809999999998</c:v>
                </c:pt>
                <c:pt idx="78">
                  <c:v>2.8421259999999999</c:v>
                </c:pt>
                <c:pt idx="79">
                  <c:v>2.7042769999999998</c:v>
                </c:pt>
                <c:pt idx="80">
                  <c:v>2.807471</c:v>
                </c:pt>
                <c:pt idx="81">
                  <c:v>2.7471190000000001</c:v>
                </c:pt>
                <c:pt idx="82">
                  <c:v>2.8153269999999999</c:v>
                </c:pt>
                <c:pt idx="83">
                  <c:v>2.8580290000000002</c:v>
                </c:pt>
                <c:pt idx="84">
                  <c:v>2.9045890000000001</c:v>
                </c:pt>
                <c:pt idx="85">
                  <c:v>3.0708950000000002</c:v>
                </c:pt>
                <c:pt idx="86">
                  <c:v>3.197263</c:v>
                </c:pt>
                <c:pt idx="87">
                  <c:v>3.225536</c:v>
                </c:pt>
                <c:pt idx="88">
                  <c:v>3.1901039999999998</c:v>
                </c:pt>
                <c:pt idx="89">
                  <c:v>3.3025739999999999</c:v>
                </c:pt>
                <c:pt idx="90">
                  <c:v>3.2744179999999998</c:v>
                </c:pt>
                <c:pt idx="91">
                  <c:v>2.9216039999999999</c:v>
                </c:pt>
                <c:pt idx="92">
                  <c:v>3.0926629999999999</c:v>
                </c:pt>
                <c:pt idx="93">
                  <c:v>3.1996440000000002</c:v>
                </c:pt>
                <c:pt idx="94">
                  <c:v>3.2901750000000001</c:v>
                </c:pt>
                <c:pt idx="95">
                  <c:v>3.403203</c:v>
                </c:pt>
                <c:pt idx="96">
                  <c:v>3.4796</c:v>
                </c:pt>
                <c:pt idx="97">
                  <c:v>3.3480110000000001</c:v>
                </c:pt>
                <c:pt idx="98">
                  <c:v>3.4275169999999999</c:v>
                </c:pt>
                <c:pt idx="99">
                  <c:v>3.4869400000000002</c:v>
                </c:pt>
                <c:pt idx="100">
                  <c:v>3.4166259999999999</c:v>
                </c:pt>
                <c:pt idx="101">
                  <c:v>3.497668</c:v>
                </c:pt>
                <c:pt idx="102">
                  <c:v>3.4371659999999999</c:v>
                </c:pt>
                <c:pt idx="103">
                  <c:v>3.4294690000000001</c:v>
                </c:pt>
                <c:pt idx="104">
                  <c:v>3.4012540000000002</c:v>
                </c:pt>
                <c:pt idx="105">
                  <c:v>3.502068</c:v>
                </c:pt>
                <c:pt idx="106">
                  <c:v>3.5257770000000002</c:v>
                </c:pt>
                <c:pt idx="107">
                  <c:v>3.6816599999999999</c:v>
                </c:pt>
                <c:pt idx="108">
                  <c:v>3.5254270000000001</c:v>
                </c:pt>
                <c:pt idx="109">
                  <c:v>3.4893420000000002</c:v>
                </c:pt>
                <c:pt idx="110">
                  <c:v>3.7863799999999999</c:v>
                </c:pt>
                <c:pt idx="111">
                  <c:v>3.6879050000000002</c:v>
                </c:pt>
                <c:pt idx="112">
                  <c:v>3.6515230000000001</c:v>
                </c:pt>
                <c:pt idx="113">
                  <c:v>3.741368</c:v>
                </c:pt>
                <c:pt idx="114">
                  <c:v>3.7201309999999999</c:v>
                </c:pt>
                <c:pt idx="115">
                  <c:v>3.8884629999999998</c:v>
                </c:pt>
                <c:pt idx="116">
                  <c:v>3.723862</c:v>
                </c:pt>
                <c:pt idx="117">
                  <c:v>3.716558</c:v>
                </c:pt>
                <c:pt idx="118">
                  <c:v>3.5021490000000002</c:v>
                </c:pt>
                <c:pt idx="119">
                  <c:v>3.5675759999999999</c:v>
                </c:pt>
                <c:pt idx="120">
                  <c:v>3.6288200000000002</c:v>
                </c:pt>
                <c:pt idx="121">
                  <c:v>3.509563</c:v>
                </c:pt>
                <c:pt idx="122">
                  <c:v>3.4042159999999999</c:v>
                </c:pt>
                <c:pt idx="123">
                  <c:v>3.4886629999999998</c:v>
                </c:pt>
                <c:pt idx="124">
                  <c:v>3.4974720000000001</c:v>
                </c:pt>
                <c:pt idx="125">
                  <c:v>3.464156</c:v>
                </c:pt>
                <c:pt idx="126">
                  <c:v>3.5020310000000001</c:v>
                </c:pt>
                <c:pt idx="127">
                  <c:v>3.4300449999999998</c:v>
                </c:pt>
                <c:pt idx="128">
                  <c:v>3.3325469999999999</c:v>
                </c:pt>
                <c:pt idx="129">
                  <c:v>3.41099</c:v>
                </c:pt>
                <c:pt idx="130">
                  <c:v>3.4834489999999998</c:v>
                </c:pt>
                <c:pt idx="131">
                  <c:v>3.4664060000000001</c:v>
                </c:pt>
                <c:pt idx="132">
                  <c:v>3.4484309999999998</c:v>
                </c:pt>
                <c:pt idx="133">
                  <c:v>3.4481510000000002</c:v>
                </c:pt>
                <c:pt idx="134">
                  <c:v>3.4488509999999999</c:v>
                </c:pt>
                <c:pt idx="135">
                  <c:v>3.3935379999999999</c:v>
                </c:pt>
                <c:pt idx="136">
                  <c:v>3.3922210000000002</c:v>
                </c:pt>
                <c:pt idx="137">
                  <c:v>3.3078609999999999</c:v>
                </c:pt>
                <c:pt idx="138">
                  <c:v>3.2318099999999998</c:v>
                </c:pt>
                <c:pt idx="139">
                  <c:v>3.297056</c:v>
                </c:pt>
                <c:pt idx="140">
                  <c:v>3.1935519999999999</c:v>
                </c:pt>
                <c:pt idx="141">
                  <c:v>3.2996310000000002</c:v>
                </c:pt>
                <c:pt idx="142">
                  <c:v>3.363435</c:v>
                </c:pt>
                <c:pt idx="143">
                  <c:v>3.3246229999999999</c:v>
                </c:pt>
                <c:pt idx="144">
                  <c:v>3.2632750000000001</c:v>
                </c:pt>
                <c:pt idx="145">
                  <c:v>3.2834620000000001</c:v>
                </c:pt>
                <c:pt idx="146">
                  <c:v>3.2882440000000002</c:v>
                </c:pt>
                <c:pt idx="147">
                  <c:v>3.4208080000000001</c:v>
                </c:pt>
                <c:pt idx="148">
                  <c:v>3.591437</c:v>
                </c:pt>
                <c:pt idx="149">
                  <c:v>3.593874</c:v>
                </c:pt>
                <c:pt idx="150">
                  <c:v>3.4945339999999998</c:v>
                </c:pt>
                <c:pt idx="151">
                  <c:v>3.5407359999999999</c:v>
                </c:pt>
                <c:pt idx="152">
                  <c:v>3.5995590000000002</c:v>
                </c:pt>
                <c:pt idx="153">
                  <c:v>3.6537329999999999</c:v>
                </c:pt>
                <c:pt idx="154">
                  <c:v>3.6749299999999998</c:v>
                </c:pt>
                <c:pt idx="155">
                  <c:v>3.788316</c:v>
                </c:pt>
                <c:pt idx="156">
                  <c:v>3.8467289999999998</c:v>
                </c:pt>
                <c:pt idx="157">
                  <c:v>3.906873</c:v>
                </c:pt>
                <c:pt idx="158">
                  <c:v>3.904801</c:v>
                </c:pt>
                <c:pt idx="159">
                  <c:v>3.7761689999999999</c:v>
                </c:pt>
                <c:pt idx="160">
                  <c:v>3.7897599999999998</c:v>
                </c:pt>
                <c:pt idx="161">
                  <c:v>3.8399890000000001</c:v>
                </c:pt>
                <c:pt idx="162">
                  <c:v>3.8022200000000002</c:v>
                </c:pt>
                <c:pt idx="163">
                  <c:v>3.8741919999999999</c:v>
                </c:pt>
                <c:pt idx="164">
                  <c:v>3.9002629999999998</c:v>
                </c:pt>
                <c:pt idx="165">
                  <c:v>3.9563510000000002</c:v>
                </c:pt>
                <c:pt idx="166">
                  <c:v>4.0673789999999999</c:v>
                </c:pt>
                <c:pt idx="167">
                  <c:v>4.1889479999999999</c:v>
                </c:pt>
                <c:pt idx="168">
                  <c:v>4.1170169999999997</c:v>
                </c:pt>
                <c:pt idx="169">
                  <c:v>4.1746189999999999</c:v>
                </c:pt>
                <c:pt idx="170">
                  <c:v>4.1091899999999999</c:v>
                </c:pt>
                <c:pt idx="171">
                  <c:v>4.0692069999999996</c:v>
                </c:pt>
                <c:pt idx="172">
                  <c:v>4.1896240000000002</c:v>
                </c:pt>
                <c:pt idx="173">
                  <c:v>4.201295</c:v>
                </c:pt>
                <c:pt idx="174">
                  <c:v>4.306</c:v>
                </c:pt>
                <c:pt idx="175">
                  <c:v>4.2959329999999998</c:v>
                </c:pt>
                <c:pt idx="176">
                  <c:v>4.3045179999999998</c:v>
                </c:pt>
                <c:pt idx="177">
                  <c:v>4.2344710000000001</c:v>
                </c:pt>
                <c:pt idx="178">
                  <c:v>4.3361390000000002</c:v>
                </c:pt>
                <c:pt idx="179">
                  <c:v>4.362406</c:v>
                </c:pt>
                <c:pt idx="180">
                  <c:v>4.4482720000000002</c:v>
                </c:pt>
                <c:pt idx="181">
                  <c:v>4.4598719999999998</c:v>
                </c:pt>
                <c:pt idx="182">
                  <c:v>4.4418470000000001</c:v>
                </c:pt>
                <c:pt idx="183">
                  <c:v>4.4786530000000004</c:v>
                </c:pt>
                <c:pt idx="184">
                  <c:v>4.3758540000000004</c:v>
                </c:pt>
                <c:pt idx="185">
                  <c:v>4.3822919999999996</c:v>
                </c:pt>
                <c:pt idx="186">
                  <c:v>4.4186310000000004</c:v>
                </c:pt>
                <c:pt idx="187">
                  <c:v>4.5238459999999998</c:v>
                </c:pt>
                <c:pt idx="188">
                  <c:v>4.6278490000000003</c:v>
                </c:pt>
                <c:pt idx="189">
                  <c:v>4.7542679999999997</c:v>
                </c:pt>
                <c:pt idx="190">
                  <c:v>4.8416680000000003</c:v>
                </c:pt>
                <c:pt idx="191">
                  <c:v>4.8804679999999996</c:v>
                </c:pt>
                <c:pt idx="192">
                  <c:v>4.9341410000000003</c:v>
                </c:pt>
                <c:pt idx="193">
                  <c:v>4.8821060000000003</c:v>
                </c:pt>
                <c:pt idx="194">
                  <c:v>4.9012799999999999</c:v>
                </c:pt>
                <c:pt idx="195">
                  <c:v>5.0803269999999996</c:v>
                </c:pt>
                <c:pt idx="196">
                  <c:v>5.2045760000000003</c:v>
                </c:pt>
                <c:pt idx="197">
                  <c:v>5.1291279999999997</c:v>
                </c:pt>
                <c:pt idx="198">
                  <c:v>5.0263989999999996</c:v>
                </c:pt>
                <c:pt idx="199">
                  <c:v>5.1098929999999996</c:v>
                </c:pt>
                <c:pt idx="200">
                  <c:v>5.2049609999999999</c:v>
                </c:pt>
                <c:pt idx="201">
                  <c:v>5.2843280000000004</c:v>
                </c:pt>
                <c:pt idx="202">
                  <c:v>5.1556629999999997</c:v>
                </c:pt>
                <c:pt idx="203">
                  <c:v>5.1245729999999998</c:v>
                </c:pt>
                <c:pt idx="204">
                  <c:v>5.0582690000000001</c:v>
                </c:pt>
                <c:pt idx="205">
                  <c:v>5.0134660000000002</c:v>
                </c:pt>
                <c:pt idx="206">
                  <c:v>5.0268519999999999</c:v>
                </c:pt>
                <c:pt idx="207">
                  <c:v>5.0899939999999999</c:v>
                </c:pt>
                <c:pt idx="208">
                  <c:v>5.0707909999999998</c:v>
                </c:pt>
                <c:pt idx="209">
                  <c:v>4.8801399999999999</c:v>
                </c:pt>
                <c:pt idx="210">
                  <c:v>4.867737</c:v>
                </c:pt>
                <c:pt idx="211">
                  <c:v>4.9431390000000004</c:v>
                </c:pt>
                <c:pt idx="212">
                  <c:v>4.7267250000000001</c:v>
                </c:pt>
                <c:pt idx="213">
                  <c:v>4.3064770000000001</c:v>
                </c:pt>
                <c:pt idx="214">
                  <c:v>4.3594920000000004</c:v>
                </c:pt>
                <c:pt idx="215">
                  <c:v>4.5200810000000002</c:v>
                </c:pt>
                <c:pt idx="216">
                  <c:v>4.2127619999999997</c:v>
                </c:pt>
                <c:pt idx="217">
                  <c:v>3.966421</c:v>
                </c:pt>
                <c:pt idx="218">
                  <c:v>4.1986749999999997</c:v>
                </c:pt>
                <c:pt idx="219">
                  <c:v>4.3238810000000001</c:v>
                </c:pt>
                <c:pt idx="220">
                  <c:v>4.3942750000000004</c:v>
                </c:pt>
                <c:pt idx="221">
                  <c:v>4.3939630000000003</c:v>
                </c:pt>
                <c:pt idx="222">
                  <c:v>4.5684310000000004</c:v>
                </c:pt>
                <c:pt idx="223">
                  <c:v>4.6806710000000002</c:v>
                </c:pt>
                <c:pt idx="224">
                  <c:v>4.7924470000000001</c:v>
                </c:pt>
                <c:pt idx="225">
                  <c:v>4.7158069999999999</c:v>
                </c:pt>
                <c:pt idx="226">
                  <c:v>4.9608040000000004</c:v>
                </c:pt>
                <c:pt idx="227">
                  <c:v>4.88462</c:v>
                </c:pt>
                <c:pt idx="228">
                  <c:v>4.765072</c:v>
                </c:pt>
                <c:pt idx="229">
                  <c:v>4.8500490000000003</c:v>
                </c:pt>
                <c:pt idx="230">
                  <c:v>5.0687340000000001</c:v>
                </c:pt>
                <c:pt idx="231">
                  <c:v>5.1486099999999997</c:v>
                </c:pt>
                <c:pt idx="232">
                  <c:v>4.8559609999999997</c:v>
                </c:pt>
                <c:pt idx="233">
                  <c:v>4.8065259999999999</c:v>
                </c:pt>
                <c:pt idx="234">
                  <c:v>4.9870559999999999</c:v>
                </c:pt>
                <c:pt idx="235">
                  <c:v>4.9838899999999997</c:v>
                </c:pt>
                <c:pt idx="236">
                  <c:v>5.1982660000000003</c:v>
                </c:pt>
                <c:pt idx="237">
                  <c:v>5.3496119999999996</c:v>
                </c:pt>
                <c:pt idx="238">
                  <c:v>5.3358080000000001</c:v>
                </c:pt>
                <c:pt idx="239">
                  <c:v>5.5793569999999999</c:v>
                </c:pt>
                <c:pt idx="240">
                  <c:v>5.6769550000000004</c:v>
                </c:pt>
                <c:pt idx="241">
                  <c:v>5.8357799999999997</c:v>
                </c:pt>
                <c:pt idx="242">
                  <c:v>5.8360690000000002</c:v>
                </c:pt>
                <c:pt idx="243">
                  <c:v>5.9925079999999999</c:v>
                </c:pt>
                <c:pt idx="244">
                  <c:v>5.969265</c:v>
                </c:pt>
                <c:pt idx="245">
                  <c:v>5.8794930000000001</c:v>
                </c:pt>
                <c:pt idx="246">
                  <c:v>5.8236350000000003</c:v>
                </c:pt>
                <c:pt idx="247">
                  <c:v>5.6345729999999996</c:v>
                </c:pt>
                <c:pt idx="248">
                  <c:v>5.5208839999999997</c:v>
                </c:pt>
                <c:pt idx="249">
                  <c:v>5.7652570000000001</c:v>
                </c:pt>
                <c:pt idx="250">
                  <c:v>5.78742</c:v>
                </c:pt>
                <c:pt idx="251">
                  <c:v>5.8719190000000001</c:v>
                </c:pt>
                <c:pt idx="252">
                  <c:v>6.024146</c:v>
                </c:pt>
                <c:pt idx="253">
                  <c:v>6.1181799999999997</c:v>
                </c:pt>
                <c:pt idx="254">
                  <c:v>6.2539850000000001</c:v>
                </c:pt>
                <c:pt idx="255">
                  <c:v>6.2565989999999996</c:v>
                </c:pt>
                <c:pt idx="256">
                  <c:v>5.9993059999999998</c:v>
                </c:pt>
                <c:pt idx="257">
                  <c:v>6.1048600000000004</c:v>
                </c:pt>
                <c:pt idx="258">
                  <c:v>6.1966749999999999</c:v>
                </c:pt>
                <c:pt idx="259">
                  <c:v>6.2532160000000001</c:v>
                </c:pt>
                <c:pt idx="260">
                  <c:v>6.3749450000000003</c:v>
                </c:pt>
                <c:pt idx="261">
                  <c:v>6.2743599999999997</c:v>
                </c:pt>
                <c:pt idx="262">
                  <c:v>6.3168090000000001</c:v>
                </c:pt>
                <c:pt idx="263">
                  <c:v>6.3461290000000004</c:v>
                </c:pt>
                <c:pt idx="264">
                  <c:v>6.5835179999999998</c:v>
                </c:pt>
                <c:pt idx="265">
                  <c:v>6.6727619999999996</c:v>
                </c:pt>
                <c:pt idx="266">
                  <c:v>6.8774870000000004</c:v>
                </c:pt>
                <c:pt idx="267">
                  <c:v>7.0070579999999998</c:v>
                </c:pt>
                <c:pt idx="268">
                  <c:v>7.0824600000000002</c:v>
                </c:pt>
                <c:pt idx="269">
                  <c:v>6.964099</c:v>
                </c:pt>
                <c:pt idx="270">
                  <c:v>7.240767</c:v>
                </c:pt>
                <c:pt idx="271">
                  <c:v>7.0535240000000003</c:v>
                </c:pt>
                <c:pt idx="272">
                  <c:v>7.2509980000000001</c:v>
                </c:pt>
                <c:pt idx="273">
                  <c:v>7.5297359999999998</c:v>
                </c:pt>
                <c:pt idx="274">
                  <c:v>7.692971</c:v>
                </c:pt>
                <c:pt idx="275">
                  <c:v>7.8140859999999996</c:v>
                </c:pt>
                <c:pt idx="276">
                  <c:v>7.6523570000000003</c:v>
                </c:pt>
                <c:pt idx="277">
                  <c:v>7.9371499999999999</c:v>
                </c:pt>
                <c:pt idx="278">
                  <c:v>7.9843650000000004</c:v>
                </c:pt>
                <c:pt idx="279">
                  <c:v>8.0435680000000005</c:v>
                </c:pt>
                <c:pt idx="280">
                  <c:v>8.2251349999999999</c:v>
                </c:pt>
                <c:pt idx="281">
                  <c:v>8.357227</c:v>
                </c:pt>
                <c:pt idx="282">
                  <c:v>8.261215</c:v>
                </c:pt>
                <c:pt idx="283">
                  <c:v>8.5628440000000001</c:v>
                </c:pt>
                <c:pt idx="284">
                  <c:v>8.4445639999999997</c:v>
                </c:pt>
                <c:pt idx="285">
                  <c:v>8.6385719999999999</c:v>
                </c:pt>
                <c:pt idx="286">
                  <c:v>8.8540790000000005</c:v>
                </c:pt>
                <c:pt idx="287">
                  <c:v>8.841037</c:v>
                </c:pt>
                <c:pt idx="288">
                  <c:v>8.7113569999999996</c:v>
                </c:pt>
                <c:pt idx="289">
                  <c:v>9.0640330000000002</c:v>
                </c:pt>
                <c:pt idx="290">
                  <c:v>8.9622130000000002</c:v>
                </c:pt>
                <c:pt idx="291">
                  <c:v>9.016159</c:v>
                </c:pt>
                <c:pt idx="292">
                  <c:v>9.1006699999999991</c:v>
                </c:pt>
                <c:pt idx="293">
                  <c:v>8.925827</c:v>
                </c:pt>
                <c:pt idx="294">
                  <c:v>9.1028529999999996</c:v>
                </c:pt>
                <c:pt idx="295">
                  <c:v>8.6651959999999999</c:v>
                </c:pt>
                <c:pt idx="296">
                  <c:v>8.6244309999999995</c:v>
                </c:pt>
                <c:pt idx="297">
                  <c:v>8.9569939999999999</c:v>
                </c:pt>
                <c:pt idx="298">
                  <c:v>8.9583779999999997</c:v>
                </c:pt>
                <c:pt idx="299">
                  <c:v>8.8390749999999993</c:v>
                </c:pt>
                <c:pt idx="300">
                  <c:v>8.760116</c:v>
                </c:pt>
                <c:pt idx="301">
                  <c:v>8.8413730000000008</c:v>
                </c:pt>
                <c:pt idx="302">
                  <c:v>9.1315360000000005</c:v>
                </c:pt>
                <c:pt idx="303">
                  <c:v>9.1352399999999996</c:v>
                </c:pt>
                <c:pt idx="304">
                  <c:v>9.2675970000000003</c:v>
                </c:pt>
                <c:pt idx="305">
                  <c:v>9.3497210000000006</c:v>
                </c:pt>
                <c:pt idx="306">
                  <c:v>9.6330089999999995</c:v>
                </c:pt>
                <c:pt idx="307">
                  <c:v>9.6248729999999991</c:v>
                </c:pt>
                <c:pt idx="308">
                  <c:v>9.6253019999999996</c:v>
                </c:pt>
                <c:pt idx="309">
                  <c:v>9.4453929999999993</c:v>
                </c:pt>
                <c:pt idx="310">
                  <c:v>9.6394610000000007</c:v>
                </c:pt>
                <c:pt idx="311">
                  <c:v>9.7820820000000008</c:v>
                </c:pt>
                <c:pt idx="312">
                  <c:v>9.9344979999999996</c:v>
                </c:pt>
                <c:pt idx="313">
                  <c:v>10.269983999999999</c:v>
                </c:pt>
                <c:pt idx="314">
                  <c:v>10.276329</c:v>
                </c:pt>
                <c:pt idx="315">
                  <c:v>10.384982000000001</c:v>
                </c:pt>
                <c:pt idx="316">
                  <c:v>10.520697999999999</c:v>
                </c:pt>
                <c:pt idx="317">
                  <c:v>10.558418</c:v>
                </c:pt>
                <c:pt idx="318">
                  <c:v>10.738049999999999</c:v>
                </c:pt>
                <c:pt idx="319">
                  <c:v>10.803139</c:v>
                </c:pt>
                <c:pt idx="320">
                  <c:v>10.944967</c:v>
                </c:pt>
                <c:pt idx="321">
                  <c:v>11.143848999999999</c:v>
                </c:pt>
                <c:pt idx="322">
                  <c:v>11.413819</c:v>
                </c:pt>
                <c:pt idx="323">
                  <c:v>11.523979000000001</c:v>
                </c:pt>
                <c:pt idx="324">
                  <c:v>11.992229</c:v>
                </c:pt>
                <c:pt idx="325">
                  <c:v>11.612994</c:v>
                </c:pt>
                <c:pt idx="326">
                  <c:v>11.408697999999999</c:v>
                </c:pt>
                <c:pt idx="327">
                  <c:v>11.340524</c:v>
                </c:pt>
                <c:pt idx="328">
                  <c:v>11.549917000000001</c:v>
                </c:pt>
                <c:pt idx="329">
                  <c:v>11.608231999999999</c:v>
                </c:pt>
                <c:pt idx="330">
                  <c:v>11.937379999999999</c:v>
                </c:pt>
                <c:pt idx="331">
                  <c:v>12.275080000000001</c:v>
                </c:pt>
                <c:pt idx="332">
                  <c:v>12.296884</c:v>
                </c:pt>
                <c:pt idx="333">
                  <c:v>11.609783999999999</c:v>
                </c:pt>
                <c:pt idx="334">
                  <c:v>11.813043</c:v>
                </c:pt>
                <c:pt idx="335">
                  <c:v>11.459317</c:v>
                </c:pt>
                <c:pt idx="336">
                  <c:v>11.961363</c:v>
                </c:pt>
                <c:pt idx="337">
                  <c:v>12.114475000000001</c:v>
                </c:pt>
                <c:pt idx="338">
                  <c:v>12.417285</c:v>
                </c:pt>
                <c:pt idx="339">
                  <c:v>12.802640999999999</c:v>
                </c:pt>
                <c:pt idx="340">
                  <c:v>12.242013</c:v>
                </c:pt>
                <c:pt idx="341">
                  <c:v>12.761639000000001</c:v>
                </c:pt>
                <c:pt idx="342">
                  <c:v>12.90803</c:v>
                </c:pt>
                <c:pt idx="343">
                  <c:v>12.873023999999999</c:v>
                </c:pt>
                <c:pt idx="344">
                  <c:v>12.895263999999999</c:v>
                </c:pt>
                <c:pt idx="345">
                  <c:v>13.119949999999999</c:v>
                </c:pt>
                <c:pt idx="346">
                  <c:v>13.483091999999999</c:v>
                </c:pt>
                <c:pt idx="347">
                  <c:v>13.778460000000001</c:v>
                </c:pt>
                <c:pt idx="348">
                  <c:v>13.883049</c:v>
                </c:pt>
                <c:pt idx="349">
                  <c:v>13.071775000000001</c:v>
                </c:pt>
                <c:pt idx="350">
                  <c:v>12.541637</c:v>
                </c:pt>
                <c:pt idx="351">
                  <c:v>13.385567</c:v>
                </c:pt>
                <c:pt idx="352">
                  <c:v>13.701423999999999</c:v>
                </c:pt>
                <c:pt idx="353">
                  <c:v>13.834762</c:v>
                </c:pt>
                <c:pt idx="354">
                  <c:v>14.302541</c:v>
                </c:pt>
                <c:pt idx="355">
                  <c:v>14.702757</c:v>
                </c:pt>
                <c:pt idx="356">
                  <c:v>14.449113000000001</c:v>
                </c:pt>
                <c:pt idx="357">
                  <c:v>14.13002</c:v>
                </c:pt>
                <c:pt idx="358">
                  <c:v>14.935616</c:v>
                </c:pt>
                <c:pt idx="359">
                  <c:v>15.163936</c:v>
                </c:pt>
                <c:pt idx="360">
                  <c:v>14.992276</c:v>
                </c:pt>
                <c:pt idx="361">
                  <c:v>15.233931</c:v>
                </c:pt>
                <c:pt idx="362">
                  <c:v>15.687775</c:v>
                </c:pt>
                <c:pt idx="363">
                  <c:v>16.38805</c:v>
                </c:pt>
                <c:pt idx="364">
                  <c:v>16.505265000000001</c:v>
                </c:pt>
                <c:pt idx="365">
                  <c:v>16.857678</c:v>
                </c:pt>
                <c:pt idx="366">
                  <c:v>17.248497</c:v>
                </c:pt>
                <c:pt idx="367">
                  <c:v>17.652277000000002</c:v>
                </c:pt>
                <c:pt idx="368">
                  <c:v>16.927506999999999</c:v>
                </c:pt>
                <c:pt idx="369">
                  <c:v>17.507770000000001</c:v>
                </c:pt>
                <c:pt idx="370">
                  <c:v>17.454266000000001</c:v>
                </c:pt>
                <c:pt idx="371">
                  <c:v>17.783169999999998</c:v>
                </c:pt>
                <c:pt idx="372">
                  <c:v>16.963927000000002</c:v>
                </c:pt>
                <c:pt idx="373">
                  <c:v>16.691735999999999</c:v>
                </c:pt>
                <c:pt idx="374">
                  <c:v>16.651239</c:v>
                </c:pt>
                <c:pt idx="375">
                  <c:v>15.531729</c:v>
                </c:pt>
                <c:pt idx="376">
                  <c:v>15.591538999999999</c:v>
                </c:pt>
                <c:pt idx="377">
                  <c:v>14.879476</c:v>
                </c:pt>
                <c:pt idx="378">
                  <c:v>15.785164999999999</c:v>
                </c:pt>
                <c:pt idx="379">
                  <c:v>15.158037999999999</c:v>
                </c:pt>
                <c:pt idx="380">
                  <c:v>14.055082000000001</c:v>
                </c:pt>
                <c:pt idx="381">
                  <c:v>14.492084999999999</c:v>
                </c:pt>
                <c:pt idx="382">
                  <c:v>15.174486999999999</c:v>
                </c:pt>
                <c:pt idx="383">
                  <c:v>14.635832000000001</c:v>
                </c:pt>
                <c:pt idx="384">
                  <c:v>15.339765</c:v>
                </c:pt>
                <c:pt idx="385">
                  <c:v>14.92332</c:v>
                </c:pt>
                <c:pt idx="386">
                  <c:v>15.496919999999999</c:v>
                </c:pt>
                <c:pt idx="387">
                  <c:v>15.709837</c:v>
                </c:pt>
                <c:pt idx="388">
                  <c:v>15.721197</c:v>
                </c:pt>
                <c:pt idx="389">
                  <c:v>16.517665000000001</c:v>
                </c:pt>
                <c:pt idx="390">
                  <c:v>16.909368000000001</c:v>
                </c:pt>
                <c:pt idx="391">
                  <c:v>16.672149999999998</c:v>
                </c:pt>
                <c:pt idx="392">
                  <c:v>15.915094</c:v>
                </c:pt>
                <c:pt idx="393">
                  <c:v>15.587192999999999</c:v>
                </c:pt>
                <c:pt idx="394">
                  <c:v>16.64988</c:v>
                </c:pt>
                <c:pt idx="395">
                  <c:v>17.401320999999999</c:v>
                </c:pt>
                <c:pt idx="396">
                  <c:v>17.615189000000001</c:v>
                </c:pt>
                <c:pt idx="397">
                  <c:v>18.305374</c:v>
                </c:pt>
                <c:pt idx="398">
                  <c:v>18.804344</c:v>
                </c:pt>
                <c:pt idx="399">
                  <c:v>18.057289999999998</c:v>
                </c:pt>
                <c:pt idx="400">
                  <c:v>18.839562999999998</c:v>
                </c:pt>
                <c:pt idx="401">
                  <c:v>19.439941000000001</c:v>
                </c:pt>
                <c:pt idx="402">
                  <c:v>19.728819000000001</c:v>
                </c:pt>
                <c:pt idx="403">
                  <c:v>20.183420999999999</c:v>
                </c:pt>
                <c:pt idx="404">
                  <c:v>20.574726999999999</c:v>
                </c:pt>
                <c:pt idx="405">
                  <c:v>20.282530000000001</c:v>
                </c:pt>
                <c:pt idx="406">
                  <c:v>21.282361000000002</c:v>
                </c:pt>
                <c:pt idx="407">
                  <c:v>20.755944</c:v>
                </c:pt>
                <c:pt idx="408">
                  <c:v>21.234179999999999</c:v>
                </c:pt>
                <c:pt idx="409">
                  <c:v>21.145434000000002</c:v>
                </c:pt>
                <c:pt idx="410">
                  <c:v>20.210661000000002</c:v>
                </c:pt>
                <c:pt idx="411">
                  <c:v>20.134937999999998</c:v>
                </c:pt>
                <c:pt idx="412">
                  <c:v>20.609931</c:v>
                </c:pt>
                <c:pt idx="413">
                  <c:v>21.313410999999999</c:v>
                </c:pt>
                <c:pt idx="414">
                  <c:v>21.666633999999998</c:v>
                </c:pt>
                <c:pt idx="415">
                  <c:v>22.082849</c:v>
                </c:pt>
                <c:pt idx="416">
                  <c:v>22.768319000000002</c:v>
                </c:pt>
                <c:pt idx="417">
                  <c:v>23.229099000000001</c:v>
                </c:pt>
                <c:pt idx="418">
                  <c:v>23.32471</c:v>
                </c:pt>
                <c:pt idx="419">
                  <c:v>23.291260999999999</c:v>
                </c:pt>
              </c:numCache>
            </c:numRef>
          </c:val>
          <c:smooth val="0"/>
          <c:extLst>
            <c:ext xmlns:c16="http://schemas.microsoft.com/office/drawing/2014/chart" uri="{C3380CC4-5D6E-409C-BE32-E72D297353CC}">
              <c16:uniqueId val="{00000001-247A-4A24-A787-C9513501B87B}"/>
            </c:ext>
          </c:extLst>
        </c:ser>
        <c:ser>
          <c:idx val="2"/>
          <c:order val="2"/>
          <c:tx>
            <c:strRef>
              <c:f>Sheet1!$D$1</c:f>
              <c:strCache>
                <c:ptCount val="1"/>
                <c:pt idx="0">
                  <c:v>Static mix, 69% stocks: $23.7</c:v>
                </c:pt>
              </c:strCache>
            </c:strRef>
          </c:tx>
          <c:spPr>
            <a:ln w="19050">
              <a:solidFill>
                <a:srgbClr val="8A8B8C"/>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Sheet1!$D$2:$D$421</c:f>
              <c:numCache>
                <c:formatCode>General</c:formatCode>
                <c:ptCount val="420"/>
                <c:pt idx="0">
                  <c:v>1</c:v>
                </c:pt>
                <c:pt idx="1">
                  <c:v>1.05162</c:v>
                </c:pt>
                <c:pt idx="2">
                  <c:v>1.070694</c:v>
                </c:pt>
                <c:pt idx="3">
                  <c:v>1.075353</c:v>
                </c:pt>
                <c:pt idx="4">
                  <c:v>1.1086830000000001</c:v>
                </c:pt>
                <c:pt idx="5">
                  <c:v>1.0717950000000001</c:v>
                </c:pt>
                <c:pt idx="6">
                  <c:v>1.1094310000000001</c:v>
                </c:pt>
                <c:pt idx="7">
                  <c:v>1.138862</c:v>
                </c:pt>
                <c:pt idx="8">
                  <c:v>1.1366259999999999</c:v>
                </c:pt>
                <c:pt idx="9">
                  <c:v>1.149362</c:v>
                </c:pt>
                <c:pt idx="10">
                  <c:v>1.121882</c:v>
                </c:pt>
                <c:pt idx="11">
                  <c:v>1.229304</c:v>
                </c:pt>
                <c:pt idx="12">
                  <c:v>1.199613</c:v>
                </c:pt>
                <c:pt idx="13">
                  <c:v>1.2136309999999999</c:v>
                </c:pt>
                <c:pt idx="14">
                  <c:v>1.192585</c:v>
                </c:pt>
                <c:pt idx="15">
                  <c:v>1.2172769999999999</c:v>
                </c:pt>
                <c:pt idx="16">
                  <c:v>1.2311749999999999</c:v>
                </c:pt>
                <c:pt idx="17">
                  <c:v>1.226008</c:v>
                </c:pt>
                <c:pt idx="18">
                  <c:v>1.274311</c:v>
                </c:pt>
                <c:pt idx="19">
                  <c:v>1.2613920000000001</c:v>
                </c:pt>
                <c:pt idx="20">
                  <c:v>1.280934</c:v>
                </c:pt>
                <c:pt idx="21">
                  <c:v>1.273846</c:v>
                </c:pt>
                <c:pt idx="22">
                  <c:v>1.3017780000000001</c:v>
                </c:pt>
                <c:pt idx="23">
                  <c:v>1.3224130000000001</c:v>
                </c:pt>
                <c:pt idx="24">
                  <c:v>1.3416129999999999</c:v>
                </c:pt>
                <c:pt idx="25">
                  <c:v>1.3675839999999999</c:v>
                </c:pt>
                <c:pt idx="26">
                  <c:v>1.389616</c:v>
                </c:pt>
                <c:pt idx="27">
                  <c:v>1.3679779999999999</c:v>
                </c:pt>
                <c:pt idx="28">
                  <c:v>1.3919060000000001</c:v>
                </c:pt>
                <c:pt idx="29">
                  <c:v>1.4086050000000001</c:v>
                </c:pt>
                <c:pt idx="30">
                  <c:v>1.4058219999999999</c:v>
                </c:pt>
                <c:pt idx="31">
                  <c:v>1.4573860000000001</c:v>
                </c:pt>
                <c:pt idx="32">
                  <c:v>1.4534629999999999</c:v>
                </c:pt>
                <c:pt idx="33">
                  <c:v>1.475201</c:v>
                </c:pt>
                <c:pt idx="34">
                  <c:v>1.4538329999999999</c:v>
                </c:pt>
                <c:pt idx="35">
                  <c:v>1.468153</c:v>
                </c:pt>
                <c:pt idx="36">
                  <c:v>1.5092650000000001</c:v>
                </c:pt>
                <c:pt idx="37">
                  <c:v>1.4676610000000001</c:v>
                </c:pt>
                <c:pt idx="38">
                  <c:v>1.4055869999999999</c:v>
                </c:pt>
                <c:pt idx="39">
                  <c:v>1.411516</c:v>
                </c:pt>
                <c:pt idx="40">
                  <c:v>1.4266799999999999</c:v>
                </c:pt>
                <c:pt idx="41">
                  <c:v>1.399945</c:v>
                </c:pt>
                <c:pt idx="42">
                  <c:v>1.441052</c:v>
                </c:pt>
                <c:pt idx="43">
                  <c:v>1.4822580000000001</c:v>
                </c:pt>
                <c:pt idx="44">
                  <c:v>1.446353</c:v>
                </c:pt>
                <c:pt idx="45">
                  <c:v>1.465762</c:v>
                </c:pt>
                <c:pt idx="46">
                  <c:v>1.428801</c:v>
                </c:pt>
                <c:pt idx="47">
                  <c:v>1.448475</c:v>
                </c:pt>
                <c:pt idx="48">
                  <c:v>1.4847809999999999</c:v>
                </c:pt>
                <c:pt idx="49">
                  <c:v>1.5399119999999999</c:v>
                </c:pt>
                <c:pt idx="50">
                  <c:v>1.5748059999999999</c:v>
                </c:pt>
                <c:pt idx="51">
                  <c:v>1.614217</c:v>
                </c:pt>
                <c:pt idx="52">
                  <c:v>1.6899709999999999</c:v>
                </c:pt>
                <c:pt idx="53">
                  <c:v>1.7232749999999999</c:v>
                </c:pt>
                <c:pt idx="54">
                  <c:v>1.7561070000000001</c:v>
                </c:pt>
                <c:pt idx="55">
                  <c:v>1.768886</c:v>
                </c:pt>
                <c:pt idx="56">
                  <c:v>1.827701</c:v>
                </c:pt>
                <c:pt idx="57">
                  <c:v>1.832009</c:v>
                </c:pt>
                <c:pt idx="58">
                  <c:v>1.9018660000000001</c:v>
                </c:pt>
                <c:pt idx="59">
                  <c:v>1.938026</c:v>
                </c:pt>
                <c:pt idx="60">
                  <c:v>1.985412</c:v>
                </c:pt>
                <c:pt idx="61">
                  <c:v>1.976836</c:v>
                </c:pt>
                <c:pt idx="62">
                  <c:v>1.983668</c:v>
                </c:pt>
                <c:pt idx="63">
                  <c:v>1.9928710000000001</c:v>
                </c:pt>
                <c:pt idx="64">
                  <c:v>2.0233469999999998</c:v>
                </c:pt>
                <c:pt idx="65">
                  <c:v>2.0376840000000001</c:v>
                </c:pt>
                <c:pt idx="66">
                  <c:v>1.9759549999999999</c:v>
                </c:pt>
                <c:pt idx="67">
                  <c:v>2.0011920000000001</c:v>
                </c:pt>
                <c:pt idx="68">
                  <c:v>2.0932210000000002</c:v>
                </c:pt>
                <c:pt idx="69">
                  <c:v>2.1532939999999998</c:v>
                </c:pt>
                <c:pt idx="70">
                  <c:v>2.284459</c:v>
                </c:pt>
                <c:pt idx="71">
                  <c:v>2.2377030000000002</c:v>
                </c:pt>
                <c:pt idx="72">
                  <c:v>2.3328009999999999</c:v>
                </c:pt>
                <c:pt idx="73">
                  <c:v>2.3477769999999998</c:v>
                </c:pt>
                <c:pt idx="74">
                  <c:v>2.2665190000000002</c:v>
                </c:pt>
                <c:pt idx="75">
                  <c:v>2.3740250000000001</c:v>
                </c:pt>
                <c:pt idx="76">
                  <c:v>2.4805030000000001</c:v>
                </c:pt>
                <c:pt idx="77">
                  <c:v>2.5703839999999998</c:v>
                </c:pt>
                <c:pt idx="78">
                  <c:v>2.7448169999999998</c:v>
                </c:pt>
                <c:pt idx="79">
                  <c:v>2.6230690000000001</c:v>
                </c:pt>
                <c:pt idx="80">
                  <c:v>2.73969</c:v>
                </c:pt>
                <c:pt idx="81">
                  <c:v>2.6987610000000002</c:v>
                </c:pt>
                <c:pt idx="82">
                  <c:v>2.7877450000000001</c:v>
                </c:pt>
                <c:pt idx="83">
                  <c:v>2.8321510000000001</c:v>
                </c:pt>
                <c:pt idx="84">
                  <c:v>2.8726720000000001</c:v>
                </c:pt>
                <c:pt idx="85">
                  <c:v>3.0136080000000001</c:v>
                </c:pt>
                <c:pt idx="86">
                  <c:v>3.1209020000000001</c:v>
                </c:pt>
                <c:pt idx="87">
                  <c:v>3.146404</c:v>
                </c:pt>
                <c:pt idx="88">
                  <c:v>3.1226090000000002</c:v>
                </c:pt>
                <c:pt idx="89">
                  <c:v>3.2234630000000002</c:v>
                </c:pt>
                <c:pt idx="90">
                  <c:v>3.199754</c:v>
                </c:pt>
                <c:pt idx="91">
                  <c:v>2.9199570000000001</c:v>
                </c:pt>
                <c:pt idx="92">
                  <c:v>3.0970279999999999</c:v>
                </c:pt>
                <c:pt idx="93">
                  <c:v>3.2591009999999998</c:v>
                </c:pt>
                <c:pt idx="94">
                  <c:v>3.3912849999999999</c:v>
                </c:pt>
                <c:pt idx="95">
                  <c:v>3.5377339999999999</c:v>
                </c:pt>
                <c:pt idx="96">
                  <c:v>3.6431480000000001</c:v>
                </c:pt>
                <c:pt idx="97">
                  <c:v>3.514691</c:v>
                </c:pt>
                <c:pt idx="98">
                  <c:v>3.6198389999999998</c:v>
                </c:pt>
                <c:pt idx="99">
                  <c:v>3.7119810000000002</c:v>
                </c:pt>
                <c:pt idx="100">
                  <c:v>3.6322670000000001</c:v>
                </c:pt>
                <c:pt idx="101">
                  <c:v>3.7622239999999998</c:v>
                </c:pt>
                <c:pt idx="102">
                  <c:v>3.6772640000000001</c:v>
                </c:pt>
                <c:pt idx="103">
                  <c:v>3.6652529999999999</c:v>
                </c:pt>
                <c:pt idx="104">
                  <c:v>3.6084100000000001</c:v>
                </c:pt>
                <c:pt idx="105">
                  <c:v>3.7614290000000001</c:v>
                </c:pt>
                <c:pt idx="106">
                  <c:v>3.8062450000000001</c:v>
                </c:pt>
                <c:pt idx="107">
                  <c:v>3.9437150000000001</c:v>
                </c:pt>
                <c:pt idx="108">
                  <c:v>3.793336</c:v>
                </c:pt>
                <c:pt idx="109">
                  <c:v>3.772688</c:v>
                </c:pt>
                <c:pt idx="110">
                  <c:v>4.0674289999999997</c:v>
                </c:pt>
                <c:pt idx="111">
                  <c:v>3.9707880000000002</c:v>
                </c:pt>
                <c:pt idx="112">
                  <c:v>3.9155639999999998</c:v>
                </c:pt>
                <c:pt idx="113">
                  <c:v>4.0119790000000002</c:v>
                </c:pt>
                <c:pt idx="114">
                  <c:v>3.9740440000000001</c:v>
                </c:pt>
                <c:pt idx="115">
                  <c:v>4.1792990000000003</c:v>
                </c:pt>
                <c:pt idx="116">
                  <c:v>4.0264930000000003</c:v>
                </c:pt>
                <c:pt idx="117">
                  <c:v>4.0236179999999999</c:v>
                </c:pt>
                <c:pt idx="118">
                  <c:v>3.8384100000000001</c:v>
                </c:pt>
                <c:pt idx="119">
                  <c:v>3.890037</c:v>
                </c:pt>
                <c:pt idx="120">
                  <c:v>3.9838429999999998</c:v>
                </c:pt>
                <c:pt idx="121">
                  <c:v>3.764761</c:v>
                </c:pt>
                <c:pt idx="122">
                  <c:v>3.6041310000000002</c:v>
                </c:pt>
                <c:pt idx="123">
                  <c:v>3.7658870000000002</c:v>
                </c:pt>
                <c:pt idx="124">
                  <c:v>3.7813669999999999</c:v>
                </c:pt>
                <c:pt idx="125">
                  <c:v>3.7240880000000001</c:v>
                </c:pt>
                <c:pt idx="126">
                  <c:v>3.735446</c:v>
                </c:pt>
                <c:pt idx="127">
                  <c:v>3.599056</c:v>
                </c:pt>
                <c:pt idx="128">
                  <c:v>3.4252889999999998</c:v>
                </c:pt>
                <c:pt idx="129">
                  <c:v>3.5001039999999999</c:v>
                </c:pt>
                <c:pt idx="130">
                  <c:v>3.6481249999999998</c:v>
                </c:pt>
                <c:pt idx="131">
                  <c:v>3.649178</c:v>
                </c:pt>
                <c:pt idx="132">
                  <c:v>3.6172240000000002</c:v>
                </c:pt>
                <c:pt idx="133">
                  <c:v>3.590576</c:v>
                </c:pt>
                <c:pt idx="134">
                  <c:v>3.6422690000000002</c:v>
                </c:pt>
                <c:pt idx="135">
                  <c:v>3.5222199999999999</c:v>
                </c:pt>
                <c:pt idx="136">
                  <c:v>3.5115289999999999</c:v>
                </c:pt>
                <c:pt idx="137">
                  <c:v>3.362419</c:v>
                </c:pt>
                <c:pt idx="138">
                  <c:v>3.2149830000000001</c:v>
                </c:pt>
                <c:pt idx="139">
                  <c:v>3.2632759999999998</c:v>
                </c:pt>
                <c:pt idx="140">
                  <c:v>3.065118</c:v>
                </c:pt>
                <c:pt idx="141">
                  <c:v>3.230674</c:v>
                </c:pt>
                <c:pt idx="142">
                  <c:v>3.341596</c:v>
                </c:pt>
                <c:pt idx="143">
                  <c:v>3.2431779999999999</c:v>
                </c:pt>
                <c:pt idx="144">
                  <c:v>3.1738010000000001</c:v>
                </c:pt>
                <c:pt idx="145">
                  <c:v>3.1679110000000001</c:v>
                </c:pt>
                <c:pt idx="146">
                  <c:v>3.1824499999999998</c:v>
                </c:pt>
                <c:pt idx="147">
                  <c:v>3.3615370000000002</c:v>
                </c:pt>
                <c:pt idx="148">
                  <c:v>3.5327850000000001</c:v>
                </c:pt>
                <c:pt idx="149">
                  <c:v>3.55138</c:v>
                </c:pt>
                <c:pt idx="150">
                  <c:v>3.514227</c:v>
                </c:pt>
                <c:pt idx="151">
                  <c:v>3.5690620000000002</c:v>
                </c:pt>
                <c:pt idx="152">
                  <c:v>3.591472</c:v>
                </c:pt>
                <c:pt idx="153">
                  <c:v>3.7021160000000002</c:v>
                </c:pt>
                <c:pt idx="154">
                  <c:v>3.7278039999999999</c:v>
                </c:pt>
                <c:pt idx="155">
                  <c:v>3.8733599999999999</c:v>
                </c:pt>
                <c:pt idx="156">
                  <c:v>3.9374009999999999</c:v>
                </c:pt>
                <c:pt idx="157">
                  <c:v>3.9963679999999999</c:v>
                </c:pt>
                <c:pt idx="158">
                  <c:v>3.9721739999999999</c:v>
                </c:pt>
                <c:pt idx="159">
                  <c:v>3.8673139999999999</c:v>
                </c:pt>
                <c:pt idx="160">
                  <c:v>3.8960870000000001</c:v>
                </c:pt>
                <c:pt idx="161">
                  <c:v>3.9568859999999999</c:v>
                </c:pt>
                <c:pt idx="162">
                  <c:v>3.883035</c:v>
                </c:pt>
                <c:pt idx="163">
                  <c:v>3.9346079999999999</c:v>
                </c:pt>
                <c:pt idx="164">
                  <c:v>3.9672070000000001</c:v>
                </c:pt>
                <c:pt idx="165">
                  <c:v>4.0222939999999996</c:v>
                </c:pt>
                <c:pt idx="166">
                  <c:v>4.1076769999999998</c:v>
                </c:pt>
                <c:pt idx="167">
                  <c:v>4.2210760000000001</c:v>
                </c:pt>
                <c:pt idx="168">
                  <c:v>4.1653640000000003</c:v>
                </c:pt>
                <c:pt idx="169">
                  <c:v>4.2074410000000002</c:v>
                </c:pt>
                <c:pt idx="170">
                  <c:v>4.1462139999999996</c:v>
                </c:pt>
                <c:pt idx="171">
                  <c:v>4.1269869999999997</c:v>
                </c:pt>
                <c:pt idx="172">
                  <c:v>4.2440429999999996</c:v>
                </c:pt>
                <c:pt idx="173">
                  <c:v>4.2590640000000004</c:v>
                </c:pt>
                <c:pt idx="174">
                  <c:v>4.3364060000000002</c:v>
                </c:pt>
                <c:pt idx="175">
                  <c:v>4.3424899999999997</c:v>
                </c:pt>
                <c:pt idx="176">
                  <c:v>4.3365720000000003</c:v>
                </c:pt>
                <c:pt idx="177">
                  <c:v>4.2669560000000004</c:v>
                </c:pt>
                <c:pt idx="178">
                  <c:v>4.3917679999999999</c:v>
                </c:pt>
                <c:pt idx="179">
                  <c:v>4.4088599999999998</c:v>
                </c:pt>
                <c:pt idx="180">
                  <c:v>4.4791220000000003</c:v>
                </c:pt>
                <c:pt idx="181">
                  <c:v>4.4905400000000002</c:v>
                </c:pt>
                <c:pt idx="182">
                  <c:v>4.5004920000000004</c:v>
                </c:pt>
                <c:pt idx="183">
                  <c:v>4.5250360000000001</c:v>
                </c:pt>
                <c:pt idx="184">
                  <c:v>4.4357049999999996</c:v>
                </c:pt>
                <c:pt idx="185">
                  <c:v>4.4425210000000002</c:v>
                </c:pt>
                <c:pt idx="186">
                  <c:v>4.4845499999999996</c:v>
                </c:pt>
                <c:pt idx="187">
                  <c:v>4.5913810000000002</c:v>
                </c:pt>
                <c:pt idx="188">
                  <c:v>4.6899059999999997</c:v>
                </c:pt>
                <c:pt idx="189">
                  <c:v>4.8044010000000004</c:v>
                </c:pt>
                <c:pt idx="190">
                  <c:v>4.8910359999999997</c:v>
                </c:pt>
                <c:pt idx="191">
                  <c:v>4.9140170000000003</c:v>
                </c:pt>
                <c:pt idx="192">
                  <c:v>4.9568830000000004</c:v>
                </c:pt>
                <c:pt idx="193">
                  <c:v>4.9292449999999999</c:v>
                </c:pt>
                <c:pt idx="194">
                  <c:v>4.9621820000000003</c:v>
                </c:pt>
                <c:pt idx="195">
                  <c:v>5.1222050000000001</c:v>
                </c:pt>
                <c:pt idx="196">
                  <c:v>5.2180090000000003</c:v>
                </c:pt>
                <c:pt idx="197">
                  <c:v>5.1484509999999997</c:v>
                </c:pt>
                <c:pt idx="198">
                  <c:v>5.0764940000000003</c:v>
                </c:pt>
                <c:pt idx="199">
                  <c:v>5.1653630000000001</c:v>
                </c:pt>
                <c:pt idx="200">
                  <c:v>5.2983039999999999</c:v>
                </c:pt>
                <c:pt idx="201">
                  <c:v>5.3771699999999996</c:v>
                </c:pt>
                <c:pt idx="202">
                  <c:v>5.2980029999999996</c:v>
                </c:pt>
                <c:pt idx="203">
                  <c:v>5.2687030000000004</c:v>
                </c:pt>
                <c:pt idx="204">
                  <c:v>5.1064800000000004</c:v>
                </c:pt>
                <c:pt idx="205">
                  <c:v>5.0154690000000004</c:v>
                </c:pt>
                <c:pt idx="206">
                  <c:v>5.0155580000000004</c:v>
                </c:pt>
                <c:pt idx="207">
                  <c:v>5.1473449999999996</c:v>
                </c:pt>
                <c:pt idx="208">
                  <c:v>5.1605980000000002</c:v>
                </c:pt>
                <c:pt idx="209">
                  <c:v>4.8751030000000002</c:v>
                </c:pt>
                <c:pt idx="210">
                  <c:v>4.8518600000000003</c:v>
                </c:pt>
                <c:pt idx="211">
                  <c:v>4.9251300000000002</c:v>
                </c:pt>
                <c:pt idx="212">
                  <c:v>4.6247930000000004</c:v>
                </c:pt>
                <c:pt idx="213">
                  <c:v>4.0748899999999999</c:v>
                </c:pt>
                <c:pt idx="214">
                  <c:v>3.995066</c:v>
                </c:pt>
                <c:pt idx="215">
                  <c:v>4.102519</c:v>
                </c:pt>
                <c:pt idx="216">
                  <c:v>3.7982149999999999</c:v>
                </c:pt>
                <c:pt idx="217">
                  <c:v>3.5069270000000001</c:v>
                </c:pt>
                <c:pt idx="218">
                  <c:v>3.7509250000000001</c:v>
                </c:pt>
                <c:pt idx="219">
                  <c:v>3.9565640000000002</c:v>
                </c:pt>
                <c:pt idx="220">
                  <c:v>4.0805110000000004</c:v>
                </c:pt>
                <c:pt idx="221">
                  <c:v>4.0834060000000001</c:v>
                </c:pt>
                <c:pt idx="222">
                  <c:v>4.3012139999999999</c:v>
                </c:pt>
                <c:pt idx="223">
                  <c:v>4.4257160000000004</c:v>
                </c:pt>
                <c:pt idx="224">
                  <c:v>4.5539709999999998</c:v>
                </c:pt>
                <c:pt idx="225">
                  <c:v>4.4876329999999998</c:v>
                </c:pt>
                <c:pt idx="226">
                  <c:v>4.7009100000000004</c:v>
                </c:pt>
                <c:pt idx="227">
                  <c:v>4.6905700000000001</c:v>
                </c:pt>
                <c:pt idx="228">
                  <c:v>4.6055060000000001</c:v>
                </c:pt>
                <c:pt idx="229">
                  <c:v>4.7106050000000002</c:v>
                </c:pt>
                <c:pt idx="230">
                  <c:v>4.8833780000000004</c:v>
                </c:pt>
                <c:pt idx="231">
                  <c:v>4.9602589999999998</c:v>
                </c:pt>
                <c:pt idx="232">
                  <c:v>4.7412429999999999</c:v>
                </c:pt>
                <c:pt idx="233">
                  <c:v>4.6171059999999997</c:v>
                </c:pt>
                <c:pt idx="234">
                  <c:v>4.847467</c:v>
                </c:pt>
                <c:pt idx="235">
                  <c:v>4.7625229999999998</c:v>
                </c:pt>
                <c:pt idx="236">
                  <c:v>5.0509209999999998</c:v>
                </c:pt>
                <c:pt idx="237">
                  <c:v>5.1730900000000002</c:v>
                </c:pt>
                <c:pt idx="238">
                  <c:v>5.1520229999999998</c:v>
                </c:pt>
                <c:pt idx="239">
                  <c:v>5.3270030000000004</c:v>
                </c:pt>
                <c:pt idx="240">
                  <c:v>5.4019529999999998</c:v>
                </c:pt>
                <c:pt idx="241">
                  <c:v>5.534376</c:v>
                </c:pt>
                <c:pt idx="242">
                  <c:v>5.5335869999999998</c:v>
                </c:pt>
                <c:pt idx="243">
                  <c:v>5.6733460000000004</c:v>
                </c:pt>
                <c:pt idx="244">
                  <c:v>5.6746169999999996</c:v>
                </c:pt>
                <c:pt idx="245">
                  <c:v>5.5943750000000003</c:v>
                </c:pt>
                <c:pt idx="246">
                  <c:v>5.5746359999999999</c:v>
                </c:pt>
                <c:pt idx="247">
                  <c:v>5.4608400000000001</c:v>
                </c:pt>
                <c:pt idx="248">
                  <c:v>5.2467969999999999</c:v>
                </c:pt>
                <c:pt idx="249">
                  <c:v>5.6085120000000002</c:v>
                </c:pt>
                <c:pt idx="250">
                  <c:v>5.617191</c:v>
                </c:pt>
                <c:pt idx="251">
                  <c:v>5.6898869999999997</c:v>
                </c:pt>
                <c:pt idx="252">
                  <c:v>5.8781800000000004</c:v>
                </c:pt>
                <c:pt idx="253">
                  <c:v>6.031574</c:v>
                </c:pt>
                <c:pt idx="254">
                  <c:v>6.1298380000000003</c:v>
                </c:pt>
                <c:pt idx="255">
                  <c:v>6.1550149999999997</c:v>
                </c:pt>
                <c:pt idx="256">
                  <c:v>5.9662980000000001</c:v>
                </c:pt>
                <c:pt idx="257">
                  <c:v>6.1247220000000002</c:v>
                </c:pt>
                <c:pt idx="258">
                  <c:v>6.214162</c:v>
                </c:pt>
                <c:pt idx="259">
                  <c:v>6.3024579999999997</c:v>
                </c:pt>
                <c:pt idx="260">
                  <c:v>6.40299</c:v>
                </c:pt>
                <c:pt idx="261">
                  <c:v>6.3114470000000003</c:v>
                </c:pt>
                <c:pt idx="262">
                  <c:v>6.3575090000000003</c:v>
                </c:pt>
                <c:pt idx="263">
                  <c:v>6.3713439999999997</c:v>
                </c:pt>
                <c:pt idx="264">
                  <c:v>6.5591330000000001</c:v>
                </c:pt>
                <c:pt idx="265">
                  <c:v>6.6479759999999999</c:v>
                </c:pt>
                <c:pt idx="266">
                  <c:v>6.8269359999999999</c:v>
                </c:pt>
                <c:pt idx="267">
                  <c:v>6.9539460000000002</c:v>
                </c:pt>
                <c:pt idx="268">
                  <c:v>6.980359</c:v>
                </c:pt>
                <c:pt idx="269">
                  <c:v>6.8510669999999996</c:v>
                </c:pt>
                <c:pt idx="270">
                  <c:v>7.0811000000000002</c:v>
                </c:pt>
                <c:pt idx="271">
                  <c:v>6.9100929999999998</c:v>
                </c:pt>
                <c:pt idx="272">
                  <c:v>7.0907460000000002</c:v>
                </c:pt>
                <c:pt idx="273">
                  <c:v>7.3339030000000003</c:v>
                </c:pt>
                <c:pt idx="274">
                  <c:v>7.4573320000000001</c:v>
                </c:pt>
                <c:pt idx="275">
                  <c:v>7.535374</c:v>
                </c:pt>
                <c:pt idx="276">
                  <c:v>7.4370700000000003</c:v>
                </c:pt>
                <c:pt idx="277">
                  <c:v>7.6788790000000002</c:v>
                </c:pt>
                <c:pt idx="278">
                  <c:v>7.714162</c:v>
                </c:pt>
                <c:pt idx="279">
                  <c:v>7.7714629999999998</c:v>
                </c:pt>
                <c:pt idx="280">
                  <c:v>7.9430189999999996</c:v>
                </c:pt>
                <c:pt idx="281">
                  <c:v>8.0504519999999999</c:v>
                </c:pt>
                <c:pt idx="282">
                  <c:v>7.9681889999999997</c:v>
                </c:pt>
                <c:pt idx="283">
                  <c:v>8.2437760000000004</c:v>
                </c:pt>
                <c:pt idx="284">
                  <c:v>8.1308430000000005</c:v>
                </c:pt>
                <c:pt idx="285">
                  <c:v>8.3111409999999992</c:v>
                </c:pt>
                <c:pt idx="286">
                  <c:v>8.5095580000000002</c:v>
                </c:pt>
                <c:pt idx="287">
                  <c:v>8.5019310000000008</c:v>
                </c:pt>
                <c:pt idx="288">
                  <c:v>8.4491840000000007</c:v>
                </c:pt>
                <c:pt idx="289">
                  <c:v>8.7121069999999996</c:v>
                </c:pt>
                <c:pt idx="290">
                  <c:v>8.6362509999999997</c:v>
                </c:pt>
                <c:pt idx="291">
                  <c:v>8.6712100000000003</c:v>
                </c:pt>
                <c:pt idx="292">
                  <c:v>8.7358239999999991</c:v>
                </c:pt>
                <c:pt idx="293">
                  <c:v>8.5686979999999995</c:v>
                </c:pt>
                <c:pt idx="294">
                  <c:v>8.7333549999999995</c:v>
                </c:pt>
                <c:pt idx="295">
                  <c:v>8.3724679999999996</c:v>
                </c:pt>
                <c:pt idx="296">
                  <c:v>8.2694120000000009</c:v>
                </c:pt>
                <c:pt idx="297">
                  <c:v>8.7319890000000004</c:v>
                </c:pt>
                <c:pt idx="298">
                  <c:v>8.7426779999999997</c:v>
                </c:pt>
                <c:pt idx="299">
                  <c:v>8.6380789999999994</c:v>
                </c:pt>
                <c:pt idx="300">
                  <c:v>8.4275350000000007</c:v>
                </c:pt>
                <c:pt idx="301">
                  <c:v>8.4717289999999998</c:v>
                </c:pt>
                <c:pt idx="302">
                  <c:v>8.8623379999999994</c:v>
                </c:pt>
                <c:pt idx="303">
                  <c:v>8.8776100000000007</c:v>
                </c:pt>
                <c:pt idx="304">
                  <c:v>8.9892599999999998</c:v>
                </c:pt>
                <c:pt idx="305">
                  <c:v>9.0999870000000005</c:v>
                </c:pt>
                <c:pt idx="306">
                  <c:v>9.3427530000000001</c:v>
                </c:pt>
                <c:pt idx="307">
                  <c:v>9.3232750000000006</c:v>
                </c:pt>
                <c:pt idx="308">
                  <c:v>9.3229590000000009</c:v>
                </c:pt>
                <c:pt idx="309">
                  <c:v>9.1463809999999999</c:v>
                </c:pt>
                <c:pt idx="310">
                  <c:v>9.2511609999999997</c:v>
                </c:pt>
                <c:pt idx="311">
                  <c:v>9.3626909999999999</c:v>
                </c:pt>
                <c:pt idx="312">
                  <c:v>9.4911010000000005</c:v>
                </c:pt>
                <c:pt idx="313">
                  <c:v>9.7805409999999995</c:v>
                </c:pt>
                <c:pt idx="314">
                  <c:v>9.7836339999999993</c:v>
                </c:pt>
                <c:pt idx="315">
                  <c:v>9.8887070000000001</c:v>
                </c:pt>
                <c:pt idx="316">
                  <c:v>10.012461999999999</c:v>
                </c:pt>
                <c:pt idx="317">
                  <c:v>10.033694000000001</c:v>
                </c:pt>
                <c:pt idx="318">
                  <c:v>10.184761999999999</c:v>
                </c:pt>
                <c:pt idx="319">
                  <c:v>10.263339999999999</c:v>
                </c:pt>
                <c:pt idx="320">
                  <c:v>10.355646</c:v>
                </c:pt>
                <c:pt idx="321">
                  <c:v>10.514338</c:v>
                </c:pt>
                <c:pt idx="322">
                  <c:v>10.731702</c:v>
                </c:pt>
                <c:pt idx="323">
                  <c:v>10.826603</c:v>
                </c:pt>
                <c:pt idx="324">
                  <c:v>11.167306</c:v>
                </c:pt>
                <c:pt idx="325">
                  <c:v>10.846374000000001</c:v>
                </c:pt>
                <c:pt idx="326">
                  <c:v>10.702337</c:v>
                </c:pt>
                <c:pt idx="327">
                  <c:v>10.678236</c:v>
                </c:pt>
                <c:pt idx="328">
                  <c:v>10.898165000000001</c:v>
                </c:pt>
                <c:pt idx="329">
                  <c:v>10.946548999999999</c:v>
                </c:pt>
                <c:pt idx="330">
                  <c:v>11.203464</c:v>
                </c:pt>
                <c:pt idx="331">
                  <c:v>11.493876</c:v>
                </c:pt>
                <c:pt idx="332">
                  <c:v>11.489478999999999</c:v>
                </c:pt>
                <c:pt idx="333">
                  <c:v>10.926508</c:v>
                </c:pt>
                <c:pt idx="334">
                  <c:v>11.129707</c:v>
                </c:pt>
                <c:pt idx="335">
                  <c:v>10.541572</c:v>
                </c:pt>
                <c:pt idx="336">
                  <c:v>11.148716</c:v>
                </c:pt>
                <c:pt idx="337">
                  <c:v>11.373113</c:v>
                </c:pt>
                <c:pt idx="338">
                  <c:v>11.633376</c:v>
                </c:pt>
                <c:pt idx="339">
                  <c:v>11.933762</c:v>
                </c:pt>
                <c:pt idx="340">
                  <c:v>11.541175000000001</c:v>
                </c:pt>
                <c:pt idx="341">
                  <c:v>12.153816000000001</c:v>
                </c:pt>
                <c:pt idx="342">
                  <c:v>12.273790999999999</c:v>
                </c:pt>
                <c:pt idx="343">
                  <c:v>12.329345</c:v>
                </c:pt>
                <c:pt idx="344">
                  <c:v>12.430106</c:v>
                </c:pt>
                <c:pt idx="345">
                  <c:v>12.617664</c:v>
                </c:pt>
                <c:pt idx="346">
                  <c:v>12.906938</c:v>
                </c:pt>
                <c:pt idx="347">
                  <c:v>13.130789999999999</c:v>
                </c:pt>
                <c:pt idx="348">
                  <c:v>13.288252999999999</c:v>
                </c:pt>
                <c:pt idx="349">
                  <c:v>12.686700999999999</c:v>
                </c:pt>
                <c:pt idx="350">
                  <c:v>11.772800999999999</c:v>
                </c:pt>
                <c:pt idx="351">
                  <c:v>12.837082000000001</c:v>
                </c:pt>
                <c:pt idx="352">
                  <c:v>13.257054999999999</c:v>
                </c:pt>
                <c:pt idx="353">
                  <c:v>13.437163</c:v>
                </c:pt>
                <c:pt idx="354">
                  <c:v>14.006600000000001</c:v>
                </c:pt>
                <c:pt idx="355">
                  <c:v>14.631859</c:v>
                </c:pt>
                <c:pt idx="356">
                  <c:v>14.264250000000001</c:v>
                </c:pt>
                <c:pt idx="357">
                  <c:v>13.924832</c:v>
                </c:pt>
                <c:pt idx="358">
                  <c:v>14.995887</c:v>
                </c:pt>
                <c:pt idx="359">
                  <c:v>15.356933</c:v>
                </c:pt>
                <c:pt idx="360">
                  <c:v>15.172723</c:v>
                </c:pt>
                <c:pt idx="361">
                  <c:v>15.321456</c:v>
                </c:pt>
                <c:pt idx="362">
                  <c:v>15.659613</c:v>
                </c:pt>
                <c:pt idx="363">
                  <c:v>16.283256000000002</c:v>
                </c:pt>
                <c:pt idx="364">
                  <c:v>16.401233999999999</c:v>
                </c:pt>
                <c:pt idx="365">
                  <c:v>16.7334</c:v>
                </c:pt>
                <c:pt idx="366">
                  <c:v>17.116074000000001</c:v>
                </c:pt>
                <c:pt idx="367">
                  <c:v>17.450735000000002</c:v>
                </c:pt>
                <c:pt idx="368">
                  <c:v>16.786681000000002</c:v>
                </c:pt>
                <c:pt idx="369">
                  <c:v>17.590050000000002</c:v>
                </c:pt>
                <c:pt idx="370">
                  <c:v>17.573854999999998</c:v>
                </c:pt>
                <c:pt idx="371">
                  <c:v>18.078216999999999</c:v>
                </c:pt>
                <c:pt idx="372">
                  <c:v>17.301977999999998</c:v>
                </c:pt>
                <c:pt idx="373">
                  <c:v>16.933121</c:v>
                </c:pt>
                <c:pt idx="374">
                  <c:v>17.146214000000001</c:v>
                </c:pt>
                <c:pt idx="375">
                  <c:v>15.863495</c:v>
                </c:pt>
                <c:pt idx="376">
                  <c:v>15.912442</c:v>
                </c:pt>
                <c:pt idx="377">
                  <c:v>14.963063</c:v>
                </c:pt>
                <c:pt idx="378">
                  <c:v>16.051767000000002</c:v>
                </c:pt>
                <c:pt idx="379">
                  <c:v>15.407640000000001</c:v>
                </c:pt>
                <c:pt idx="380">
                  <c:v>14.173472</c:v>
                </c:pt>
                <c:pt idx="381">
                  <c:v>14.882375</c:v>
                </c:pt>
                <c:pt idx="382">
                  <c:v>15.632835999999999</c:v>
                </c:pt>
                <c:pt idx="383">
                  <c:v>14.946704</c:v>
                </c:pt>
                <c:pt idx="384">
                  <c:v>15.749178000000001</c:v>
                </c:pt>
                <c:pt idx="385">
                  <c:v>15.338042</c:v>
                </c:pt>
                <c:pt idx="386">
                  <c:v>15.917557</c:v>
                </c:pt>
                <c:pt idx="387">
                  <c:v>16.119845000000002</c:v>
                </c:pt>
                <c:pt idx="388">
                  <c:v>16.099295999999999</c:v>
                </c:pt>
                <c:pt idx="389">
                  <c:v>16.778109000000001</c:v>
                </c:pt>
                <c:pt idx="390">
                  <c:v>17.098198</c:v>
                </c:pt>
                <c:pt idx="391">
                  <c:v>16.876166999999999</c:v>
                </c:pt>
                <c:pt idx="392">
                  <c:v>16.130963000000001</c:v>
                </c:pt>
                <c:pt idx="393">
                  <c:v>15.802383000000001</c:v>
                </c:pt>
                <c:pt idx="394">
                  <c:v>17.018557000000001</c:v>
                </c:pt>
                <c:pt idx="395">
                  <c:v>17.783832</c:v>
                </c:pt>
                <c:pt idx="396">
                  <c:v>17.958147</c:v>
                </c:pt>
                <c:pt idx="397">
                  <c:v>18.521035999999999</c:v>
                </c:pt>
                <c:pt idx="398">
                  <c:v>18.975677999999998</c:v>
                </c:pt>
                <c:pt idx="399">
                  <c:v>18.233505000000001</c:v>
                </c:pt>
                <c:pt idx="400">
                  <c:v>18.960453000000001</c:v>
                </c:pt>
                <c:pt idx="401">
                  <c:v>19.522722999999999</c:v>
                </c:pt>
                <c:pt idx="402">
                  <c:v>19.841763</c:v>
                </c:pt>
                <c:pt idx="403">
                  <c:v>20.285693999999999</c:v>
                </c:pt>
                <c:pt idx="404">
                  <c:v>20.656956000000001</c:v>
                </c:pt>
                <c:pt idx="405">
                  <c:v>20.305126000000001</c:v>
                </c:pt>
                <c:pt idx="406">
                  <c:v>21.200776999999999</c:v>
                </c:pt>
                <c:pt idx="407">
                  <c:v>20.665894999999999</c:v>
                </c:pt>
                <c:pt idx="408">
                  <c:v>21.087299000000002</c:v>
                </c:pt>
                <c:pt idx="409">
                  <c:v>21.102269</c:v>
                </c:pt>
                <c:pt idx="410">
                  <c:v>20.310608999999999</c:v>
                </c:pt>
                <c:pt idx="411">
                  <c:v>20.268487</c:v>
                </c:pt>
                <c:pt idx="412">
                  <c:v>21.049320999999999</c:v>
                </c:pt>
                <c:pt idx="413">
                  <c:v>21.901344000000002</c:v>
                </c:pt>
                <c:pt idx="414">
                  <c:v>22.193432999999999</c:v>
                </c:pt>
                <c:pt idx="415">
                  <c:v>22.606771999999999</c:v>
                </c:pt>
                <c:pt idx="416">
                  <c:v>23.240465</c:v>
                </c:pt>
                <c:pt idx="417">
                  <c:v>23.670103999999998</c:v>
                </c:pt>
                <c:pt idx="418">
                  <c:v>23.789258</c:v>
                </c:pt>
                <c:pt idx="419">
                  <c:v>23.728308999999999</c:v>
                </c:pt>
              </c:numCache>
            </c:numRef>
          </c:val>
          <c:smooth val="0"/>
          <c:extLst>
            <c:ext xmlns:c16="http://schemas.microsoft.com/office/drawing/2014/chart" uri="{C3380CC4-5D6E-409C-BE32-E72D297353CC}">
              <c16:uniqueId val="{00000002-247A-4A24-A787-C9513501B87B}"/>
            </c:ext>
          </c:extLst>
        </c:ser>
        <c:ser>
          <c:idx val="3"/>
          <c:order val="3"/>
          <c:tx>
            <c:strRef>
              <c:f>Sheet1!$E$1</c:f>
              <c:strCache>
                <c:ptCount val="1"/>
                <c:pt idx="0">
                  <c:v>Logistic regression: $22.2</c:v>
                </c:pt>
              </c:strCache>
            </c:strRef>
          </c:tx>
          <c:spPr>
            <a:ln w="15875">
              <a:solidFill>
                <a:srgbClr val="00698E"/>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Sheet1!$E$2:$E$421</c:f>
              <c:numCache>
                <c:formatCode>General</c:formatCode>
                <c:ptCount val="420"/>
                <c:pt idx="0">
                  <c:v>1</c:v>
                </c:pt>
                <c:pt idx="1">
                  <c:v>1.0394479999999999</c:v>
                </c:pt>
                <c:pt idx="2">
                  <c:v>1.0544439999999999</c:v>
                </c:pt>
                <c:pt idx="3">
                  <c:v>1.0603070000000001</c:v>
                </c:pt>
                <c:pt idx="4">
                  <c:v>1.09775</c:v>
                </c:pt>
                <c:pt idx="5">
                  <c:v>1.069647</c:v>
                </c:pt>
                <c:pt idx="6">
                  <c:v>1.0996889999999999</c:v>
                </c:pt>
                <c:pt idx="7">
                  <c:v>1.1277470000000001</c:v>
                </c:pt>
                <c:pt idx="8">
                  <c:v>1.119615</c:v>
                </c:pt>
                <c:pt idx="9">
                  <c:v>1.133051</c:v>
                </c:pt>
                <c:pt idx="10">
                  <c:v>1.099364</c:v>
                </c:pt>
                <c:pt idx="11">
                  <c:v>1.2118990000000001</c:v>
                </c:pt>
                <c:pt idx="12">
                  <c:v>1.185012</c:v>
                </c:pt>
                <c:pt idx="13">
                  <c:v>1.1993860000000001</c:v>
                </c:pt>
                <c:pt idx="14">
                  <c:v>1.177692</c:v>
                </c:pt>
                <c:pt idx="15">
                  <c:v>1.2057009999999999</c:v>
                </c:pt>
                <c:pt idx="16">
                  <c:v>1.2166669999999999</c:v>
                </c:pt>
                <c:pt idx="17">
                  <c:v>1.206947</c:v>
                </c:pt>
                <c:pt idx="18">
                  <c:v>1.25512</c:v>
                </c:pt>
                <c:pt idx="19">
                  <c:v>1.2377880000000001</c:v>
                </c:pt>
                <c:pt idx="20">
                  <c:v>1.2553209999999999</c:v>
                </c:pt>
                <c:pt idx="21">
                  <c:v>1.2523850000000001</c:v>
                </c:pt>
                <c:pt idx="22">
                  <c:v>1.285242</c:v>
                </c:pt>
                <c:pt idx="23">
                  <c:v>1.303982</c:v>
                </c:pt>
                <c:pt idx="24">
                  <c:v>1.3200559999999999</c:v>
                </c:pt>
                <c:pt idx="25">
                  <c:v>1.342927</c:v>
                </c:pt>
                <c:pt idx="26">
                  <c:v>1.366941</c:v>
                </c:pt>
                <c:pt idx="27">
                  <c:v>1.34148</c:v>
                </c:pt>
                <c:pt idx="28">
                  <c:v>1.369356</c:v>
                </c:pt>
                <c:pt idx="29">
                  <c:v>1.3813709999999999</c:v>
                </c:pt>
                <c:pt idx="30">
                  <c:v>1.377634</c:v>
                </c:pt>
                <c:pt idx="31">
                  <c:v>1.4287859999999999</c:v>
                </c:pt>
                <c:pt idx="32">
                  <c:v>1.4224140000000001</c:v>
                </c:pt>
                <c:pt idx="33">
                  <c:v>1.4465859999999999</c:v>
                </c:pt>
                <c:pt idx="34">
                  <c:v>1.4212640000000001</c:v>
                </c:pt>
                <c:pt idx="35">
                  <c:v>1.4363969999999999</c:v>
                </c:pt>
                <c:pt idx="36">
                  <c:v>1.4796819999999999</c:v>
                </c:pt>
                <c:pt idx="37">
                  <c:v>1.4391130000000001</c:v>
                </c:pt>
                <c:pt idx="38">
                  <c:v>1.3775790000000001</c:v>
                </c:pt>
                <c:pt idx="39">
                  <c:v>1.3876029999999999</c:v>
                </c:pt>
                <c:pt idx="40">
                  <c:v>1.405308</c:v>
                </c:pt>
                <c:pt idx="41">
                  <c:v>1.3760939999999999</c:v>
                </c:pt>
                <c:pt idx="42">
                  <c:v>1.418194</c:v>
                </c:pt>
                <c:pt idx="43">
                  <c:v>1.4650030000000001</c:v>
                </c:pt>
                <c:pt idx="44">
                  <c:v>1.4293979999999999</c:v>
                </c:pt>
                <c:pt idx="45">
                  <c:v>1.4531700000000001</c:v>
                </c:pt>
                <c:pt idx="46">
                  <c:v>1.4107430000000001</c:v>
                </c:pt>
                <c:pt idx="47">
                  <c:v>1.430706</c:v>
                </c:pt>
                <c:pt idx="48">
                  <c:v>1.4670080000000001</c:v>
                </c:pt>
                <c:pt idx="49">
                  <c:v>1.522432</c:v>
                </c:pt>
                <c:pt idx="50">
                  <c:v>1.5606370000000001</c:v>
                </c:pt>
                <c:pt idx="51">
                  <c:v>1.5954790000000001</c:v>
                </c:pt>
                <c:pt idx="52">
                  <c:v>1.6771370000000001</c:v>
                </c:pt>
                <c:pt idx="53">
                  <c:v>1.712286</c:v>
                </c:pt>
                <c:pt idx="54">
                  <c:v>1.7534940000000001</c:v>
                </c:pt>
                <c:pt idx="55">
                  <c:v>1.771358</c:v>
                </c:pt>
                <c:pt idx="56">
                  <c:v>1.83589</c:v>
                </c:pt>
                <c:pt idx="57">
                  <c:v>1.836347</c:v>
                </c:pt>
                <c:pt idx="58">
                  <c:v>1.910126</c:v>
                </c:pt>
                <c:pt idx="59">
                  <c:v>1.946615</c:v>
                </c:pt>
                <c:pt idx="60">
                  <c:v>2.0008439999999998</c:v>
                </c:pt>
                <c:pt idx="61">
                  <c:v>2.001862</c:v>
                </c:pt>
                <c:pt idx="62">
                  <c:v>2.0131730000000001</c:v>
                </c:pt>
                <c:pt idx="63">
                  <c:v>2.029738</c:v>
                </c:pt>
                <c:pt idx="64">
                  <c:v>2.0683500000000001</c:v>
                </c:pt>
                <c:pt idx="65">
                  <c:v>2.0806070000000001</c:v>
                </c:pt>
                <c:pt idx="66">
                  <c:v>2.0073059999999998</c:v>
                </c:pt>
                <c:pt idx="67">
                  <c:v>2.0388790000000001</c:v>
                </c:pt>
                <c:pt idx="68">
                  <c:v>2.1197889999999999</c:v>
                </c:pt>
                <c:pt idx="69">
                  <c:v>2.1820810000000002</c:v>
                </c:pt>
                <c:pt idx="70">
                  <c:v>2.2954249999999998</c:v>
                </c:pt>
                <c:pt idx="71">
                  <c:v>2.248983</c:v>
                </c:pt>
                <c:pt idx="72">
                  <c:v>2.3605230000000001</c:v>
                </c:pt>
                <c:pt idx="73">
                  <c:v>2.3768669999999998</c:v>
                </c:pt>
                <c:pt idx="74">
                  <c:v>2.2891300000000001</c:v>
                </c:pt>
                <c:pt idx="75">
                  <c:v>2.407689</c:v>
                </c:pt>
                <c:pt idx="76">
                  <c:v>2.5293960000000002</c:v>
                </c:pt>
                <c:pt idx="77">
                  <c:v>2.6287509999999998</c:v>
                </c:pt>
                <c:pt idx="78">
                  <c:v>2.8180800000000001</c:v>
                </c:pt>
                <c:pt idx="79">
                  <c:v>2.6813980000000002</c:v>
                </c:pt>
                <c:pt idx="80">
                  <c:v>2.8104279999999999</c:v>
                </c:pt>
                <c:pt idx="81">
                  <c:v>2.7500119999999999</c:v>
                </c:pt>
                <c:pt idx="82">
                  <c:v>2.8536999999999999</c:v>
                </c:pt>
                <c:pt idx="83">
                  <c:v>2.9004189999999999</c:v>
                </c:pt>
                <c:pt idx="84">
                  <c:v>2.9385729999999999</c:v>
                </c:pt>
                <c:pt idx="85">
                  <c:v>3.1068259999999999</c:v>
                </c:pt>
                <c:pt idx="86">
                  <c:v>3.2346720000000002</c:v>
                </c:pt>
                <c:pt idx="87">
                  <c:v>3.2632750000000001</c:v>
                </c:pt>
                <c:pt idx="88">
                  <c:v>3.2274289999999999</c:v>
                </c:pt>
                <c:pt idx="89">
                  <c:v>3.341215</c:v>
                </c:pt>
                <c:pt idx="90">
                  <c:v>3.3127300000000002</c:v>
                </c:pt>
                <c:pt idx="91">
                  <c:v>2.9557869999999999</c:v>
                </c:pt>
                <c:pt idx="92">
                  <c:v>3.1386240000000001</c:v>
                </c:pt>
                <c:pt idx="93">
                  <c:v>3.3352309999999998</c:v>
                </c:pt>
                <c:pt idx="94">
                  <c:v>3.4942730000000002</c:v>
                </c:pt>
                <c:pt idx="95">
                  <c:v>3.6631019999999999</c:v>
                </c:pt>
                <c:pt idx="96">
                  <c:v>3.7878949999999998</c:v>
                </c:pt>
                <c:pt idx="97">
                  <c:v>3.659964</c:v>
                </c:pt>
                <c:pt idx="98">
                  <c:v>3.7825799999999998</c:v>
                </c:pt>
                <c:pt idx="99">
                  <c:v>3.896709</c:v>
                </c:pt>
                <c:pt idx="100">
                  <c:v>3.8100610000000001</c:v>
                </c:pt>
                <c:pt idx="101">
                  <c:v>3.9730780000000001</c:v>
                </c:pt>
                <c:pt idx="102">
                  <c:v>3.8711549999999999</c:v>
                </c:pt>
                <c:pt idx="103">
                  <c:v>3.8562020000000001</c:v>
                </c:pt>
                <c:pt idx="104">
                  <c:v>3.7800790000000002</c:v>
                </c:pt>
                <c:pt idx="105">
                  <c:v>3.9684219999999999</c:v>
                </c:pt>
                <c:pt idx="106">
                  <c:v>4.0275679999999996</c:v>
                </c:pt>
                <c:pt idx="107">
                  <c:v>4.2056360000000002</c:v>
                </c:pt>
                <c:pt idx="108">
                  <c:v>4.0271689999999998</c:v>
                </c:pt>
                <c:pt idx="109">
                  <c:v>3.985948</c:v>
                </c:pt>
                <c:pt idx="110">
                  <c:v>4.3252610000000002</c:v>
                </c:pt>
                <c:pt idx="111">
                  <c:v>4.2127699999999999</c:v>
                </c:pt>
                <c:pt idx="112">
                  <c:v>4.1442829999999997</c:v>
                </c:pt>
                <c:pt idx="113">
                  <c:v>4.2463749999999996</c:v>
                </c:pt>
                <c:pt idx="114">
                  <c:v>4.196898</c:v>
                </c:pt>
                <c:pt idx="115">
                  <c:v>4.4292720000000001</c:v>
                </c:pt>
                <c:pt idx="116">
                  <c:v>4.2417790000000002</c:v>
                </c:pt>
                <c:pt idx="117">
                  <c:v>4.2334589999999999</c:v>
                </c:pt>
                <c:pt idx="118">
                  <c:v>3.9892289999999999</c:v>
                </c:pt>
                <c:pt idx="119">
                  <c:v>4.0307560000000002</c:v>
                </c:pt>
                <c:pt idx="120">
                  <c:v>4.1442290000000002</c:v>
                </c:pt>
                <c:pt idx="121">
                  <c:v>3.8630339999999999</c:v>
                </c:pt>
                <c:pt idx="122">
                  <c:v>3.6698119999999999</c:v>
                </c:pt>
                <c:pt idx="123">
                  <c:v>3.8773279999999999</c:v>
                </c:pt>
                <c:pt idx="124">
                  <c:v>3.8968389999999999</c:v>
                </c:pt>
                <c:pt idx="125">
                  <c:v>3.825078</c:v>
                </c:pt>
                <c:pt idx="126">
                  <c:v>3.8192210000000002</c:v>
                </c:pt>
                <c:pt idx="127">
                  <c:v>3.644355</c:v>
                </c:pt>
                <c:pt idx="128">
                  <c:v>3.4263479999999999</c:v>
                </c:pt>
                <c:pt idx="129">
                  <c:v>3.4978090000000002</c:v>
                </c:pt>
                <c:pt idx="130">
                  <c:v>3.6885159999999999</c:v>
                </c:pt>
                <c:pt idx="131">
                  <c:v>3.7006860000000001</c:v>
                </c:pt>
                <c:pt idx="132">
                  <c:v>3.6606010000000002</c:v>
                </c:pt>
                <c:pt idx="133">
                  <c:v>3.6181350000000001</c:v>
                </c:pt>
                <c:pt idx="134">
                  <c:v>3.7000690000000001</c:v>
                </c:pt>
                <c:pt idx="135">
                  <c:v>3.5417290000000001</c:v>
                </c:pt>
                <c:pt idx="136">
                  <c:v>3.5255299999999998</c:v>
                </c:pt>
                <c:pt idx="137">
                  <c:v>3.3397790000000001</c:v>
                </c:pt>
                <c:pt idx="138">
                  <c:v>3.152854</c:v>
                </c:pt>
                <c:pt idx="139">
                  <c:v>3.190747</c:v>
                </c:pt>
                <c:pt idx="140">
                  <c:v>2.9426070000000002</c:v>
                </c:pt>
                <c:pt idx="141">
                  <c:v>3.1371069999999999</c:v>
                </c:pt>
                <c:pt idx="142">
                  <c:v>3.2721580000000001</c:v>
                </c:pt>
                <c:pt idx="143">
                  <c:v>3.1417229999999998</c:v>
                </c:pt>
                <c:pt idx="144">
                  <c:v>3.06915</c:v>
                </c:pt>
                <c:pt idx="145">
                  <c:v>3.0491100000000002</c:v>
                </c:pt>
                <c:pt idx="146">
                  <c:v>3.0686559999999998</c:v>
                </c:pt>
                <c:pt idx="147">
                  <c:v>3.2697980000000002</c:v>
                </c:pt>
                <c:pt idx="148">
                  <c:v>3.4383949999999999</c:v>
                </c:pt>
                <c:pt idx="149">
                  <c:v>3.4656539999999998</c:v>
                </c:pt>
                <c:pt idx="150">
                  <c:v>3.4639980000000001</c:v>
                </c:pt>
                <c:pt idx="151">
                  <c:v>3.5228459999999999</c:v>
                </c:pt>
                <c:pt idx="152">
                  <c:v>3.581372</c:v>
                </c:pt>
                <c:pt idx="153">
                  <c:v>3.7244999999999999</c:v>
                </c:pt>
                <c:pt idx="154">
                  <c:v>3.7528060000000001</c:v>
                </c:pt>
                <c:pt idx="155">
                  <c:v>3.9172039999999999</c:v>
                </c:pt>
                <c:pt idx="156">
                  <c:v>3.9845069999999998</c:v>
                </c:pt>
                <c:pt idx="157">
                  <c:v>4.0426520000000004</c:v>
                </c:pt>
                <c:pt idx="158">
                  <c:v>4.0052019999999997</c:v>
                </c:pt>
                <c:pt idx="159">
                  <c:v>3.873262</c:v>
                </c:pt>
                <c:pt idx="160">
                  <c:v>3.887203</c:v>
                </c:pt>
                <c:pt idx="161">
                  <c:v>3.9387240000000001</c:v>
                </c:pt>
                <c:pt idx="162">
                  <c:v>3.8999830000000002</c:v>
                </c:pt>
                <c:pt idx="163">
                  <c:v>3.9738060000000002</c:v>
                </c:pt>
                <c:pt idx="164">
                  <c:v>4.0005470000000001</c:v>
                </c:pt>
                <c:pt idx="165">
                  <c:v>4.0580769999999999</c:v>
                </c:pt>
                <c:pt idx="166">
                  <c:v>4.1719600000000003</c:v>
                </c:pt>
                <c:pt idx="167">
                  <c:v>4.2966550000000003</c:v>
                </c:pt>
                <c:pt idx="168">
                  <c:v>4.222874</c:v>
                </c:pt>
                <c:pt idx="169">
                  <c:v>4.2819570000000002</c:v>
                </c:pt>
                <c:pt idx="170">
                  <c:v>4.2148459999999996</c:v>
                </c:pt>
                <c:pt idx="171">
                  <c:v>4.1738350000000004</c:v>
                </c:pt>
                <c:pt idx="172">
                  <c:v>4.2973480000000004</c:v>
                </c:pt>
                <c:pt idx="173">
                  <c:v>4.3093199999999996</c:v>
                </c:pt>
                <c:pt idx="174">
                  <c:v>4.4167160000000001</c:v>
                </c:pt>
                <c:pt idx="175">
                  <c:v>4.4063910000000002</c:v>
                </c:pt>
                <c:pt idx="176">
                  <c:v>4.3749000000000002</c:v>
                </c:pt>
                <c:pt idx="177">
                  <c:v>4.3063209999999996</c:v>
                </c:pt>
                <c:pt idx="178">
                  <c:v>4.409713</c:v>
                </c:pt>
                <c:pt idx="179">
                  <c:v>4.436426</c:v>
                </c:pt>
                <c:pt idx="180">
                  <c:v>4.4785250000000003</c:v>
                </c:pt>
                <c:pt idx="181">
                  <c:v>4.4894889999999998</c:v>
                </c:pt>
                <c:pt idx="182">
                  <c:v>4.4713450000000003</c:v>
                </c:pt>
                <c:pt idx="183">
                  <c:v>4.4739370000000003</c:v>
                </c:pt>
                <c:pt idx="184">
                  <c:v>4.410342</c:v>
                </c:pt>
                <c:pt idx="185">
                  <c:v>4.4176140000000004</c:v>
                </c:pt>
                <c:pt idx="186">
                  <c:v>4.4682880000000003</c:v>
                </c:pt>
                <c:pt idx="187">
                  <c:v>4.5748100000000003</c:v>
                </c:pt>
                <c:pt idx="188">
                  <c:v>4.6609239999999996</c:v>
                </c:pt>
                <c:pt idx="189">
                  <c:v>4.7514219999999998</c:v>
                </c:pt>
                <c:pt idx="190">
                  <c:v>4.8387690000000001</c:v>
                </c:pt>
                <c:pt idx="191">
                  <c:v>4.8775459999999997</c:v>
                </c:pt>
                <c:pt idx="192">
                  <c:v>4.9311870000000004</c:v>
                </c:pt>
                <c:pt idx="193">
                  <c:v>4.8791830000000003</c:v>
                </c:pt>
                <c:pt idx="194">
                  <c:v>4.9195979999999997</c:v>
                </c:pt>
                <c:pt idx="195">
                  <c:v>5.0993139999999997</c:v>
                </c:pt>
                <c:pt idx="196">
                  <c:v>5.2240289999999998</c:v>
                </c:pt>
                <c:pt idx="197">
                  <c:v>5.1482979999999996</c:v>
                </c:pt>
                <c:pt idx="198">
                  <c:v>5.0451860000000002</c:v>
                </c:pt>
                <c:pt idx="199">
                  <c:v>5.1289910000000001</c:v>
                </c:pt>
                <c:pt idx="200">
                  <c:v>5.2822550000000001</c:v>
                </c:pt>
                <c:pt idx="201">
                  <c:v>5.3628010000000002</c:v>
                </c:pt>
                <c:pt idx="202">
                  <c:v>5.2322249999999997</c:v>
                </c:pt>
                <c:pt idx="203">
                  <c:v>5.2006730000000001</c:v>
                </c:pt>
                <c:pt idx="204">
                  <c:v>4.9865930000000001</c:v>
                </c:pt>
                <c:pt idx="205">
                  <c:v>4.8717379999999997</c:v>
                </c:pt>
                <c:pt idx="206">
                  <c:v>4.8643159999999996</c:v>
                </c:pt>
                <c:pt idx="207">
                  <c:v>5.0308979999999996</c:v>
                </c:pt>
                <c:pt idx="208">
                  <c:v>5.0624079999999996</c:v>
                </c:pt>
                <c:pt idx="209">
                  <c:v>4.7302020000000002</c:v>
                </c:pt>
                <c:pt idx="210">
                  <c:v>4.70153</c:v>
                </c:pt>
                <c:pt idx="211">
                  <c:v>4.7714679999999996</c:v>
                </c:pt>
                <c:pt idx="212">
                  <c:v>4.4328089999999998</c:v>
                </c:pt>
                <c:pt idx="213">
                  <c:v>3.8284660000000001</c:v>
                </c:pt>
                <c:pt idx="214">
                  <c:v>3.6824979999999998</c:v>
                </c:pt>
                <c:pt idx="215">
                  <c:v>3.7602720000000001</c:v>
                </c:pt>
                <c:pt idx="216">
                  <c:v>3.467838</c:v>
                </c:pt>
                <c:pt idx="217">
                  <c:v>3.265056</c:v>
                </c:pt>
                <c:pt idx="218">
                  <c:v>3.456242</c:v>
                </c:pt>
                <c:pt idx="219">
                  <c:v>3.5593089999999998</c:v>
                </c:pt>
                <c:pt idx="220">
                  <c:v>3.6172550000000001</c:v>
                </c:pt>
                <c:pt idx="221">
                  <c:v>3.6214599999999999</c:v>
                </c:pt>
                <c:pt idx="222">
                  <c:v>3.843321</c:v>
                </c:pt>
                <c:pt idx="223">
                  <c:v>3.9643449999999998</c:v>
                </c:pt>
                <c:pt idx="224">
                  <c:v>4.0909769999999996</c:v>
                </c:pt>
                <c:pt idx="225">
                  <c:v>4.0255549999999998</c:v>
                </c:pt>
                <c:pt idx="226">
                  <c:v>4.2346919999999999</c:v>
                </c:pt>
                <c:pt idx="227">
                  <c:v>4.2577579999999999</c:v>
                </c:pt>
                <c:pt idx="228">
                  <c:v>4.1535520000000004</c:v>
                </c:pt>
                <c:pt idx="229">
                  <c:v>4.2603739999999997</c:v>
                </c:pt>
                <c:pt idx="230">
                  <c:v>4.4524710000000001</c:v>
                </c:pt>
                <c:pt idx="231">
                  <c:v>4.5226360000000003</c:v>
                </c:pt>
                <c:pt idx="232">
                  <c:v>4.265568</c:v>
                </c:pt>
                <c:pt idx="233">
                  <c:v>4.1142190000000003</c:v>
                </c:pt>
                <c:pt idx="234">
                  <c:v>4.2687470000000003</c:v>
                </c:pt>
                <c:pt idx="235">
                  <c:v>4.1520479999999997</c:v>
                </c:pt>
                <c:pt idx="236">
                  <c:v>4.3306430000000002</c:v>
                </c:pt>
                <c:pt idx="237">
                  <c:v>4.456728</c:v>
                </c:pt>
                <c:pt idx="238">
                  <c:v>4.4452280000000002</c:v>
                </c:pt>
                <c:pt idx="239">
                  <c:v>4.6481279999999998</c:v>
                </c:pt>
                <c:pt idx="240">
                  <c:v>4.7294359999999998</c:v>
                </c:pt>
                <c:pt idx="241">
                  <c:v>4.8617520000000001</c:v>
                </c:pt>
                <c:pt idx="242">
                  <c:v>4.861993</c:v>
                </c:pt>
                <c:pt idx="243">
                  <c:v>4.9923209999999996</c:v>
                </c:pt>
                <c:pt idx="244">
                  <c:v>4.9729580000000002</c:v>
                </c:pt>
                <c:pt idx="245">
                  <c:v>4.8981690000000002</c:v>
                </c:pt>
                <c:pt idx="246">
                  <c:v>4.8516339999999998</c:v>
                </c:pt>
                <c:pt idx="247">
                  <c:v>4.6941280000000001</c:v>
                </c:pt>
                <c:pt idx="248">
                  <c:v>4.5994140000000003</c:v>
                </c:pt>
                <c:pt idx="249">
                  <c:v>4.8029999999999999</c:v>
                </c:pt>
                <c:pt idx="250">
                  <c:v>4.8214629999999996</c:v>
                </c:pt>
                <c:pt idx="251">
                  <c:v>4.8918590000000002</c:v>
                </c:pt>
                <c:pt idx="252">
                  <c:v>5.0741209999999999</c:v>
                </c:pt>
                <c:pt idx="253">
                  <c:v>5.2374520000000002</c:v>
                </c:pt>
                <c:pt idx="254">
                  <c:v>5.353707</c:v>
                </c:pt>
                <c:pt idx="255">
                  <c:v>5.355944</c:v>
                </c:pt>
                <c:pt idx="256">
                  <c:v>5.1356900000000003</c:v>
                </c:pt>
                <c:pt idx="257">
                  <c:v>5.2987970000000004</c:v>
                </c:pt>
                <c:pt idx="258">
                  <c:v>5.3748310000000004</c:v>
                </c:pt>
                <c:pt idx="259">
                  <c:v>5.4670820000000004</c:v>
                </c:pt>
                <c:pt idx="260">
                  <c:v>5.5735080000000004</c:v>
                </c:pt>
                <c:pt idx="261">
                  <c:v>5.4855679999999998</c:v>
                </c:pt>
                <c:pt idx="262">
                  <c:v>5.5226800000000003</c:v>
                </c:pt>
                <c:pt idx="263">
                  <c:v>5.5483149999999997</c:v>
                </c:pt>
                <c:pt idx="264">
                  <c:v>5.7558600000000002</c:v>
                </c:pt>
                <c:pt idx="265">
                  <c:v>5.8338840000000003</c:v>
                </c:pt>
                <c:pt idx="266">
                  <c:v>6.0128719999999998</c:v>
                </c:pt>
                <c:pt idx="267">
                  <c:v>6.1261539999999997</c:v>
                </c:pt>
                <c:pt idx="268">
                  <c:v>6.1920760000000001</c:v>
                </c:pt>
                <c:pt idx="269">
                  <c:v>6.0885949999999998</c:v>
                </c:pt>
                <c:pt idx="270">
                  <c:v>6.3304819999999999</c:v>
                </c:pt>
                <c:pt idx="271">
                  <c:v>6.1667779999999999</c:v>
                </c:pt>
                <c:pt idx="272">
                  <c:v>6.3394269999999997</c:v>
                </c:pt>
                <c:pt idx="273">
                  <c:v>6.5831220000000004</c:v>
                </c:pt>
                <c:pt idx="274">
                  <c:v>6.7258360000000001</c:v>
                </c:pt>
                <c:pt idx="275">
                  <c:v>6.8317249999999996</c:v>
                </c:pt>
                <c:pt idx="276">
                  <c:v>6.6903280000000001</c:v>
                </c:pt>
                <c:pt idx="277">
                  <c:v>6.9393180000000001</c:v>
                </c:pt>
                <c:pt idx="278">
                  <c:v>6.9805970000000004</c:v>
                </c:pt>
                <c:pt idx="279">
                  <c:v>7.0323570000000002</c:v>
                </c:pt>
                <c:pt idx="280">
                  <c:v>7.1910980000000002</c:v>
                </c:pt>
                <c:pt idx="281">
                  <c:v>7.306584</c:v>
                </c:pt>
                <c:pt idx="282">
                  <c:v>7.2226429999999997</c:v>
                </c:pt>
                <c:pt idx="283">
                  <c:v>7.4863520000000001</c:v>
                </c:pt>
                <c:pt idx="284">
                  <c:v>7.3829409999999998</c:v>
                </c:pt>
                <c:pt idx="285">
                  <c:v>7.5525599999999997</c:v>
                </c:pt>
                <c:pt idx="286">
                  <c:v>7.7409730000000003</c:v>
                </c:pt>
                <c:pt idx="287">
                  <c:v>7.729571</c:v>
                </c:pt>
                <c:pt idx="288">
                  <c:v>7.6161940000000001</c:v>
                </c:pt>
                <c:pt idx="289">
                  <c:v>7.9245330000000003</c:v>
                </c:pt>
                <c:pt idx="290">
                  <c:v>7.8355129999999997</c:v>
                </c:pt>
                <c:pt idx="291">
                  <c:v>7.8826780000000003</c:v>
                </c:pt>
                <c:pt idx="292">
                  <c:v>7.9565640000000002</c:v>
                </c:pt>
                <c:pt idx="293">
                  <c:v>7.8037020000000004</c:v>
                </c:pt>
                <c:pt idx="294">
                  <c:v>7.9584729999999997</c:v>
                </c:pt>
                <c:pt idx="295">
                  <c:v>7.5758369999999999</c:v>
                </c:pt>
                <c:pt idx="296">
                  <c:v>7.4491069999999997</c:v>
                </c:pt>
                <c:pt idx="297">
                  <c:v>7.9410249999999998</c:v>
                </c:pt>
                <c:pt idx="298">
                  <c:v>7.9556810000000002</c:v>
                </c:pt>
                <c:pt idx="299">
                  <c:v>7.8497320000000004</c:v>
                </c:pt>
                <c:pt idx="300">
                  <c:v>7.5879669999999999</c:v>
                </c:pt>
                <c:pt idx="301">
                  <c:v>7.609979</c:v>
                </c:pt>
                <c:pt idx="302">
                  <c:v>8.019622</c:v>
                </c:pt>
                <c:pt idx="303">
                  <c:v>8.0395830000000004</c:v>
                </c:pt>
                <c:pt idx="304">
                  <c:v>8.1560659999999991</c:v>
                </c:pt>
                <c:pt idx="305">
                  <c:v>8.2283399999999993</c:v>
                </c:pt>
                <c:pt idx="306">
                  <c:v>8.4776509999999998</c:v>
                </c:pt>
                <c:pt idx="307">
                  <c:v>8.4704910000000009</c:v>
                </c:pt>
                <c:pt idx="308">
                  <c:v>8.4708690000000004</c:v>
                </c:pt>
                <c:pt idx="309">
                  <c:v>8.3125370000000007</c:v>
                </c:pt>
                <c:pt idx="310">
                  <c:v>8.4833289999999995</c:v>
                </c:pt>
                <c:pt idx="311">
                  <c:v>8.6088450000000005</c:v>
                </c:pt>
                <c:pt idx="312">
                  <c:v>8.7429799999999993</c:v>
                </c:pt>
                <c:pt idx="313">
                  <c:v>9.0382289999999994</c:v>
                </c:pt>
                <c:pt idx="314">
                  <c:v>9.0438130000000001</c:v>
                </c:pt>
                <c:pt idx="315">
                  <c:v>9.1394339999999996</c:v>
                </c:pt>
                <c:pt idx="316">
                  <c:v>9.2588729999999995</c:v>
                </c:pt>
                <c:pt idx="317">
                  <c:v>9.2920689999999997</c:v>
                </c:pt>
                <c:pt idx="318">
                  <c:v>9.4501559999999998</c:v>
                </c:pt>
                <c:pt idx="319">
                  <c:v>9.5074389999999998</c:v>
                </c:pt>
                <c:pt idx="320">
                  <c:v>9.6322559999999999</c:v>
                </c:pt>
                <c:pt idx="321">
                  <c:v>9.8072850000000003</c:v>
                </c:pt>
                <c:pt idx="322">
                  <c:v>10.044874999999999</c:v>
                </c:pt>
                <c:pt idx="323">
                  <c:v>10.141823</c:v>
                </c:pt>
                <c:pt idx="324">
                  <c:v>10.553912</c:v>
                </c:pt>
                <c:pt idx="325">
                  <c:v>10.220162</c:v>
                </c:pt>
                <c:pt idx="326">
                  <c:v>10.040368000000001</c:v>
                </c:pt>
                <c:pt idx="327">
                  <c:v>10.039484</c:v>
                </c:pt>
                <c:pt idx="328">
                  <c:v>10.258694999999999</c:v>
                </c:pt>
                <c:pt idx="329">
                  <c:v>10.310491000000001</c:v>
                </c:pt>
                <c:pt idx="330">
                  <c:v>10.602842000000001</c:v>
                </c:pt>
                <c:pt idx="331">
                  <c:v>10.902789</c:v>
                </c:pt>
                <c:pt idx="332">
                  <c:v>10.922155</c:v>
                </c:pt>
                <c:pt idx="333">
                  <c:v>10.311870000000001</c:v>
                </c:pt>
                <c:pt idx="334">
                  <c:v>10.510165000000001</c:v>
                </c:pt>
                <c:pt idx="335">
                  <c:v>9.814902</c:v>
                </c:pt>
                <c:pt idx="336">
                  <c:v>10.244904999999999</c:v>
                </c:pt>
                <c:pt idx="337">
                  <c:v>10.494733</c:v>
                </c:pt>
                <c:pt idx="338">
                  <c:v>10.722016</c:v>
                </c:pt>
                <c:pt idx="339">
                  <c:v>11.054760999999999</c:v>
                </c:pt>
                <c:pt idx="340">
                  <c:v>10.570672999999999</c:v>
                </c:pt>
                <c:pt idx="341">
                  <c:v>11.197139999999999</c:v>
                </c:pt>
                <c:pt idx="342">
                  <c:v>11.325585</c:v>
                </c:pt>
                <c:pt idx="343">
                  <c:v>11.29487</c:v>
                </c:pt>
                <c:pt idx="344">
                  <c:v>11.429479000000001</c:v>
                </c:pt>
                <c:pt idx="345">
                  <c:v>11.628625</c:v>
                </c:pt>
                <c:pt idx="346">
                  <c:v>11.950488999999999</c:v>
                </c:pt>
                <c:pt idx="347">
                  <c:v>12.212282</c:v>
                </c:pt>
                <c:pt idx="348">
                  <c:v>12.304983999999999</c:v>
                </c:pt>
                <c:pt idx="349">
                  <c:v>11.585926000000001</c:v>
                </c:pt>
                <c:pt idx="350">
                  <c:v>11.116047999999999</c:v>
                </c:pt>
                <c:pt idx="351">
                  <c:v>11.864049</c:v>
                </c:pt>
                <c:pt idx="352">
                  <c:v>12.315060000000001</c:v>
                </c:pt>
                <c:pt idx="353">
                  <c:v>12.434907000000001</c:v>
                </c:pt>
                <c:pt idx="354">
                  <c:v>12.855354</c:v>
                </c:pt>
                <c:pt idx="355">
                  <c:v>13.215075000000001</c:v>
                </c:pt>
                <c:pt idx="356">
                  <c:v>12.987095</c:v>
                </c:pt>
                <c:pt idx="357">
                  <c:v>12.700289</c:v>
                </c:pt>
                <c:pt idx="358">
                  <c:v>13.424372</c:v>
                </c:pt>
                <c:pt idx="359">
                  <c:v>13.816151</c:v>
                </c:pt>
                <c:pt idx="360">
                  <c:v>13.659749</c:v>
                </c:pt>
                <c:pt idx="361">
                  <c:v>13.879925999999999</c:v>
                </c:pt>
                <c:pt idx="362">
                  <c:v>14.001861</c:v>
                </c:pt>
                <c:pt idx="363">
                  <c:v>14.62688</c:v>
                </c:pt>
                <c:pt idx="364">
                  <c:v>14.731498999999999</c:v>
                </c:pt>
                <c:pt idx="365">
                  <c:v>15.046039</c:v>
                </c:pt>
                <c:pt idx="366">
                  <c:v>15.381981</c:v>
                </c:pt>
                <c:pt idx="367">
                  <c:v>15.580639</c:v>
                </c:pt>
                <c:pt idx="368">
                  <c:v>15.068318</c:v>
                </c:pt>
                <c:pt idx="369">
                  <c:v>15.584849</c:v>
                </c:pt>
                <c:pt idx="370">
                  <c:v>15.627763</c:v>
                </c:pt>
                <c:pt idx="371">
                  <c:v>15.922249000000001</c:v>
                </c:pt>
                <c:pt idx="372">
                  <c:v>15.324358</c:v>
                </c:pt>
                <c:pt idx="373">
                  <c:v>15.078474</c:v>
                </c:pt>
                <c:pt idx="374">
                  <c:v>15.041891</c:v>
                </c:pt>
                <c:pt idx="375">
                  <c:v>14.030582000000001</c:v>
                </c:pt>
                <c:pt idx="376">
                  <c:v>14.084611000000001</c:v>
                </c:pt>
                <c:pt idx="377">
                  <c:v>13.441369999999999</c:v>
                </c:pt>
                <c:pt idx="378">
                  <c:v>14.259523</c:v>
                </c:pt>
                <c:pt idx="379">
                  <c:v>13.693009</c:v>
                </c:pt>
                <c:pt idx="380">
                  <c:v>12.696653</c:v>
                </c:pt>
                <c:pt idx="381">
                  <c:v>13.091419999999999</c:v>
                </c:pt>
                <c:pt idx="382">
                  <c:v>13.707867999999999</c:v>
                </c:pt>
                <c:pt idx="383">
                  <c:v>13.221273999999999</c:v>
                </c:pt>
                <c:pt idx="384">
                  <c:v>13.974080000000001</c:v>
                </c:pt>
                <c:pt idx="385">
                  <c:v>13.617751999999999</c:v>
                </c:pt>
                <c:pt idx="386">
                  <c:v>14.141171</c:v>
                </c:pt>
                <c:pt idx="387">
                  <c:v>14.335459999999999</c:v>
                </c:pt>
                <c:pt idx="388">
                  <c:v>14.345826000000001</c:v>
                </c:pt>
                <c:pt idx="389">
                  <c:v>15.072616</c:v>
                </c:pt>
                <c:pt idx="390">
                  <c:v>15.43005</c:v>
                </c:pt>
                <c:pt idx="391">
                  <c:v>15.213585</c:v>
                </c:pt>
                <c:pt idx="392">
                  <c:v>14.522760999999999</c:v>
                </c:pt>
                <c:pt idx="393">
                  <c:v>14.223545</c:v>
                </c:pt>
                <c:pt idx="394">
                  <c:v>15.39082</c:v>
                </c:pt>
                <c:pt idx="395">
                  <c:v>16.085438</c:v>
                </c:pt>
                <c:pt idx="396">
                  <c:v>16.283132999999999</c:v>
                </c:pt>
                <c:pt idx="397">
                  <c:v>16.921126999999998</c:v>
                </c:pt>
                <c:pt idx="398">
                  <c:v>17.382363999999999</c:v>
                </c:pt>
                <c:pt idx="399">
                  <c:v>16.691801999999999</c:v>
                </c:pt>
                <c:pt idx="400">
                  <c:v>17.414921</c:v>
                </c:pt>
                <c:pt idx="401">
                  <c:v>17.969898000000001</c:v>
                </c:pt>
                <c:pt idx="402">
                  <c:v>18.236930999999998</c:v>
                </c:pt>
                <c:pt idx="403">
                  <c:v>18.657156000000001</c:v>
                </c:pt>
                <c:pt idx="404">
                  <c:v>19.018872000000002</c:v>
                </c:pt>
                <c:pt idx="405">
                  <c:v>18.748771000000001</c:v>
                </c:pt>
                <c:pt idx="406">
                  <c:v>19.672995</c:v>
                </c:pt>
                <c:pt idx="407">
                  <c:v>19.186385000000001</c:v>
                </c:pt>
                <c:pt idx="408">
                  <c:v>19.628457000000001</c:v>
                </c:pt>
                <c:pt idx="409">
                  <c:v>19.546422</c:v>
                </c:pt>
                <c:pt idx="410">
                  <c:v>18.682335999999999</c:v>
                </c:pt>
                <c:pt idx="411">
                  <c:v>18.612338999999999</c:v>
                </c:pt>
                <c:pt idx="412">
                  <c:v>19.490901000000001</c:v>
                </c:pt>
                <c:pt idx="413">
                  <c:v>20.351704999999999</c:v>
                </c:pt>
                <c:pt idx="414">
                  <c:v>20.688991000000001</c:v>
                </c:pt>
                <c:pt idx="415">
                  <c:v>21.086424999999998</c:v>
                </c:pt>
                <c:pt idx="416">
                  <c:v>21.740964999999999</c:v>
                </c:pt>
                <c:pt idx="417">
                  <c:v>22.180954</c:v>
                </c:pt>
                <c:pt idx="418">
                  <c:v>22.272251000000001</c:v>
                </c:pt>
                <c:pt idx="419">
                  <c:v>22.240310999999998</c:v>
                </c:pt>
              </c:numCache>
            </c:numRef>
          </c:val>
          <c:smooth val="0"/>
          <c:extLst>
            <c:ext xmlns:c16="http://schemas.microsoft.com/office/drawing/2014/chart" uri="{C3380CC4-5D6E-409C-BE32-E72D297353CC}">
              <c16:uniqueId val="{00000003-247A-4A24-A787-C9513501B87B}"/>
            </c:ext>
          </c:extLst>
        </c:ser>
        <c:ser>
          <c:idx val="4"/>
          <c:order val="4"/>
          <c:tx>
            <c:strRef>
              <c:f>Sheet1!$F$1</c:f>
              <c:strCache>
                <c:ptCount val="1"/>
                <c:pt idx="0">
                  <c:v>Neural net: $21.1</c:v>
                </c:pt>
              </c:strCache>
            </c:strRef>
          </c:tx>
          <c:spPr>
            <a:ln w="15875">
              <a:solidFill>
                <a:srgbClr val="F6B221"/>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Sheet1!$F$2:$F$421</c:f>
              <c:numCache>
                <c:formatCode>General</c:formatCode>
                <c:ptCount val="420"/>
                <c:pt idx="0">
                  <c:v>1</c:v>
                </c:pt>
                <c:pt idx="1">
                  <c:v>1.0394479999999999</c:v>
                </c:pt>
                <c:pt idx="2">
                  <c:v>1.0605420000000001</c:v>
                </c:pt>
                <c:pt idx="3">
                  <c:v>1.0664389999999999</c:v>
                </c:pt>
                <c:pt idx="4">
                  <c:v>1.1040989999999999</c:v>
                </c:pt>
                <c:pt idx="5">
                  <c:v>1.075833</c:v>
                </c:pt>
                <c:pt idx="6">
                  <c:v>1.118007</c:v>
                </c:pt>
                <c:pt idx="7">
                  <c:v>1.1465320000000001</c:v>
                </c:pt>
                <c:pt idx="8">
                  <c:v>1.1382639999999999</c:v>
                </c:pt>
                <c:pt idx="9">
                  <c:v>1.1519250000000001</c:v>
                </c:pt>
                <c:pt idx="10">
                  <c:v>1.117677</c:v>
                </c:pt>
                <c:pt idx="11">
                  <c:v>1.232086</c:v>
                </c:pt>
                <c:pt idx="12">
                  <c:v>1.2047509999999999</c:v>
                </c:pt>
                <c:pt idx="13">
                  <c:v>1.219365</c:v>
                </c:pt>
                <c:pt idx="14">
                  <c:v>1.197309</c:v>
                </c:pt>
                <c:pt idx="15">
                  <c:v>1.225784</c:v>
                </c:pt>
                <c:pt idx="16">
                  <c:v>1.236934</c:v>
                </c:pt>
                <c:pt idx="17">
                  <c:v>1.2270509999999999</c:v>
                </c:pt>
                <c:pt idx="18">
                  <c:v>1.276027</c:v>
                </c:pt>
                <c:pt idx="19">
                  <c:v>1.2584059999999999</c:v>
                </c:pt>
                <c:pt idx="20">
                  <c:v>1.2762309999999999</c:v>
                </c:pt>
                <c:pt idx="21">
                  <c:v>1.273247</c:v>
                </c:pt>
                <c:pt idx="22">
                  <c:v>1.3066500000000001</c:v>
                </c:pt>
                <c:pt idx="23">
                  <c:v>1.3257030000000001</c:v>
                </c:pt>
                <c:pt idx="24">
                  <c:v>1.342044</c:v>
                </c:pt>
                <c:pt idx="25">
                  <c:v>1.365297</c:v>
                </c:pt>
                <c:pt idx="26">
                  <c:v>1.3897109999999999</c:v>
                </c:pt>
                <c:pt idx="27">
                  <c:v>1.3638250000000001</c:v>
                </c:pt>
                <c:pt idx="28">
                  <c:v>1.392166</c:v>
                </c:pt>
                <c:pt idx="29">
                  <c:v>1.40438</c:v>
                </c:pt>
                <c:pt idx="30">
                  <c:v>1.400582</c:v>
                </c:pt>
                <c:pt idx="31">
                  <c:v>1.452585</c:v>
                </c:pt>
                <c:pt idx="32">
                  <c:v>1.4461079999999999</c:v>
                </c:pt>
                <c:pt idx="33">
                  <c:v>1.470682</c:v>
                </c:pt>
                <c:pt idx="34">
                  <c:v>1.451962</c:v>
                </c:pt>
                <c:pt idx="35">
                  <c:v>1.467422</c:v>
                </c:pt>
                <c:pt idx="36">
                  <c:v>1.5116419999999999</c:v>
                </c:pt>
                <c:pt idx="37">
                  <c:v>1.470197</c:v>
                </c:pt>
                <c:pt idx="38">
                  <c:v>1.4073340000000001</c:v>
                </c:pt>
                <c:pt idx="39">
                  <c:v>1.4175739999999999</c:v>
                </c:pt>
                <c:pt idx="40">
                  <c:v>1.435662</c:v>
                </c:pt>
                <c:pt idx="41">
                  <c:v>1.4058170000000001</c:v>
                </c:pt>
                <c:pt idx="42">
                  <c:v>1.4488259999999999</c:v>
                </c:pt>
                <c:pt idx="43">
                  <c:v>1.4966459999999999</c:v>
                </c:pt>
                <c:pt idx="44">
                  <c:v>1.460272</c:v>
                </c:pt>
                <c:pt idx="45">
                  <c:v>1.484558</c:v>
                </c:pt>
                <c:pt idx="46">
                  <c:v>1.441214</c:v>
                </c:pt>
                <c:pt idx="47">
                  <c:v>1.4616089999999999</c:v>
                </c:pt>
                <c:pt idx="48">
                  <c:v>1.498694</c:v>
                </c:pt>
                <c:pt idx="49">
                  <c:v>1.5553159999999999</c:v>
                </c:pt>
                <c:pt idx="50">
                  <c:v>1.594346</c:v>
                </c:pt>
                <c:pt idx="51">
                  <c:v>1.6367480000000001</c:v>
                </c:pt>
                <c:pt idx="52">
                  <c:v>1.709516</c:v>
                </c:pt>
                <c:pt idx="53">
                  <c:v>1.745344</c:v>
                </c:pt>
                <c:pt idx="54">
                  <c:v>1.7873479999999999</c:v>
                </c:pt>
                <c:pt idx="55">
                  <c:v>1.797331</c:v>
                </c:pt>
                <c:pt idx="56">
                  <c:v>1.862808</c:v>
                </c:pt>
                <c:pt idx="57">
                  <c:v>1.863272</c:v>
                </c:pt>
                <c:pt idx="58">
                  <c:v>1.9381330000000001</c:v>
                </c:pt>
                <c:pt idx="59">
                  <c:v>1.9751570000000001</c:v>
                </c:pt>
                <c:pt idx="60">
                  <c:v>2.0301809999999998</c:v>
                </c:pt>
                <c:pt idx="61">
                  <c:v>2.0312139999999999</c:v>
                </c:pt>
                <c:pt idx="62">
                  <c:v>2.042691</c:v>
                </c:pt>
                <c:pt idx="63">
                  <c:v>2.0594990000000002</c:v>
                </c:pt>
                <c:pt idx="64">
                  <c:v>2.0986769999999999</c:v>
                </c:pt>
                <c:pt idx="65">
                  <c:v>2.111113</c:v>
                </c:pt>
                <c:pt idx="66">
                  <c:v>2.0367380000000002</c:v>
                </c:pt>
                <c:pt idx="67">
                  <c:v>2.0687739999999999</c:v>
                </c:pt>
                <c:pt idx="68">
                  <c:v>2.1714880000000001</c:v>
                </c:pt>
                <c:pt idx="69">
                  <c:v>2.2329409999999998</c:v>
                </c:pt>
                <c:pt idx="70">
                  <c:v>2.380598</c:v>
                </c:pt>
                <c:pt idx="71">
                  <c:v>2.3324319999999998</c:v>
                </c:pt>
                <c:pt idx="72">
                  <c:v>2.4481109999999999</c:v>
                </c:pt>
                <c:pt idx="73">
                  <c:v>2.4650609999999999</c:v>
                </c:pt>
                <c:pt idx="74">
                  <c:v>2.3740679999999998</c:v>
                </c:pt>
                <c:pt idx="75">
                  <c:v>2.4970270000000001</c:v>
                </c:pt>
                <c:pt idx="76">
                  <c:v>2.6232500000000001</c:v>
                </c:pt>
                <c:pt idx="77">
                  <c:v>2.7262909999999998</c:v>
                </c:pt>
                <c:pt idx="78">
                  <c:v>2.9226459999999999</c:v>
                </c:pt>
                <c:pt idx="79">
                  <c:v>2.7808920000000001</c:v>
                </c:pt>
                <c:pt idx="80">
                  <c:v>2.9147099999999999</c:v>
                </c:pt>
                <c:pt idx="81">
                  <c:v>2.852052</c:v>
                </c:pt>
                <c:pt idx="82">
                  <c:v>2.959587</c:v>
                </c:pt>
                <c:pt idx="83">
                  <c:v>3.0080399999999998</c:v>
                </c:pt>
                <c:pt idx="84">
                  <c:v>3.0476100000000002</c:v>
                </c:pt>
                <c:pt idx="85">
                  <c:v>3.222105</c:v>
                </c:pt>
                <c:pt idx="86">
                  <c:v>3.354695</c:v>
                </c:pt>
                <c:pt idx="87">
                  <c:v>3.38436</c:v>
                </c:pt>
                <c:pt idx="88">
                  <c:v>3.3471839999999999</c:v>
                </c:pt>
                <c:pt idx="89">
                  <c:v>3.465192</c:v>
                </c:pt>
                <c:pt idx="90">
                  <c:v>3.4356499999999999</c:v>
                </c:pt>
                <c:pt idx="91">
                  <c:v>3.0654629999999998</c:v>
                </c:pt>
                <c:pt idx="92">
                  <c:v>3.244945</c:v>
                </c:pt>
                <c:pt idx="93">
                  <c:v>3.3571930000000001</c:v>
                </c:pt>
                <c:pt idx="94">
                  <c:v>3.4521820000000001</c:v>
                </c:pt>
                <c:pt idx="95">
                  <c:v>3.6189770000000001</c:v>
                </c:pt>
                <c:pt idx="96">
                  <c:v>3.742267</c:v>
                </c:pt>
                <c:pt idx="97">
                  <c:v>3.6007449999999999</c:v>
                </c:pt>
                <c:pt idx="98">
                  <c:v>3.7213769999999999</c:v>
                </c:pt>
                <c:pt idx="99">
                  <c:v>3.8336589999999999</c:v>
                </c:pt>
                <c:pt idx="100">
                  <c:v>3.756354</c:v>
                </c:pt>
                <c:pt idx="101">
                  <c:v>3.9170729999999998</c:v>
                </c:pt>
                <c:pt idx="102">
                  <c:v>3.8165870000000002</c:v>
                </c:pt>
                <c:pt idx="103">
                  <c:v>3.801844</c:v>
                </c:pt>
                <c:pt idx="104">
                  <c:v>3.7267939999999999</c:v>
                </c:pt>
                <c:pt idx="105">
                  <c:v>3.9124829999999999</c:v>
                </c:pt>
                <c:pt idx="106">
                  <c:v>3.9707949999999999</c:v>
                </c:pt>
                <c:pt idx="107">
                  <c:v>4.1463530000000004</c:v>
                </c:pt>
                <c:pt idx="108">
                  <c:v>3.9704009999999998</c:v>
                </c:pt>
                <c:pt idx="109">
                  <c:v>3.9297610000000001</c:v>
                </c:pt>
                <c:pt idx="110">
                  <c:v>4.2642910000000001</c:v>
                </c:pt>
                <c:pt idx="111">
                  <c:v>4.1533860000000002</c:v>
                </c:pt>
                <c:pt idx="112">
                  <c:v>4.0858650000000001</c:v>
                </c:pt>
                <c:pt idx="113">
                  <c:v>4.1865170000000003</c:v>
                </c:pt>
                <c:pt idx="114">
                  <c:v>4.1377379999999997</c:v>
                </c:pt>
                <c:pt idx="115">
                  <c:v>4.3668360000000002</c:v>
                </c:pt>
                <c:pt idx="116">
                  <c:v>4.1819860000000002</c:v>
                </c:pt>
                <c:pt idx="117">
                  <c:v>4.1737830000000002</c:v>
                </c:pt>
                <c:pt idx="118">
                  <c:v>3.9329969999999999</c:v>
                </c:pt>
                <c:pt idx="119">
                  <c:v>3.973938</c:v>
                </c:pt>
                <c:pt idx="120">
                  <c:v>4.0858119999999998</c:v>
                </c:pt>
                <c:pt idx="121">
                  <c:v>3.8085800000000001</c:v>
                </c:pt>
                <c:pt idx="122">
                  <c:v>3.6180819999999998</c:v>
                </c:pt>
                <c:pt idx="123">
                  <c:v>3.822673</c:v>
                </c:pt>
                <c:pt idx="124">
                  <c:v>3.8419080000000001</c:v>
                </c:pt>
                <c:pt idx="125">
                  <c:v>3.7711600000000001</c:v>
                </c:pt>
                <c:pt idx="126">
                  <c:v>3.7653850000000002</c:v>
                </c:pt>
                <c:pt idx="127">
                  <c:v>3.592984</c:v>
                </c:pt>
                <c:pt idx="128">
                  <c:v>3.37805</c:v>
                </c:pt>
                <c:pt idx="129">
                  <c:v>3.4485030000000001</c:v>
                </c:pt>
                <c:pt idx="130">
                  <c:v>3.6365219999999998</c:v>
                </c:pt>
                <c:pt idx="131">
                  <c:v>3.6485210000000001</c:v>
                </c:pt>
                <c:pt idx="132">
                  <c:v>3.6090010000000001</c:v>
                </c:pt>
                <c:pt idx="133">
                  <c:v>3.5671330000000001</c:v>
                </c:pt>
                <c:pt idx="134">
                  <c:v>3.6479119999999998</c:v>
                </c:pt>
                <c:pt idx="135">
                  <c:v>3.4918040000000001</c:v>
                </c:pt>
                <c:pt idx="136">
                  <c:v>3.4758339999999999</c:v>
                </c:pt>
                <c:pt idx="137">
                  <c:v>3.2927010000000001</c:v>
                </c:pt>
                <c:pt idx="138">
                  <c:v>3.1084109999999998</c:v>
                </c:pt>
                <c:pt idx="139">
                  <c:v>3.1457700000000002</c:v>
                </c:pt>
                <c:pt idx="140">
                  <c:v>3.047015</c:v>
                </c:pt>
                <c:pt idx="141">
                  <c:v>3.1482269999999999</c:v>
                </c:pt>
                <c:pt idx="142">
                  <c:v>3.283757</c:v>
                </c:pt>
                <c:pt idx="143">
                  <c:v>3.1528589999999999</c:v>
                </c:pt>
                <c:pt idx="144">
                  <c:v>3.0800290000000001</c:v>
                </c:pt>
                <c:pt idx="145">
                  <c:v>3.0990820000000001</c:v>
                </c:pt>
                <c:pt idx="146">
                  <c:v>3.1035949999999999</c:v>
                </c:pt>
                <c:pt idx="147">
                  <c:v>3.3070270000000002</c:v>
                </c:pt>
                <c:pt idx="148">
                  <c:v>3.4775429999999998</c:v>
                </c:pt>
                <c:pt idx="149">
                  <c:v>3.5051130000000001</c:v>
                </c:pt>
                <c:pt idx="150">
                  <c:v>3.5034380000000001</c:v>
                </c:pt>
                <c:pt idx="151">
                  <c:v>3.5629559999999998</c:v>
                </c:pt>
                <c:pt idx="152">
                  <c:v>3.56393</c:v>
                </c:pt>
                <c:pt idx="153">
                  <c:v>3.7063600000000001</c:v>
                </c:pt>
                <c:pt idx="154">
                  <c:v>3.7345290000000002</c:v>
                </c:pt>
                <c:pt idx="155">
                  <c:v>3.898126</c:v>
                </c:pt>
                <c:pt idx="156">
                  <c:v>3.9651010000000002</c:v>
                </c:pt>
                <c:pt idx="157">
                  <c:v>4.0229629999999998</c:v>
                </c:pt>
                <c:pt idx="158">
                  <c:v>3.9856959999999999</c:v>
                </c:pt>
                <c:pt idx="159">
                  <c:v>3.8956339999999998</c:v>
                </c:pt>
                <c:pt idx="160">
                  <c:v>3.9333130000000001</c:v>
                </c:pt>
                <c:pt idx="161">
                  <c:v>4.0000679999999997</c:v>
                </c:pt>
                <c:pt idx="162">
                  <c:v>3.9048889999999998</c:v>
                </c:pt>
                <c:pt idx="163">
                  <c:v>3.943937</c:v>
                </c:pt>
                <c:pt idx="164">
                  <c:v>3.9801790000000001</c:v>
                </c:pt>
                <c:pt idx="165">
                  <c:v>4.0374150000000002</c:v>
                </c:pt>
                <c:pt idx="166">
                  <c:v>4.1507189999999996</c:v>
                </c:pt>
                <c:pt idx="167">
                  <c:v>4.2747789999999997</c:v>
                </c:pt>
                <c:pt idx="168">
                  <c:v>4.2013740000000004</c:v>
                </c:pt>
                <c:pt idx="169">
                  <c:v>4.2601560000000003</c:v>
                </c:pt>
                <c:pt idx="170">
                  <c:v>4.1933870000000004</c:v>
                </c:pt>
                <c:pt idx="171">
                  <c:v>4.1525840000000001</c:v>
                </c:pt>
                <c:pt idx="172">
                  <c:v>4.2754690000000002</c:v>
                </c:pt>
                <c:pt idx="173">
                  <c:v>4.2873789999999996</c:v>
                </c:pt>
                <c:pt idx="174">
                  <c:v>4.3942290000000002</c:v>
                </c:pt>
                <c:pt idx="175">
                  <c:v>4.3839560000000004</c:v>
                </c:pt>
                <c:pt idx="176">
                  <c:v>4.3927170000000002</c:v>
                </c:pt>
                <c:pt idx="177">
                  <c:v>4.3212349999999997</c:v>
                </c:pt>
                <c:pt idx="178">
                  <c:v>4.4249850000000004</c:v>
                </c:pt>
                <c:pt idx="179">
                  <c:v>4.4366370000000002</c:v>
                </c:pt>
                <c:pt idx="180">
                  <c:v>4.5239640000000003</c:v>
                </c:pt>
                <c:pt idx="181">
                  <c:v>4.5357609999999999</c:v>
                </c:pt>
                <c:pt idx="182">
                  <c:v>4.5623079999999998</c:v>
                </c:pt>
                <c:pt idx="183">
                  <c:v>4.6001120000000002</c:v>
                </c:pt>
                <c:pt idx="184">
                  <c:v>4.4945250000000003</c:v>
                </c:pt>
                <c:pt idx="185">
                  <c:v>4.5011380000000001</c:v>
                </c:pt>
                <c:pt idx="186">
                  <c:v>4.538462</c:v>
                </c:pt>
                <c:pt idx="187">
                  <c:v>4.6465300000000003</c:v>
                </c:pt>
                <c:pt idx="188">
                  <c:v>4.753355</c:v>
                </c:pt>
                <c:pt idx="189">
                  <c:v>4.8832019999999998</c:v>
                </c:pt>
                <c:pt idx="190">
                  <c:v>4.9729720000000004</c:v>
                </c:pt>
                <c:pt idx="191">
                  <c:v>5.0128240000000002</c:v>
                </c:pt>
                <c:pt idx="192">
                  <c:v>5.0679530000000002</c:v>
                </c:pt>
                <c:pt idx="193">
                  <c:v>5.014507</c:v>
                </c:pt>
                <c:pt idx="194">
                  <c:v>5.0560419999999997</c:v>
                </c:pt>
                <c:pt idx="195">
                  <c:v>5.2407430000000002</c:v>
                </c:pt>
                <c:pt idx="196">
                  <c:v>5.3689159999999996</c:v>
                </c:pt>
                <c:pt idx="197">
                  <c:v>5.2910849999999998</c:v>
                </c:pt>
                <c:pt idx="198">
                  <c:v>5.1851130000000003</c:v>
                </c:pt>
                <c:pt idx="199">
                  <c:v>5.2712430000000001</c:v>
                </c:pt>
                <c:pt idx="200">
                  <c:v>5.4287580000000002</c:v>
                </c:pt>
                <c:pt idx="201">
                  <c:v>5.5115369999999997</c:v>
                </c:pt>
                <c:pt idx="202">
                  <c:v>5.3773400000000002</c:v>
                </c:pt>
                <c:pt idx="203">
                  <c:v>5.344913</c:v>
                </c:pt>
                <c:pt idx="204">
                  <c:v>5.1248950000000004</c:v>
                </c:pt>
                <c:pt idx="205">
                  <c:v>5.0068549999999998</c:v>
                </c:pt>
                <c:pt idx="206">
                  <c:v>5.0202229999999997</c:v>
                </c:pt>
                <c:pt idx="207">
                  <c:v>5.1921439999999999</c:v>
                </c:pt>
                <c:pt idx="208">
                  <c:v>5.2246639999999998</c:v>
                </c:pt>
                <c:pt idx="209">
                  <c:v>4.8818099999999998</c:v>
                </c:pt>
                <c:pt idx="210">
                  <c:v>4.85222</c:v>
                </c:pt>
                <c:pt idx="211">
                  <c:v>4.9243990000000002</c:v>
                </c:pt>
                <c:pt idx="212">
                  <c:v>4.5748860000000002</c:v>
                </c:pt>
                <c:pt idx="213">
                  <c:v>3.9511729999999998</c:v>
                </c:pt>
                <c:pt idx="214">
                  <c:v>3.8005260000000001</c:v>
                </c:pt>
                <c:pt idx="215">
                  <c:v>3.8807930000000002</c:v>
                </c:pt>
                <c:pt idx="216">
                  <c:v>3.6169389999999999</c:v>
                </c:pt>
                <c:pt idx="217">
                  <c:v>3.4054380000000002</c:v>
                </c:pt>
                <c:pt idx="218">
                  <c:v>3.6048439999999999</c:v>
                </c:pt>
                <c:pt idx="219">
                  <c:v>3.712342</c:v>
                </c:pt>
                <c:pt idx="220">
                  <c:v>3.77278</c:v>
                </c:pt>
                <c:pt idx="221">
                  <c:v>3.7725119999999999</c:v>
                </c:pt>
                <c:pt idx="222">
                  <c:v>4.0036269999999998</c:v>
                </c:pt>
                <c:pt idx="223">
                  <c:v>4.1296989999999996</c:v>
                </c:pt>
                <c:pt idx="224">
                  <c:v>4.2616129999999997</c:v>
                </c:pt>
                <c:pt idx="225">
                  <c:v>4.1934620000000002</c:v>
                </c:pt>
                <c:pt idx="226">
                  <c:v>4.4113230000000003</c:v>
                </c:pt>
                <c:pt idx="227">
                  <c:v>4.4353499999999997</c:v>
                </c:pt>
                <c:pt idx="228">
                  <c:v>4.3267980000000001</c:v>
                </c:pt>
                <c:pt idx="229">
                  <c:v>4.4380750000000004</c:v>
                </c:pt>
                <c:pt idx="230">
                  <c:v>4.638185</c:v>
                </c:pt>
                <c:pt idx="231">
                  <c:v>4.7112759999999998</c:v>
                </c:pt>
                <c:pt idx="232">
                  <c:v>4.443486</c:v>
                </c:pt>
                <c:pt idx="233">
                  <c:v>4.2858239999999999</c:v>
                </c:pt>
                <c:pt idx="234">
                  <c:v>4.5303750000000003</c:v>
                </c:pt>
                <c:pt idx="235">
                  <c:v>4.406523</c:v>
                </c:pt>
                <c:pt idx="236">
                  <c:v>4.7182849999999998</c:v>
                </c:pt>
                <c:pt idx="237">
                  <c:v>4.8556569999999999</c:v>
                </c:pt>
                <c:pt idx="238">
                  <c:v>4.843127</c:v>
                </c:pt>
                <c:pt idx="239">
                  <c:v>5.0641889999999998</c:v>
                </c:pt>
                <c:pt idx="240">
                  <c:v>5.1527750000000001</c:v>
                </c:pt>
                <c:pt idx="241">
                  <c:v>5.2969350000000004</c:v>
                </c:pt>
                <c:pt idx="242">
                  <c:v>5.2971969999999997</c:v>
                </c:pt>
                <c:pt idx="243">
                  <c:v>5.4391910000000001</c:v>
                </c:pt>
                <c:pt idx="244">
                  <c:v>5.4180950000000001</c:v>
                </c:pt>
                <c:pt idx="245">
                  <c:v>5.3366119999999997</c:v>
                </c:pt>
                <c:pt idx="246">
                  <c:v>5.2859109999999996</c:v>
                </c:pt>
                <c:pt idx="247">
                  <c:v>5.114306</c:v>
                </c:pt>
                <c:pt idx="248">
                  <c:v>4.8573199999999996</c:v>
                </c:pt>
                <c:pt idx="249">
                  <c:v>5.0723219999999998</c:v>
                </c:pt>
                <c:pt idx="250">
                  <c:v>5.0734019999999997</c:v>
                </c:pt>
                <c:pt idx="251">
                  <c:v>5.134169</c:v>
                </c:pt>
                <c:pt idx="252">
                  <c:v>5.3254590000000004</c:v>
                </c:pt>
                <c:pt idx="253">
                  <c:v>5.4968810000000001</c:v>
                </c:pt>
                <c:pt idx="254">
                  <c:v>5.6188940000000001</c:v>
                </c:pt>
                <c:pt idx="255">
                  <c:v>5.6212419999999996</c:v>
                </c:pt>
                <c:pt idx="256">
                  <c:v>5.3900779999999999</c:v>
                </c:pt>
                <c:pt idx="257">
                  <c:v>5.5612640000000004</c:v>
                </c:pt>
                <c:pt idx="258">
                  <c:v>5.6410650000000002</c:v>
                </c:pt>
                <c:pt idx="259">
                  <c:v>5.7378850000000003</c:v>
                </c:pt>
                <c:pt idx="260">
                  <c:v>5.849583</c:v>
                </c:pt>
                <c:pt idx="261">
                  <c:v>5.7572869999999998</c:v>
                </c:pt>
                <c:pt idx="262">
                  <c:v>5.7962369999999996</c:v>
                </c:pt>
                <c:pt idx="263">
                  <c:v>5.8231419999999998</c:v>
                </c:pt>
                <c:pt idx="264">
                  <c:v>6.0409670000000002</c:v>
                </c:pt>
                <c:pt idx="265">
                  <c:v>6.1228559999999996</c:v>
                </c:pt>
                <c:pt idx="266">
                  <c:v>6.3107100000000003</c:v>
                </c:pt>
                <c:pt idx="267">
                  <c:v>6.4296030000000002</c:v>
                </c:pt>
                <c:pt idx="268">
                  <c:v>6.4987909999999998</c:v>
                </c:pt>
                <c:pt idx="269">
                  <c:v>6.3901839999999996</c:v>
                </c:pt>
                <c:pt idx="270">
                  <c:v>6.6440520000000003</c:v>
                </c:pt>
                <c:pt idx="271">
                  <c:v>6.4722400000000002</c:v>
                </c:pt>
                <c:pt idx="272">
                  <c:v>6.6534399999999998</c:v>
                </c:pt>
                <c:pt idx="273">
                  <c:v>6.9092070000000003</c:v>
                </c:pt>
                <c:pt idx="274">
                  <c:v>7.0589899999999997</c:v>
                </c:pt>
                <c:pt idx="275">
                  <c:v>7.1701240000000004</c:v>
                </c:pt>
                <c:pt idx="276">
                  <c:v>7.0217219999999996</c:v>
                </c:pt>
                <c:pt idx="277">
                  <c:v>7.2830450000000004</c:v>
                </c:pt>
                <c:pt idx="278">
                  <c:v>7.3263689999999997</c:v>
                </c:pt>
                <c:pt idx="279">
                  <c:v>7.3806929999999999</c:v>
                </c:pt>
                <c:pt idx="280">
                  <c:v>7.5472979999999996</c:v>
                </c:pt>
                <c:pt idx="281">
                  <c:v>7.6685030000000003</c:v>
                </c:pt>
                <c:pt idx="282">
                  <c:v>7.5804049999999998</c:v>
                </c:pt>
                <c:pt idx="283">
                  <c:v>7.8571759999999999</c:v>
                </c:pt>
                <c:pt idx="284">
                  <c:v>7.7486430000000004</c:v>
                </c:pt>
                <c:pt idx="285">
                  <c:v>7.9266629999999996</c:v>
                </c:pt>
                <c:pt idx="286">
                  <c:v>8.1244099999999992</c:v>
                </c:pt>
                <c:pt idx="287">
                  <c:v>8.1124430000000007</c:v>
                </c:pt>
                <c:pt idx="288">
                  <c:v>7.9934500000000002</c:v>
                </c:pt>
                <c:pt idx="289">
                  <c:v>8.317062</c:v>
                </c:pt>
                <c:pt idx="290">
                  <c:v>8.2236329999999995</c:v>
                </c:pt>
                <c:pt idx="291">
                  <c:v>8.2731329999999996</c:v>
                </c:pt>
                <c:pt idx="292">
                  <c:v>8.3506800000000005</c:v>
                </c:pt>
                <c:pt idx="293">
                  <c:v>8.1902450000000009</c:v>
                </c:pt>
                <c:pt idx="294">
                  <c:v>8.3526830000000007</c:v>
                </c:pt>
                <c:pt idx="295">
                  <c:v>7.9510930000000002</c:v>
                </c:pt>
                <c:pt idx="296">
                  <c:v>7.8180860000000001</c:v>
                </c:pt>
                <c:pt idx="297">
                  <c:v>8.3343710000000009</c:v>
                </c:pt>
                <c:pt idx="298">
                  <c:v>8.3497520000000005</c:v>
                </c:pt>
                <c:pt idx="299">
                  <c:v>8.2385549999999999</c:v>
                </c:pt>
                <c:pt idx="300">
                  <c:v>7.9638239999999998</c:v>
                </c:pt>
                <c:pt idx="301">
                  <c:v>7.9869269999999997</c:v>
                </c:pt>
                <c:pt idx="302">
                  <c:v>8.4168610000000008</c:v>
                </c:pt>
                <c:pt idx="303">
                  <c:v>8.4378100000000007</c:v>
                </c:pt>
                <c:pt idx="304">
                  <c:v>8.5600629999999995</c:v>
                </c:pt>
                <c:pt idx="305">
                  <c:v>8.6359169999999992</c:v>
                </c:pt>
                <c:pt idx="306">
                  <c:v>8.8975779999999993</c:v>
                </c:pt>
                <c:pt idx="307">
                  <c:v>8.8900629999999996</c:v>
                </c:pt>
                <c:pt idx="308">
                  <c:v>8.8904589999999999</c:v>
                </c:pt>
                <c:pt idx="309">
                  <c:v>8.7242850000000001</c:v>
                </c:pt>
                <c:pt idx="310">
                  <c:v>8.903537</c:v>
                </c:pt>
                <c:pt idx="311">
                  <c:v>9.0352700000000006</c:v>
                </c:pt>
                <c:pt idx="312">
                  <c:v>9.1760490000000008</c:v>
                </c:pt>
                <c:pt idx="313">
                  <c:v>9.4859220000000004</c:v>
                </c:pt>
                <c:pt idx="314">
                  <c:v>9.4917829999999999</c:v>
                </c:pt>
                <c:pt idx="315">
                  <c:v>9.5921409999999998</c:v>
                </c:pt>
                <c:pt idx="316">
                  <c:v>9.7174969999999998</c:v>
                </c:pt>
                <c:pt idx="317">
                  <c:v>9.7523359999999997</c:v>
                </c:pt>
                <c:pt idx="318">
                  <c:v>9.9182539999999992</c:v>
                </c:pt>
                <c:pt idx="319">
                  <c:v>9.9783740000000005</c:v>
                </c:pt>
                <c:pt idx="320">
                  <c:v>10.109374000000001</c:v>
                </c:pt>
                <c:pt idx="321">
                  <c:v>10.293073</c:v>
                </c:pt>
                <c:pt idx="322">
                  <c:v>10.542432</c:v>
                </c:pt>
                <c:pt idx="323">
                  <c:v>10.644182000000001</c:v>
                </c:pt>
                <c:pt idx="324">
                  <c:v>11.076682999999999</c:v>
                </c:pt>
                <c:pt idx="325">
                  <c:v>10.726400999999999</c:v>
                </c:pt>
                <c:pt idx="326">
                  <c:v>10.537701999999999</c:v>
                </c:pt>
                <c:pt idx="327">
                  <c:v>10.536773999999999</c:v>
                </c:pt>
                <c:pt idx="328">
                  <c:v>10.766843</c:v>
                </c:pt>
                <c:pt idx="329">
                  <c:v>10.821204</c:v>
                </c:pt>
                <c:pt idx="330">
                  <c:v>11.128036</c:v>
                </c:pt>
                <c:pt idx="331">
                  <c:v>11.442841</c:v>
                </c:pt>
                <c:pt idx="332">
                  <c:v>11.463165999999999</c:v>
                </c:pt>
                <c:pt idx="333">
                  <c:v>10.822651</c:v>
                </c:pt>
                <c:pt idx="334">
                  <c:v>11.030768999999999</c:v>
                </c:pt>
                <c:pt idx="335">
                  <c:v>10.301067</c:v>
                </c:pt>
                <c:pt idx="336">
                  <c:v>10.976874</c:v>
                </c:pt>
                <c:pt idx="337">
                  <c:v>11.244551</c:v>
                </c:pt>
                <c:pt idx="338">
                  <c:v>11.488073</c:v>
                </c:pt>
                <c:pt idx="339">
                  <c:v>11.844592</c:v>
                </c:pt>
                <c:pt idx="340">
                  <c:v>11.325917</c:v>
                </c:pt>
                <c:pt idx="341">
                  <c:v>11.997142999999999</c:v>
                </c:pt>
                <c:pt idx="342">
                  <c:v>12.134765</c:v>
                </c:pt>
                <c:pt idx="343">
                  <c:v>12.101856</c:v>
                </c:pt>
                <c:pt idx="344">
                  <c:v>12.246081999999999</c:v>
                </c:pt>
                <c:pt idx="345">
                  <c:v>12.459455999999999</c:v>
                </c:pt>
                <c:pt idx="346">
                  <c:v>12.804316999999999</c:v>
                </c:pt>
                <c:pt idx="347">
                  <c:v>13.084815000000001</c:v>
                </c:pt>
                <c:pt idx="348">
                  <c:v>13.184139</c:v>
                </c:pt>
                <c:pt idx="349">
                  <c:v>12.413707</c:v>
                </c:pt>
                <c:pt idx="350">
                  <c:v>11.292375</c:v>
                </c:pt>
                <c:pt idx="351">
                  <c:v>12.052241</c:v>
                </c:pt>
                <c:pt idx="352">
                  <c:v>12.336634999999999</c:v>
                </c:pt>
                <c:pt idx="353">
                  <c:v>12.456692</c:v>
                </c:pt>
                <c:pt idx="354">
                  <c:v>12.877876000000001</c:v>
                </c:pt>
                <c:pt idx="355">
                  <c:v>13.238227</c:v>
                </c:pt>
                <c:pt idx="356">
                  <c:v>12.845067</c:v>
                </c:pt>
                <c:pt idx="357">
                  <c:v>12.561398000000001</c:v>
                </c:pt>
                <c:pt idx="358">
                  <c:v>13.277562</c:v>
                </c:pt>
                <c:pt idx="359">
                  <c:v>13.480535</c:v>
                </c:pt>
                <c:pt idx="360">
                  <c:v>13.303176000000001</c:v>
                </c:pt>
                <c:pt idx="361">
                  <c:v>13.288997</c:v>
                </c:pt>
                <c:pt idx="362">
                  <c:v>13.405741000000001</c:v>
                </c:pt>
                <c:pt idx="363">
                  <c:v>13.828588</c:v>
                </c:pt>
                <c:pt idx="364">
                  <c:v>13.930992</c:v>
                </c:pt>
                <c:pt idx="365">
                  <c:v>14.228440000000001</c:v>
                </c:pt>
                <c:pt idx="366">
                  <c:v>14.558304</c:v>
                </c:pt>
                <c:pt idx="367">
                  <c:v>14.899108</c:v>
                </c:pt>
                <c:pt idx="368">
                  <c:v>14.287378</c:v>
                </c:pt>
                <c:pt idx="369">
                  <c:v>15.083875000000001</c:v>
                </c:pt>
                <c:pt idx="370">
                  <c:v>15.037779</c:v>
                </c:pt>
                <c:pt idx="371">
                  <c:v>15.321148000000001</c:v>
                </c:pt>
                <c:pt idx="372">
                  <c:v>14.745827999999999</c:v>
                </c:pt>
                <c:pt idx="373">
                  <c:v>14.509228</c:v>
                </c:pt>
                <c:pt idx="374">
                  <c:v>14.474024999999999</c:v>
                </c:pt>
                <c:pt idx="375">
                  <c:v>13.500895999999999</c:v>
                </c:pt>
                <c:pt idx="376">
                  <c:v>13.552885</c:v>
                </c:pt>
                <c:pt idx="377">
                  <c:v>12.933927000000001</c:v>
                </c:pt>
                <c:pt idx="378">
                  <c:v>13.721194000000001</c:v>
                </c:pt>
                <c:pt idx="379">
                  <c:v>13.176067</c:v>
                </c:pt>
                <c:pt idx="380">
                  <c:v>12.217326</c:v>
                </c:pt>
                <c:pt idx="381">
                  <c:v>12.597189</c:v>
                </c:pt>
                <c:pt idx="382">
                  <c:v>13.190365</c:v>
                </c:pt>
                <c:pt idx="383">
                  <c:v>12.722141000000001</c:v>
                </c:pt>
                <c:pt idx="384">
                  <c:v>13.334032000000001</c:v>
                </c:pt>
                <c:pt idx="385">
                  <c:v>12.972039000000001</c:v>
                </c:pt>
                <c:pt idx="386">
                  <c:v>13.470637999999999</c:v>
                </c:pt>
                <c:pt idx="387">
                  <c:v>13.617936</c:v>
                </c:pt>
                <c:pt idx="388">
                  <c:v>13.627783000000001</c:v>
                </c:pt>
                <c:pt idx="389">
                  <c:v>14.318194999999999</c:v>
                </c:pt>
                <c:pt idx="390">
                  <c:v>14.657738999999999</c:v>
                </c:pt>
                <c:pt idx="391">
                  <c:v>14.452109</c:v>
                </c:pt>
                <c:pt idx="392">
                  <c:v>13.795861</c:v>
                </c:pt>
                <c:pt idx="393">
                  <c:v>13.511623</c:v>
                </c:pt>
                <c:pt idx="394">
                  <c:v>14.620473</c:v>
                </c:pt>
                <c:pt idx="395">
                  <c:v>15.280322999999999</c:v>
                </c:pt>
                <c:pt idx="396">
                  <c:v>15.468123</c:v>
                </c:pt>
                <c:pt idx="397">
                  <c:v>16.074183999999999</c:v>
                </c:pt>
                <c:pt idx="398">
                  <c:v>16.512335</c:v>
                </c:pt>
                <c:pt idx="399">
                  <c:v>15.856337</c:v>
                </c:pt>
                <c:pt idx="400">
                  <c:v>16.543261999999999</c:v>
                </c:pt>
                <c:pt idx="401">
                  <c:v>17.070461000000002</c:v>
                </c:pt>
                <c:pt idx="402">
                  <c:v>17.324128999999999</c:v>
                </c:pt>
                <c:pt idx="403">
                  <c:v>17.723320999999999</c:v>
                </c:pt>
                <c:pt idx="404">
                  <c:v>18.066932000000001</c:v>
                </c:pt>
                <c:pt idx="405">
                  <c:v>17.81035</c:v>
                </c:pt>
                <c:pt idx="406">
                  <c:v>18.688313999999998</c:v>
                </c:pt>
                <c:pt idx="407">
                  <c:v>18.22606</c:v>
                </c:pt>
                <c:pt idx="408">
                  <c:v>18.646006</c:v>
                </c:pt>
                <c:pt idx="409">
                  <c:v>18.568076000000001</c:v>
                </c:pt>
                <c:pt idx="410">
                  <c:v>17.747240000000001</c:v>
                </c:pt>
                <c:pt idx="411">
                  <c:v>17.680747</c:v>
                </c:pt>
                <c:pt idx="412">
                  <c:v>18.515333999999999</c:v>
                </c:pt>
                <c:pt idx="413">
                  <c:v>19.333053</c:v>
                </c:pt>
                <c:pt idx="414">
                  <c:v>19.653457</c:v>
                </c:pt>
                <c:pt idx="415">
                  <c:v>20.030999000000001</c:v>
                </c:pt>
                <c:pt idx="416">
                  <c:v>20.652777</c:v>
                </c:pt>
                <c:pt idx="417">
                  <c:v>21.070744000000001</c:v>
                </c:pt>
                <c:pt idx="418">
                  <c:v>21.157471000000001</c:v>
                </c:pt>
                <c:pt idx="419">
                  <c:v>21.127130000000001</c:v>
                </c:pt>
              </c:numCache>
            </c:numRef>
          </c:val>
          <c:smooth val="0"/>
          <c:extLst>
            <c:ext xmlns:c16="http://schemas.microsoft.com/office/drawing/2014/chart" uri="{C3380CC4-5D6E-409C-BE32-E72D297353CC}">
              <c16:uniqueId val="{00000004-247A-4A24-A787-C9513501B87B}"/>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yyyy" sourceLinked="0"/>
        <c:majorTickMark val="out"/>
        <c:minorTickMark val="none"/>
        <c:tickLblPos val="low"/>
        <c:spPr>
          <a:ln>
            <a:solidFill>
              <a:srgbClr val="C9C8C7"/>
            </a:solidFill>
          </a:ln>
        </c:spPr>
        <c:txPr>
          <a:bodyPr/>
          <a:lstStyle/>
          <a:p>
            <a:pPr>
              <a:defRPr sz="1100"/>
            </a:pPr>
            <a:endParaRPr lang="en-US"/>
          </a:p>
        </c:txPr>
        <c:crossAx val="2140495176"/>
        <c:crosses val="autoZero"/>
        <c:auto val="1"/>
        <c:lblOffset val="100"/>
        <c:baseTimeUnit val="months"/>
        <c:majorUnit val="5"/>
        <c:majorTimeUnit val="years"/>
      </c:dateAx>
      <c:valAx>
        <c:axId val="2140495176"/>
        <c:scaling>
          <c:logBase val="10"/>
          <c:orientation val="minMax"/>
          <c:max val="40"/>
          <c:min val="1"/>
        </c:scaling>
        <c:delete val="0"/>
        <c:axPos val="l"/>
        <c:majorGridlines>
          <c:spPr>
            <a:ln>
              <a:solidFill>
                <a:srgbClr val="E3E3E3"/>
              </a:solidFill>
            </a:ln>
          </c:spPr>
        </c:majorGridlines>
        <c:numFmt formatCode="&quot;$&quot;0" sourceLinked="0"/>
        <c:majorTickMark val="out"/>
        <c:minorTickMark val="none"/>
        <c:tickLblPos val="nextTo"/>
        <c:spPr>
          <a:ln>
            <a:noFill/>
          </a:ln>
        </c:spPr>
        <c:txPr>
          <a:bodyPr/>
          <a:lstStyle/>
          <a:p>
            <a:pPr>
              <a:defRPr sz="1100"/>
            </a:pPr>
            <a:endParaRPr lang="en-US"/>
          </a:p>
        </c:txPr>
        <c:crossAx val="2118791784"/>
        <c:crosses val="autoZero"/>
        <c:crossBetween val="between"/>
      </c:valAx>
    </c:plotArea>
    <c:legend>
      <c:legendPos val="t"/>
      <c:overlay val="0"/>
      <c:txPr>
        <a:bodyPr/>
        <a:lstStyle/>
        <a:p>
          <a:pPr>
            <a:defRPr sz="1300">
              <a:solidFill>
                <a:srgbClr val="545759"/>
              </a:solidFill>
            </a:defRPr>
          </a:pPr>
          <a:endParaRPr lang="en-US"/>
        </a:p>
      </c:txPr>
    </c:legend>
    <c:plotVisOnly val="1"/>
    <c:dispBlanksAs val="gap"/>
    <c:showDLblsOverMax val="0"/>
  </c:chart>
  <c:txPr>
    <a:bodyPr/>
    <a:lstStyle/>
    <a:p>
      <a:pPr>
        <a:defRPr sz="1100">
          <a:solidFill>
            <a:srgbClr val="545759"/>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RBP, scaled by fit</c:v>
                </c:pt>
              </c:strCache>
            </c:strRef>
          </c:tx>
          <c:spPr>
            <a:ln w="25400">
              <a:solidFill>
                <a:srgbClr val="A31F34"/>
              </a:solidFill>
            </a:ln>
          </c:spPr>
          <c:marker>
            <c:symbol val="none"/>
          </c:marker>
          <c:cat>
            <c:numRef>
              <c:f>Sheet1!$A$2:$A$420</c:f>
              <c:numCache>
                <c:formatCode>yyyy\-mm\-dd</c:formatCode>
                <c:ptCount val="419"/>
                <c:pt idx="0">
                  <c:v>33297</c:v>
                </c:pt>
                <c:pt idx="1">
                  <c:v>33328</c:v>
                </c:pt>
                <c:pt idx="2">
                  <c:v>33358</c:v>
                </c:pt>
                <c:pt idx="3">
                  <c:v>33389</c:v>
                </c:pt>
                <c:pt idx="4">
                  <c:v>33419</c:v>
                </c:pt>
                <c:pt idx="5">
                  <c:v>33450</c:v>
                </c:pt>
                <c:pt idx="6">
                  <c:v>33481</c:v>
                </c:pt>
                <c:pt idx="7">
                  <c:v>33511</c:v>
                </c:pt>
                <c:pt idx="8">
                  <c:v>33542</c:v>
                </c:pt>
                <c:pt idx="9">
                  <c:v>33572</c:v>
                </c:pt>
                <c:pt idx="10">
                  <c:v>33603</c:v>
                </c:pt>
                <c:pt idx="11">
                  <c:v>33634</c:v>
                </c:pt>
                <c:pt idx="12">
                  <c:v>33663</c:v>
                </c:pt>
                <c:pt idx="13">
                  <c:v>33694</c:v>
                </c:pt>
                <c:pt idx="14">
                  <c:v>33724</c:v>
                </c:pt>
                <c:pt idx="15">
                  <c:v>33755</c:v>
                </c:pt>
                <c:pt idx="16">
                  <c:v>33785</c:v>
                </c:pt>
                <c:pt idx="17">
                  <c:v>33816</c:v>
                </c:pt>
                <c:pt idx="18">
                  <c:v>33847</c:v>
                </c:pt>
                <c:pt idx="19">
                  <c:v>33877</c:v>
                </c:pt>
                <c:pt idx="20">
                  <c:v>33908</c:v>
                </c:pt>
                <c:pt idx="21">
                  <c:v>33938</c:v>
                </c:pt>
                <c:pt idx="22">
                  <c:v>33969</c:v>
                </c:pt>
                <c:pt idx="23">
                  <c:v>34000</c:v>
                </c:pt>
                <c:pt idx="24">
                  <c:v>34028</c:v>
                </c:pt>
                <c:pt idx="25">
                  <c:v>34059</c:v>
                </c:pt>
                <c:pt idx="26">
                  <c:v>34089</c:v>
                </c:pt>
                <c:pt idx="27">
                  <c:v>34120</c:v>
                </c:pt>
                <c:pt idx="28">
                  <c:v>34150</c:v>
                </c:pt>
                <c:pt idx="29">
                  <c:v>34181</c:v>
                </c:pt>
                <c:pt idx="30">
                  <c:v>34212</c:v>
                </c:pt>
                <c:pt idx="31">
                  <c:v>34242</c:v>
                </c:pt>
                <c:pt idx="32">
                  <c:v>34273</c:v>
                </c:pt>
                <c:pt idx="33">
                  <c:v>34303</c:v>
                </c:pt>
                <c:pt idx="34">
                  <c:v>34334</c:v>
                </c:pt>
                <c:pt idx="35">
                  <c:v>34365</c:v>
                </c:pt>
                <c:pt idx="36">
                  <c:v>34393</c:v>
                </c:pt>
                <c:pt idx="37">
                  <c:v>34424</c:v>
                </c:pt>
                <c:pt idx="38">
                  <c:v>34454</c:v>
                </c:pt>
                <c:pt idx="39">
                  <c:v>34485</c:v>
                </c:pt>
                <c:pt idx="40">
                  <c:v>34515</c:v>
                </c:pt>
                <c:pt idx="41">
                  <c:v>34546</c:v>
                </c:pt>
                <c:pt idx="42">
                  <c:v>34577</c:v>
                </c:pt>
                <c:pt idx="43">
                  <c:v>34607</c:v>
                </c:pt>
                <c:pt idx="44">
                  <c:v>34638</c:v>
                </c:pt>
                <c:pt idx="45">
                  <c:v>34668</c:v>
                </c:pt>
                <c:pt idx="46">
                  <c:v>34699</c:v>
                </c:pt>
                <c:pt idx="47">
                  <c:v>34730</c:v>
                </c:pt>
                <c:pt idx="48">
                  <c:v>34758</c:v>
                </c:pt>
                <c:pt idx="49">
                  <c:v>34789</c:v>
                </c:pt>
                <c:pt idx="50">
                  <c:v>34819</c:v>
                </c:pt>
                <c:pt idx="51">
                  <c:v>34850</c:v>
                </c:pt>
                <c:pt idx="52">
                  <c:v>34880</c:v>
                </c:pt>
                <c:pt idx="53">
                  <c:v>34911</c:v>
                </c:pt>
                <c:pt idx="54">
                  <c:v>34942</c:v>
                </c:pt>
                <c:pt idx="55">
                  <c:v>34972</c:v>
                </c:pt>
                <c:pt idx="56">
                  <c:v>35003</c:v>
                </c:pt>
                <c:pt idx="57">
                  <c:v>35033</c:v>
                </c:pt>
                <c:pt idx="58">
                  <c:v>35064</c:v>
                </c:pt>
                <c:pt idx="59">
                  <c:v>35095</c:v>
                </c:pt>
                <c:pt idx="60">
                  <c:v>35124</c:v>
                </c:pt>
                <c:pt idx="61">
                  <c:v>35155</c:v>
                </c:pt>
                <c:pt idx="62">
                  <c:v>35185</c:v>
                </c:pt>
                <c:pt idx="63">
                  <c:v>35216</c:v>
                </c:pt>
                <c:pt idx="64">
                  <c:v>35246</c:v>
                </c:pt>
                <c:pt idx="65">
                  <c:v>35277</c:v>
                </c:pt>
                <c:pt idx="66">
                  <c:v>35308</c:v>
                </c:pt>
                <c:pt idx="67">
                  <c:v>35338</c:v>
                </c:pt>
                <c:pt idx="68">
                  <c:v>35369</c:v>
                </c:pt>
                <c:pt idx="69">
                  <c:v>35399</c:v>
                </c:pt>
                <c:pt idx="70">
                  <c:v>35430</c:v>
                </c:pt>
                <c:pt idx="71">
                  <c:v>35461</c:v>
                </c:pt>
                <c:pt idx="72">
                  <c:v>35489</c:v>
                </c:pt>
                <c:pt idx="73">
                  <c:v>35520</c:v>
                </c:pt>
                <c:pt idx="74">
                  <c:v>35550</c:v>
                </c:pt>
                <c:pt idx="75">
                  <c:v>35581</c:v>
                </c:pt>
                <c:pt idx="76">
                  <c:v>35611</c:v>
                </c:pt>
                <c:pt idx="77">
                  <c:v>35642</c:v>
                </c:pt>
                <c:pt idx="78">
                  <c:v>35673</c:v>
                </c:pt>
                <c:pt idx="79">
                  <c:v>35703</c:v>
                </c:pt>
                <c:pt idx="80">
                  <c:v>35734</c:v>
                </c:pt>
                <c:pt idx="81">
                  <c:v>35764</c:v>
                </c:pt>
                <c:pt idx="82">
                  <c:v>35795</c:v>
                </c:pt>
                <c:pt idx="83">
                  <c:v>35826</c:v>
                </c:pt>
                <c:pt idx="84">
                  <c:v>35854</c:v>
                </c:pt>
                <c:pt idx="85">
                  <c:v>35885</c:v>
                </c:pt>
                <c:pt idx="86">
                  <c:v>35915</c:v>
                </c:pt>
                <c:pt idx="87">
                  <c:v>35946</c:v>
                </c:pt>
                <c:pt idx="88">
                  <c:v>35976</c:v>
                </c:pt>
                <c:pt idx="89">
                  <c:v>36007</c:v>
                </c:pt>
                <c:pt idx="90">
                  <c:v>36038</c:v>
                </c:pt>
                <c:pt idx="91">
                  <c:v>36068</c:v>
                </c:pt>
                <c:pt idx="92">
                  <c:v>36099</c:v>
                </c:pt>
                <c:pt idx="93">
                  <c:v>36129</c:v>
                </c:pt>
                <c:pt idx="94">
                  <c:v>36160</c:v>
                </c:pt>
                <c:pt idx="95">
                  <c:v>36191</c:v>
                </c:pt>
                <c:pt idx="96">
                  <c:v>36219</c:v>
                </c:pt>
                <c:pt idx="97">
                  <c:v>36250</c:v>
                </c:pt>
                <c:pt idx="98">
                  <c:v>36280</c:v>
                </c:pt>
                <c:pt idx="99">
                  <c:v>36311</c:v>
                </c:pt>
                <c:pt idx="100">
                  <c:v>36341</c:v>
                </c:pt>
                <c:pt idx="101">
                  <c:v>36372</c:v>
                </c:pt>
                <c:pt idx="102">
                  <c:v>36403</c:v>
                </c:pt>
                <c:pt idx="103">
                  <c:v>36433</c:v>
                </c:pt>
                <c:pt idx="104">
                  <c:v>36464</c:v>
                </c:pt>
                <c:pt idx="105">
                  <c:v>36494</c:v>
                </c:pt>
                <c:pt idx="106">
                  <c:v>36525</c:v>
                </c:pt>
                <c:pt idx="107">
                  <c:v>36556</c:v>
                </c:pt>
                <c:pt idx="108">
                  <c:v>36585</c:v>
                </c:pt>
                <c:pt idx="109">
                  <c:v>36616</c:v>
                </c:pt>
                <c:pt idx="110">
                  <c:v>36646</c:v>
                </c:pt>
                <c:pt idx="111">
                  <c:v>36677</c:v>
                </c:pt>
                <c:pt idx="112">
                  <c:v>36707</c:v>
                </c:pt>
                <c:pt idx="113">
                  <c:v>36738</c:v>
                </c:pt>
                <c:pt idx="114">
                  <c:v>36769</c:v>
                </c:pt>
                <c:pt idx="115">
                  <c:v>36799</c:v>
                </c:pt>
                <c:pt idx="116">
                  <c:v>36830</c:v>
                </c:pt>
                <c:pt idx="117">
                  <c:v>36860</c:v>
                </c:pt>
                <c:pt idx="118">
                  <c:v>36891</c:v>
                </c:pt>
                <c:pt idx="119">
                  <c:v>36922</c:v>
                </c:pt>
                <c:pt idx="120">
                  <c:v>36950</c:v>
                </c:pt>
                <c:pt idx="121">
                  <c:v>36981</c:v>
                </c:pt>
                <c:pt idx="122">
                  <c:v>37011</c:v>
                </c:pt>
                <c:pt idx="123">
                  <c:v>37042</c:v>
                </c:pt>
                <c:pt idx="124">
                  <c:v>37072</c:v>
                </c:pt>
                <c:pt idx="125">
                  <c:v>37103</c:v>
                </c:pt>
                <c:pt idx="126">
                  <c:v>37134</c:v>
                </c:pt>
                <c:pt idx="127">
                  <c:v>37164</c:v>
                </c:pt>
                <c:pt idx="128">
                  <c:v>37195</c:v>
                </c:pt>
                <c:pt idx="129">
                  <c:v>37225</c:v>
                </c:pt>
                <c:pt idx="130">
                  <c:v>37256</c:v>
                </c:pt>
                <c:pt idx="131">
                  <c:v>37287</c:v>
                </c:pt>
                <c:pt idx="132">
                  <c:v>37315</c:v>
                </c:pt>
                <c:pt idx="133">
                  <c:v>37346</c:v>
                </c:pt>
                <c:pt idx="134">
                  <c:v>37376</c:v>
                </c:pt>
                <c:pt idx="135">
                  <c:v>37407</c:v>
                </c:pt>
                <c:pt idx="136">
                  <c:v>37437</c:v>
                </c:pt>
                <c:pt idx="137">
                  <c:v>37468</c:v>
                </c:pt>
                <c:pt idx="138">
                  <c:v>37499</c:v>
                </c:pt>
                <c:pt idx="139">
                  <c:v>37529</c:v>
                </c:pt>
                <c:pt idx="140">
                  <c:v>37560</c:v>
                </c:pt>
                <c:pt idx="141">
                  <c:v>37590</c:v>
                </c:pt>
                <c:pt idx="142">
                  <c:v>37621</c:v>
                </c:pt>
                <c:pt idx="143">
                  <c:v>37652</c:v>
                </c:pt>
                <c:pt idx="144">
                  <c:v>37680</c:v>
                </c:pt>
                <c:pt idx="145">
                  <c:v>37711</c:v>
                </c:pt>
                <c:pt idx="146">
                  <c:v>37741</c:v>
                </c:pt>
                <c:pt idx="147">
                  <c:v>37772</c:v>
                </c:pt>
                <c:pt idx="148">
                  <c:v>37802</c:v>
                </c:pt>
                <c:pt idx="149">
                  <c:v>37833</c:v>
                </c:pt>
                <c:pt idx="150">
                  <c:v>37864</c:v>
                </c:pt>
                <c:pt idx="151">
                  <c:v>37894</c:v>
                </c:pt>
                <c:pt idx="152">
                  <c:v>37925</c:v>
                </c:pt>
                <c:pt idx="153">
                  <c:v>37955</c:v>
                </c:pt>
                <c:pt idx="154">
                  <c:v>37986</c:v>
                </c:pt>
                <c:pt idx="155">
                  <c:v>38017</c:v>
                </c:pt>
                <c:pt idx="156">
                  <c:v>38046</c:v>
                </c:pt>
                <c:pt idx="157">
                  <c:v>38077</c:v>
                </c:pt>
                <c:pt idx="158">
                  <c:v>38107</c:v>
                </c:pt>
                <c:pt idx="159">
                  <c:v>38138</c:v>
                </c:pt>
                <c:pt idx="160">
                  <c:v>38168</c:v>
                </c:pt>
                <c:pt idx="161">
                  <c:v>38199</c:v>
                </c:pt>
                <c:pt idx="162">
                  <c:v>38230</c:v>
                </c:pt>
                <c:pt idx="163">
                  <c:v>38260</c:v>
                </c:pt>
                <c:pt idx="164">
                  <c:v>38291</c:v>
                </c:pt>
                <c:pt idx="165">
                  <c:v>38321</c:v>
                </c:pt>
                <c:pt idx="166">
                  <c:v>38352</c:v>
                </c:pt>
                <c:pt idx="167">
                  <c:v>38383</c:v>
                </c:pt>
                <c:pt idx="168">
                  <c:v>38411</c:v>
                </c:pt>
                <c:pt idx="169">
                  <c:v>38442</c:v>
                </c:pt>
                <c:pt idx="170">
                  <c:v>38472</c:v>
                </c:pt>
                <c:pt idx="171">
                  <c:v>38503</c:v>
                </c:pt>
                <c:pt idx="172">
                  <c:v>38533</c:v>
                </c:pt>
                <c:pt idx="173">
                  <c:v>38564</c:v>
                </c:pt>
                <c:pt idx="174">
                  <c:v>38595</c:v>
                </c:pt>
                <c:pt idx="175">
                  <c:v>38625</c:v>
                </c:pt>
                <c:pt idx="176">
                  <c:v>38656</c:v>
                </c:pt>
                <c:pt idx="177">
                  <c:v>38686</c:v>
                </c:pt>
                <c:pt idx="178">
                  <c:v>38717</c:v>
                </c:pt>
                <c:pt idx="179">
                  <c:v>38748</c:v>
                </c:pt>
                <c:pt idx="180">
                  <c:v>38776</c:v>
                </c:pt>
                <c:pt idx="181">
                  <c:v>38807</c:v>
                </c:pt>
                <c:pt idx="182">
                  <c:v>38837</c:v>
                </c:pt>
                <c:pt idx="183">
                  <c:v>38868</c:v>
                </c:pt>
                <c:pt idx="184">
                  <c:v>38898</c:v>
                </c:pt>
                <c:pt idx="185">
                  <c:v>38929</c:v>
                </c:pt>
                <c:pt idx="186">
                  <c:v>38960</c:v>
                </c:pt>
                <c:pt idx="187">
                  <c:v>38990</c:v>
                </c:pt>
                <c:pt idx="188">
                  <c:v>39021</c:v>
                </c:pt>
                <c:pt idx="189">
                  <c:v>39051</c:v>
                </c:pt>
                <c:pt idx="190">
                  <c:v>39082</c:v>
                </c:pt>
                <c:pt idx="191">
                  <c:v>39113</c:v>
                </c:pt>
                <c:pt idx="192">
                  <c:v>39141</c:v>
                </c:pt>
                <c:pt idx="193">
                  <c:v>39172</c:v>
                </c:pt>
                <c:pt idx="194">
                  <c:v>39202</c:v>
                </c:pt>
                <c:pt idx="195">
                  <c:v>39233</c:v>
                </c:pt>
                <c:pt idx="196">
                  <c:v>39263</c:v>
                </c:pt>
                <c:pt idx="197">
                  <c:v>39294</c:v>
                </c:pt>
                <c:pt idx="198">
                  <c:v>39325</c:v>
                </c:pt>
                <c:pt idx="199">
                  <c:v>39355</c:v>
                </c:pt>
                <c:pt idx="200">
                  <c:v>39386</c:v>
                </c:pt>
                <c:pt idx="201">
                  <c:v>39416</c:v>
                </c:pt>
                <c:pt idx="202">
                  <c:v>39447</c:v>
                </c:pt>
                <c:pt idx="203">
                  <c:v>39478</c:v>
                </c:pt>
                <c:pt idx="204">
                  <c:v>39507</c:v>
                </c:pt>
                <c:pt idx="205">
                  <c:v>39538</c:v>
                </c:pt>
                <c:pt idx="206">
                  <c:v>39568</c:v>
                </c:pt>
                <c:pt idx="207">
                  <c:v>39599</c:v>
                </c:pt>
                <c:pt idx="208">
                  <c:v>39629</c:v>
                </c:pt>
                <c:pt idx="209">
                  <c:v>39660</c:v>
                </c:pt>
                <c:pt idx="210">
                  <c:v>39691</c:v>
                </c:pt>
                <c:pt idx="211">
                  <c:v>39721</c:v>
                </c:pt>
                <c:pt idx="212">
                  <c:v>39752</c:v>
                </c:pt>
                <c:pt idx="213">
                  <c:v>39782</c:v>
                </c:pt>
                <c:pt idx="214">
                  <c:v>39813</c:v>
                </c:pt>
                <c:pt idx="215">
                  <c:v>39844</c:v>
                </c:pt>
                <c:pt idx="216">
                  <c:v>39872</c:v>
                </c:pt>
                <c:pt idx="217">
                  <c:v>39903</c:v>
                </c:pt>
                <c:pt idx="218">
                  <c:v>39933</c:v>
                </c:pt>
                <c:pt idx="219">
                  <c:v>39964</c:v>
                </c:pt>
                <c:pt idx="220">
                  <c:v>39994</c:v>
                </c:pt>
                <c:pt idx="221">
                  <c:v>40025</c:v>
                </c:pt>
                <c:pt idx="222">
                  <c:v>40056</c:v>
                </c:pt>
                <c:pt idx="223">
                  <c:v>40086</c:v>
                </c:pt>
                <c:pt idx="224">
                  <c:v>40117</c:v>
                </c:pt>
                <c:pt idx="225">
                  <c:v>40147</c:v>
                </c:pt>
                <c:pt idx="226">
                  <c:v>40178</c:v>
                </c:pt>
                <c:pt idx="227">
                  <c:v>40209</c:v>
                </c:pt>
                <c:pt idx="228">
                  <c:v>40237</c:v>
                </c:pt>
                <c:pt idx="229">
                  <c:v>40268</c:v>
                </c:pt>
                <c:pt idx="230">
                  <c:v>40298</c:v>
                </c:pt>
                <c:pt idx="231">
                  <c:v>40329</c:v>
                </c:pt>
                <c:pt idx="232">
                  <c:v>40359</c:v>
                </c:pt>
                <c:pt idx="233">
                  <c:v>40390</c:v>
                </c:pt>
                <c:pt idx="234">
                  <c:v>40421</c:v>
                </c:pt>
                <c:pt idx="235">
                  <c:v>40451</c:v>
                </c:pt>
                <c:pt idx="236">
                  <c:v>40482</c:v>
                </c:pt>
                <c:pt idx="237">
                  <c:v>40512</c:v>
                </c:pt>
                <c:pt idx="238">
                  <c:v>40543</c:v>
                </c:pt>
                <c:pt idx="239">
                  <c:v>40574</c:v>
                </c:pt>
                <c:pt idx="240">
                  <c:v>40602</c:v>
                </c:pt>
                <c:pt idx="241">
                  <c:v>40633</c:v>
                </c:pt>
                <c:pt idx="242">
                  <c:v>40663</c:v>
                </c:pt>
                <c:pt idx="243">
                  <c:v>40694</c:v>
                </c:pt>
                <c:pt idx="244">
                  <c:v>40724</c:v>
                </c:pt>
                <c:pt idx="245">
                  <c:v>40755</c:v>
                </c:pt>
                <c:pt idx="246">
                  <c:v>40786</c:v>
                </c:pt>
                <c:pt idx="247">
                  <c:v>40816</c:v>
                </c:pt>
                <c:pt idx="248">
                  <c:v>40847</c:v>
                </c:pt>
                <c:pt idx="249">
                  <c:v>40877</c:v>
                </c:pt>
                <c:pt idx="250">
                  <c:v>40908</c:v>
                </c:pt>
                <c:pt idx="251">
                  <c:v>40939</c:v>
                </c:pt>
                <c:pt idx="252">
                  <c:v>40968</c:v>
                </c:pt>
                <c:pt idx="253">
                  <c:v>40999</c:v>
                </c:pt>
                <c:pt idx="254">
                  <c:v>41029</c:v>
                </c:pt>
                <c:pt idx="255">
                  <c:v>41060</c:v>
                </c:pt>
                <c:pt idx="256">
                  <c:v>41090</c:v>
                </c:pt>
                <c:pt idx="257">
                  <c:v>41121</c:v>
                </c:pt>
                <c:pt idx="258">
                  <c:v>41152</c:v>
                </c:pt>
                <c:pt idx="259">
                  <c:v>41182</c:v>
                </c:pt>
                <c:pt idx="260">
                  <c:v>41213</c:v>
                </c:pt>
                <c:pt idx="261">
                  <c:v>41243</c:v>
                </c:pt>
                <c:pt idx="262">
                  <c:v>41274</c:v>
                </c:pt>
                <c:pt idx="263">
                  <c:v>41305</c:v>
                </c:pt>
                <c:pt idx="264">
                  <c:v>41333</c:v>
                </c:pt>
                <c:pt idx="265">
                  <c:v>41364</c:v>
                </c:pt>
                <c:pt idx="266">
                  <c:v>41394</c:v>
                </c:pt>
                <c:pt idx="267">
                  <c:v>41425</c:v>
                </c:pt>
                <c:pt idx="268">
                  <c:v>41455</c:v>
                </c:pt>
                <c:pt idx="269">
                  <c:v>41486</c:v>
                </c:pt>
                <c:pt idx="270">
                  <c:v>41517</c:v>
                </c:pt>
                <c:pt idx="271">
                  <c:v>41547</c:v>
                </c:pt>
                <c:pt idx="272">
                  <c:v>41578</c:v>
                </c:pt>
                <c:pt idx="273">
                  <c:v>41608</c:v>
                </c:pt>
                <c:pt idx="274">
                  <c:v>41639</c:v>
                </c:pt>
                <c:pt idx="275">
                  <c:v>41670</c:v>
                </c:pt>
                <c:pt idx="276">
                  <c:v>41698</c:v>
                </c:pt>
                <c:pt idx="277">
                  <c:v>41729</c:v>
                </c:pt>
                <c:pt idx="278">
                  <c:v>41759</c:v>
                </c:pt>
                <c:pt idx="279">
                  <c:v>41790</c:v>
                </c:pt>
                <c:pt idx="280">
                  <c:v>41820</c:v>
                </c:pt>
                <c:pt idx="281">
                  <c:v>41851</c:v>
                </c:pt>
                <c:pt idx="282">
                  <c:v>41882</c:v>
                </c:pt>
                <c:pt idx="283">
                  <c:v>41912</c:v>
                </c:pt>
                <c:pt idx="284">
                  <c:v>41943</c:v>
                </c:pt>
                <c:pt idx="285">
                  <c:v>41973</c:v>
                </c:pt>
                <c:pt idx="286">
                  <c:v>42004</c:v>
                </c:pt>
                <c:pt idx="287">
                  <c:v>42035</c:v>
                </c:pt>
                <c:pt idx="288">
                  <c:v>42063</c:v>
                </c:pt>
                <c:pt idx="289">
                  <c:v>42094</c:v>
                </c:pt>
                <c:pt idx="290">
                  <c:v>42124</c:v>
                </c:pt>
                <c:pt idx="291">
                  <c:v>42155</c:v>
                </c:pt>
                <c:pt idx="292">
                  <c:v>42185</c:v>
                </c:pt>
                <c:pt idx="293">
                  <c:v>42216</c:v>
                </c:pt>
                <c:pt idx="294">
                  <c:v>42247</c:v>
                </c:pt>
                <c:pt idx="295">
                  <c:v>42277</c:v>
                </c:pt>
                <c:pt idx="296">
                  <c:v>42308</c:v>
                </c:pt>
                <c:pt idx="297">
                  <c:v>42338</c:v>
                </c:pt>
                <c:pt idx="298">
                  <c:v>42369</c:v>
                </c:pt>
                <c:pt idx="299">
                  <c:v>42400</c:v>
                </c:pt>
                <c:pt idx="300">
                  <c:v>42429</c:v>
                </c:pt>
                <c:pt idx="301">
                  <c:v>42460</c:v>
                </c:pt>
                <c:pt idx="302">
                  <c:v>42490</c:v>
                </c:pt>
                <c:pt idx="303">
                  <c:v>42521</c:v>
                </c:pt>
                <c:pt idx="304">
                  <c:v>42551</c:v>
                </c:pt>
                <c:pt idx="305">
                  <c:v>42582</c:v>
                </c:pt>
                <c:pt idx="306">
                  <c:v>42613</c:v>
                </c:pt>
                <c:pt idx="307">
                  <c:v>42643</c:v>
                </c:pt>
                <c:pt idx="308">
                  <c:v>42674</c:v>
                </c:pt>
                <c:pt idx="309">
                  <c:v>42704</c:v>
                </c:pt>
                <c:pt idx="310">
                  <c:v>42735</c:v>
                </c:pt>
                <c:pt idx="311">
                  <c:v>42766</c:v>
                </c:pt>
                <c:pt idx="312">
                  <c:v>42794</c:v>
                </c:pt>
                <c:pt idx="313">
                  <c:v>42825</c:v>
                </c:pt>
                <c:pt idx="314">
                  <c:v>42855</c:v>
                </c:pt>
                <c:pt idx="315">
                  <c:v>42886</c:v>
                </c:pt>
                <c:pt idx="316">
                  <c:v>42916</c:v>
                </c:pt>
                <c:pt idx="317">
                  <c:v>42947</c:v>
                </c:pt>
                <c:pt idx="318">
                  <c:v>42978</c:v>
                </c:pt>
                <c:pt idx="319">
                  <c:v>43008</c:v>
                </c:pt>
                <c:pt idx="320">
                  <c:v>43039</c:v>
                </c:pt>
                <c:pt idx="321">
                  <c:v>43069</c:v>
                </c:pt>
                <c:pt idx="322">
                  <c:v>43100</c:v>
                </c:pt>
                <c:pt idx="323">
                  <c:v>43131</c:v>
                </c:pt>
                <c:pt idx="324">
                  <c:v>43159</c:v>
                </c:pt>
                <c:pt idx="325">
                  <c:v>43190</c:v>
                </c:pt>
                <c:pt idx="326">
                  <c:v>43220</c:v>
                </c:pt>
                <c:pt idx="327">
                  <c:v>43251</c:v>
                </c:pt>
                <c:pt idx="328">
                  <c:v>43281</c:v>
                </c:pt>
                <c:pt idx="329">
                  <c:v>43312</c:v>
                </c:pt>
                <c:pt idx="330">
                  <c:v>43343</c:v>
                </c:pt>
                <c:pt idx="331">
                  <c:v>43373</c:v>
                </c:pt>
                <c:pt idx="332">
                  <c:v>43404</c:v>
                </c:pt>
                <c:pt idx="333">
                  <c:v>43434</c:v>
                </c:pt>
                <c:pt idx="334">
                  <c:v>43465</c:v>
                </c:pt>
                <c:pt idx="335">
                  <c:v>43496</c:v>
                </c:pt>
                <c:pt idx="336">
                  <c:v>43524</c:v>
                </c:pt>
                <c:pt idx="337">
                  <c:v>43555</c:v>
                </c:pt>
                <c:pt idx="338">
                  <c:v>43585</c:v>
                </c:pt>
                <c:pt idx="339">
                  <c:v>43616</c:v>
                </c:pt>
                <c:pt idx="340">
                  <c:v>43646</c:v>
                </c:pt>
                <c:pt idx="341">
                  <c:v>43677</c:v>
                </c:pt>
                <c:pt idx="342">
                  <c:v>43708</c:v>
                </c:pt>
                <c:pt idx="343">
                  <c:v>43738</c:v>
                </c:pt>
                <c:pt idx="344">
                  <c:v>43769</c:v>
                </c:pt>
                <c:pt idx="345">
                  <c:v>43799</c:v>
                </c:pt>
                <c:pt idx="346">
                  <c:v>43830</c:v>
                </c:pt>
                <c:pt idx="347">
                  <c:v>43861</c:v>
                </c:pt>
                <c:pt idx="348">
                  <c:v>43890</c:v>
                </c:pt>
                <c:pt idx="349">
                  <c:v>43921</c:v>
                </c:pt>
                <c:pt idx="350">
                  <c:v>43951</c:v>
                </c:pt>
                <c:pt idx="351">
                  <c:v>43982</c:v>
                </c:pt>
                <c:pt idx="352">
                  <c:v>44012</c:v>
                </c:pt>
                <c:pt idx="353">
                  <c:v>44043</c:v>
                </c:pt>
                <c:pt idx="354">
                  <c:v>44074</c:v>
                </c:pt>
                <c:pt idx="355">
                  <c:v>44104</c:v>
                </c:pt>
                <c:pt idx="356">
                  <c:v>44135</c:v>
                </c:pt>
                <c:pt idx="357">
                  <c:v>44165</c:v>
                </c:pt>
                <c:pt idx="358">
                  <c:v>44196</c:v>
                </c:pt>
                <c:pt idx="359">
                  <c:v>44227</c:v>
                </c:pt>
                <c:pt idx="360">
                  <c:v>44255</c:v>
                </c:pt>
                <c:pt idx="361">
                  <c:v>44286</c:v>
                </c:pt>
                <c:pt idx="362">
                  <c:v>44316</c:v>
                </c:pt>
                <c:pt idx="363">
                  <c:v>44347</c:v>
                </c:pt>
                <c:pt idx="364">
                  <c:v>44377</c:v>
                </c:pt>
                <c:pt idx="365">
                  <c:v>44408</c:v>
                </c:pt>
                <c:pt idx="366">
                  <c:v>44439</c:v>
                </c:pt>
                <c:pt idx="367">
                  <c:v>44469</c:v>
                </c:pt>
                <c:pt idx="368">
                  <c:v>44500</c:v>
                </c:pt>
                <c:pt idx="369">
                  <c:v>44530</c:v>
                </c:pt>
                <c:pt idx="370">
                  <c:v>44561</c:v>
                </c:pt>
                <c:pt idx="371">
                  <c:v>44592</c:v>
                </c:pt>
                <c:pt idx="372">
                  <c:v>44620</c:v>
                </c:pt>
                <c:pt idx="373">
                  <c:v>44651</c:v>
                </c:pt>
                <c:pt idx="374">
                  <c:v>44681</c:v>
                </c:pt>
                <c:pt idx="375">
                  <c:v>44712</c:v>
                </c:pt>
                <c:pt idx="376">
                  <c:v>44742</c:v>
                </c:pt>
                <c:pt idx="377">
                  <c:v>44773</c:v>
                </c:pt>
                <c:pt idx="378">
                  <c:v>44804</c:v>
                </c:pt>
                <c:pt idx="379">
                  <c:v>44834</c:v>
                </c:pt>
                <c:pt idx="380">
                  <c:v>44865</c:v>
                </c:pt>
                <c:pt idx="381">
                  <c:v>44895</c:v>
                </c:pt>
                <c:pt idx="382">
                  <c:v>44926</c:v>
                </c:pt>
                <c:pt idx="383">
                  <c:v>44957</c:v>
                </c:pt>
                <c:pt idx="384">
                  <c:v>44985</c:v>
                </c:pt>
                <c:pt idx="385">
                  <c:v>45016</c:v>
                </c:pt>
                <c:pt idx="386">
                  <c:v>45046</c:v>
                </c:pt>
                <c:pt idx="387">
                  <c:v>45077</c:v>
                </c:pt>
                <c:pt idx="388">
                  <c:v>45107</c:v>
                </c:pt>
                <c:pt idx="389">
                  <c:v>45138</c:v>
                </c:pt>
                <c:pt idx="390">
                  <c:v>45169</c:v>
                </c:pt>
                <c:pt idx="391">
                  <c:v>45199</c:v>
                </c:pt>
                <c:pt idx="392">
                  <c:v>45230</c:v>
                </c:pt>
                <c:pt idx="393">
                  <c:v>45260</c:v>
                </c:pt>
                <c:pt idx="394">
                  <c:v>45291</c:v>
                </c:pt>
                <c:pt idx="395">
                  <c:v>45322</c:v>
                </c:pt>
                <c:pt idx="396">
                  <c:v>45351</c:v>
                </c:pt>
                <c:pt idx="397">
                  <c:v>45382</c:v>
                </c:pt>
                <c:pt idx="398">
                  <c:v>45412</c:v>
                </c:pt>
                <c:pt idx="399">
                  <c:v>45443</c:v>
                </c:pt>
                <c:pt idx="400">
                  <c:v>45473</c:v>
                </c:pt>
                <c:pt idx="401">
                  <c:v>45504</c:v>
                </c:pt>
                <c:pt idx="402">
                  <c:v>45535</c:v>
                </c:pt>
                <c:pt idx="403">
                  <c:v>45565</c:v>
                </c:pt>
                <c:pt idx="404">
                  <c:v>45596</c:v>
                </c:pt>
                <c:pt idx="405">
                  <c:v>45626</c:v>
                </c:pt>
                <c:pt idx="406">
                  <c:v>45657</c:v>
                </c:pt>
                <c:pt idx="407">
                  <c:v>45688</c:v>
                </c:pt>
                <c:pt idx="408">
                  <c:v>45716</c:v>
                </c:pt>
                <c:pt idx="409">
                  <c:v>45747</c:v>
                </c:pt>
                <c:pt idx="410">
                  <c:v>45777</c:v>
                </c:pt>
                <c:pt idx="411">
                  <c:v>45808</c:v>
                </c:pt>
                <c:pt idx="412">
                  <c:v>45838</c:v>
                </c:pt>
                <c:pt idx="413">
                  <c:v>45869</c:v>
                </c:pt>
                <c:pt idx="414">
                  <c:v>45900</c:v>
                </c:pt>
                <c:pt idx="415">
                  <c:v>45930</c:v>
                </c:pt>
                <c:pt idx="416">
                  <c:v>45961</c:v>
                </c:pt>
                <c:pt idx="417">
                  <c:v>45991</c:v>
                </c:pt>
                <c:pt idx="418">
                  <c:v>46022</c:v>
                </c:pt>
              </c:numCache>
            </c:numRef>
          </c:cat>
          <c:val>
            <c:numRef>
              <c:f>Sheet1!$B$2:$B$420</c:f>
              <c:numCache>
                <c:formatCode>General</c:formatCode>
                <c:ptCount val="419"/>
                <c:pt idx="0">
                  <c:v>0</c:v>
                </c:pt>
                <c:pt idx="1">
                  <c:v>0</c:v>
                </c:pt>
                <c:pt idx="2">
                  <c:v>0</c:v>
                </c:pt>
                <c:pt idx="3">
                  <c:v>0</c:v>
                </c:pt>
                <c:pt idx="4">
                  <c:v>-3.7729696499926524E-2</c:v>
                </c:pt>
                <c:pt idx="5">
                  <c:v>-8.0184959975193593E-6</c:v>
                </c:pt>
                <c:pt idx="6">
                  <c:v>0</c:v>
                </c:pt>
                <c:pt idx="7">
                  <c:v>-7.2117765417875068E-3</c:v>
                </c:pt>
                <c:pt idx="8">
                  <c:v>0</c:v>
                </c:pt>
                <c:pt idx="9">
                  <c:v>-2.9730718312209636E-2</c:v>
                </c:pt>
                <c:pt idx="10">
                  <c:v>0</c:v>
                </c:pt>
                <c:pt idx="11">
                  <c:v>-2.2185697897120438E-2</c:v>
                </c:pt>
                <c:pt idx="12">
                  <c:v>-1.0324814074926358E-2</c:v>
                </c:pt>
                <c:pt idx="13">
                  <c:v>-2.8225685834930681E-2</c:v>
                </c:pt>
                <c:pt idx="14">
                  <c:v>-5.1143038006408181E-3</c:v>
                </c:pt>
                <c:pt idx="15">
                  <c:v>0</c:v>
                </c:pt>
                <c:pt idx="16">
                  <c:v>-7.9892735486675193E-3</c:v>
                </c:pt>
                <c:pt idx="17">
                  <c:v>0</c:v>
                </c:pt>
                <c:pt idx="18">
                  <c:v>-1.3809135730767919E-2</c:v>
                </c:pt>
                <c:pt idx="19">
                  <c:v>0</c:v>
                </c:pt>
                <c:pt idx="20">
                  <c:v>-2.3375773956656465E-3</c:v>
                </c:pt>
                <c:pt idx="21">
                  <c:v>0</c:v>
                </c:pt>
                <c:pt idx="22">
                  <c:v>0</c:v>
                </c:pt>
                <c:pt idx="23">
                  <c:v>0</c:v>
                </c:pt>
                <c:pt idx="24">
                  <c:v>0</c:v>
                </c:pt>
                <c:pt idx="25">
                  <c:v>0</c:v>
                </c:pt>
                <c:pt idx="26">
                  <c:v>-1.8626444002760922E-2</c:v>
                </c:pt>
                <c:pt idx="27">
                  <c:v>0</c:v>
                </c:pt>
                <c:pt idx="28">
                  <c:v>0</c:v>
                </c:pt>
                <c:pt idx="29">
                  <c:v>-2.7044586330604581E-3</c:v>
                </c:pt>
                <c:pt idx="30">
                  <c:v>0</c:v>
                </c:pt>
                <c:pt idx="31">
                  <c:v>-4.4593386217262054E-3</c:v>
                </c:pt>
                <c:pt idx="32">
                  <c:v>0</c:v>
                </c:pt>
                <c:pt idx="33">
                  <c:v>-1.2729129753951351E-2</c:v>
                </c:pt>
                <c:pt idx="34">
                  <c:v>-2.2167948113591684E-3</c:v>
                </c:pt>
                <c:pt idx="35">
                  <c:v>0</c:v>
                </c:pt>
                <c:pt idx="36">
                  <c:v>-2.7417389694229577E-2</c:v>
                </c:pt>
                <c:pt idx="37">
                  <c:v>-6.9003417948479639E-2</c:v>
                </c:pt>
                <c:pt idx="38">
                  <c:v>-6.2228802887761114E-2</c:v>
                </c:pt>
                <c:pt idx="39">
                  <c:v>-5.0263676900743737E-2</c:v>
                </c:pt>
                <c:pt idx="40">
                  <c:v>-7.0006991408014252E-2</c:v>
                </c:pt>
                <c:pt idx="41">
                  <c:v>-4.1554398887173383E-2</c:v>
                </c:pt>
                <c:pt idx="42">
                  <c:v>-9.9204191945450049E-3</c:v>
                </c:pt>
                <c:pt idx="43">
                  <c:v>-3.3982460198065723E-2</c:v>
                </c:pt>
                <c:pt idx="44">
                  <c:v>-1.7917377503744447E-2</c:v>
                </c:pt>
                <c:pt idx="45">
                  <c:v>-4.6590716648973962E-2</c:v>
                </c:pt>
                <c:pt idx="46">
                  <c:v>-3.3098814755363359E-2</c:v>
                </c:pt>
                <c:pt idx="47">
                  <c:v>-8.5656279714307892E-3</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-3.5230220599961615E-2</c:v>
                </c:pt>
                <c:pt idx="66">
                  <c:v>-2.0055657208967403E-2</c:v>
                </c:pt>
                <c:pt idx="67">
                  <c:v>0</c:v>
                </c:pt>
                <c:pt idx="68">
                  <c:v>0</c:v>
                </c:pt>
                <c:pt idx="69">
                  <c:v>0</c:v>
                </c:pt>
                <c:pt idx="70">
                  <c:v>-2.0232273224811914E-2</c:v>
                </c:pt>
                <c:pt idx="71">
                  <c:v>0</c:v>
                </c:pt>
                <c:pt idx="72">
                  <c:v>0</c:v>
                </c:pt>
                <c:pt idx="73">
                  <c:v>-3.6912983550992595E-2</c:v>
                </c:pt>
                <c:pt idx="74">
                  <c:v>0</c:v>
                </c:pt>
                <c:pt idx="75">
                  <c:v>0</c:v>
                </c:pt>
                <c:pt idx="76">
                  <c:v>0</c:v>
                </c:pt>
                <c:pt idx="77">
                  <c:v>0</c:v>
                </c:pt>
                <c:pt idx="78">
                  <c:v>-4.8501765435633226E-2</c:v>
                </c:pt>
                <c:pt idx="79">
                  <c:v>-1.5352132837102794E-2</c:v>
                </c:pt>
                <c:pt idx="80">
                  <c:v>-3.6518956279906756E-2</c:v>
                </c:pt>
                <c:pt idx="81">
                  <c:v>-1.6732444480798248E-2</c:v>
                </c:pt>
                <c:pt idx="82">
                  <c:v>-2.2129292598802586E-3</c:v>
                </c:pt>
                <c:pt idx="83">
                  <c:v>0</c:v>
                </c:pt>
                <c:pt idx="84">
                  <c:v>0</c:v>
                </c:pt>
                <c:pt idx="85">
                  <c:v>0</c:v>
                </c:pt>
                <c:pt idx="86">
                  <c:v>0</c:v>
                </c:pt>
                <c:pt idx="87">
                  <c:v>-1.0984791451623899E-2</c:v>
                </c:pt>
                <c:pt idx="88">
                  <c:v>0</c:v>
                </c:pt>
                <c:pt idx="89">
                  <c:v>-8.5253765121167113E-3</c:v>
                </c:pt>
                <c:pt idx="90">
                  <c:v>-0.11535554047597529</c:v>
                </c:pt>
                <c:pt idx="91">
                  <c:v>-6.4535189657219161E-2</c:v>
                </c:pt>
                <c:pt idx="92">
                  <c:v>-4.0922456900650106E-2</c:v>
                </c:pt>
                <c:pt idx="93">
                  <c:v>-1.9985070034413299E-2</c:v>
                </c:pt>
                <c:pt idx="94">
                  <c:v>0</c:v>
                </c:pt>
                <c:pt idx="95">
                  <c:v>0</c:v>
                </c:pt>
                <c:pt idx="96">
                  <c:v>-3.9165119014300864E-2</c:v>
                </c:pt>
                <c:pt idx="97">
                  <c:v>-1.9472090866720526E-2</c:v>
                </c:pt>
                <c:pt idx="98">
                  <c:v>-6.6676935315201913E-3</c:v>
                </c:pt>
                <c:pt idx="99">
                  <c:v>-2.6012517691353487E-2</c:v>
                </c:pt>
                <c:pt idx="100">
                  <c:v>-9.0999966119154063E-3</c:v>
                </c:pt>
                <c:pt idx="101">
                  <c:v>-2.9000011103806678E-2</c:v>
                </c:pt>
                <c:pt idx="102">
                  <c:v>-3.0649068746514185E-2</c:v>
                </c:pt>
                <c:pt idx="103">
                  <c:v>-4.2344224269561637E-2</c:v>
                </c:pt>
                <c:pt idx="104">
                  <c:v>-2.0402532920651306E-2</c:v>
                </c:pt>
                <c:pt idx="105">
                  <c:v>-1.6426800717135093E-2</c:v>
                </c:pt>
                <c:pt idx="106">
                  <c:v>0</c:v>
                </c:pt>
                <c:pt idx="107">
                  <c:v>-4.24353174588874E-2</c:v>
                </c:pt>
                <c:pt idx="108">
                  <c:v>-5.2236697918610075E-2</c:v>
                </c:pt>
                <c:pt idx="109">
                  <c:v>0</c:v>
                </c:pt>
                <c:pt idx="110">
                  <c:v>-2.6007855618772835E-2</c:v>
                </c:pt>
                <c:pt idx="111">
                  <c:v>-4.1841736128406914E-2</c:v>
                </c:pt>
                <c:pt idx="112">
                  <c:v>-1.8275957989798308E-2</c:v>
                </c:pt>
                <c:pt idx="113">
                  <c:v>-2.1893251564169547E-2</c:v>
                </c:pt>
                <c:pt idx="114">
                  <c:v>0</c:v>
                </c:pt>
                <c:pt idx="115">
                  <c:v>-4.2330314369742772E-2</c:v>
                </c:pt>
                <c:pt idx="116">
                  <c:v>-4.4208811750542365E-2</c:v>
                </c:pt>
                <c:pt idx="117">
                  <c:v>-9.9348806846686677E-2</c:v>
                </c:pt>
                <c:pt idx="118">
                  <c:v>-8.0039283406334927E-2</c:v>
                </c:pt>
                <c:pt idx="119">
                  <c:v>-6.7614868091272595E-2</c:v>
                </c:pt>
                <c:pt idx="120">
                  <c:v>-8.7382452658475884E-2</c:v>
                </c:pt>
                <c:pt idx="121">
                  <c:v>-0.10869215007270372</c:v>
                </c:pt>
                <c:pt idx="122">
                  <c:v>-9.6012029951889066E-2</c:v>
                </c:pt>
                <c:pt idx="123">
                  <c:v>-9.4484633928217043E-2</c:v>
                </c:pt>
                <c:pt idx="124">
                  <c:v>-0.10042760255851968</c:v>
                </c:pt>
                <c:pt idx="125">
                  <c:v>-8.6854486620699278E-2</c:v>
                </c:pt>
                <c:pt idx="126">
                  <c:v>-9.7944927019010142E-2</c:v>
                </c:pt>
                <c:pt idx="127">
                  <c:v>-0.11414552152611346</c:v>
                </c:pt>
                <c:pt idx="128">
                  <c:v>-9.2501541981446778E-2</c:v>
                </c:pt>
                <c:pt idx="129">
                  <c:v>-8.3290650165603664E-2</c:v>
                </c:pt>
                <c:pt idx="130">
                  <c:v>-9.0279301655195821E-2</c:v>
                </c:pt>
                <c:pt idx="131">
                  <c:v>-9.6708713857387107E-2</c:v>
                </c:pt>
                <c:pt idx="132">
                  <c:v>-9.3313332469595944E-2</c:v>
                </c:pt>
                <c:pt idx="133">
                  <c:v>-9.9911988140342745E-2</c:v>
                </c:pt>
                <c:pt idx="134">
                  <c:v>-0.10632011350875614</c:v>
                </c:pt>
                <c:pt idx="135">
                  <c:v>-0.10542002208049106</c:v>
                </c:pt>
                <c:pt idx="136">
                  <c:v>-0.11937209621964218</c:v>
                </c:pt>
                <c:pt idx="137">
                  <c:v>-0.12993798698559778</c:v>
                </c:pt>
                <c:pt idx="138">
                  <c:v>-0.11000299855275808</c:v>
                </c:pt>
                <c:pt idx="139">
                  <c:v>-0.12418449745596061</c:v>
                </c:pt>
                <c:pt idx="140">
                  <c:v>-0.10469206492536853</c:v>
                </c:pt>
                <c:pt idx="141">
                  <c:v>-9.4456514283596804E-2</c:v>
                </c:pt>
                <c:pt idx="142">
                  <c:v>-9.6356824099008365E-2</c:v>
                </c:pt>
                <c:pt idx="143">
                  <c:v>-0.11163157273697955</c:v>
                </c:pt>
                <c:pt idx="144">
                  <c:v>-0.10237074884190422</c:v>
                </c:pt>
                <c:pt idx="145">
                  <c:v>-0.10254577391963404</c:v>
                </c:pt>
                <c:pt idx="146">
                  <c:v>-7.3913668486209061E-2</c:v>
                </c:pt>
                <c:pt idx="147">
                  <c:v>-2.7201419963213125E-2</c:v>
                </c:pt>
                <c:pt idx="148">
                  <c:v>-2.4190515585510108E-2</c:v>
                </c:pt>
                <c:pt idx="149">
                  <c:v>-4.2327949165989698E-2</c:v>
                </c:pt>
                <c:pt idx="150">
                  <c:v>-2.8463913166537402E-2</c:v>
                </c:pt>
                <c:pt idx="151">
                  <c:v>-1.7614986351460304E-2</c:v>
                </c:pt>
                <c:pt idx="152">
                  <c:v>0</c:v>
                </c:pt>
                <c:pt idx="153">
                  <c:v>0</c:v>
                </c:pt>
                <c:pt idx="154">
                  <c:v>0</c:v>
                </c:pt>
                <c:pt idx="155">
                  <c:v>0</c:v>
                </c:pt>
                <c:pt idx="156">
                  <c:v>0</c:v>
                </c:pt>
                <c:pt idx="157">
                  <c:v>-9.2636642000695213E-3</c:v>
                </c:pt>
                <c:pt idx="158">
                  <c:v>-3.1650631655116501E-2</c:v>
                </c:pt>
                <c:pt idx="159">
                  <c:v>-2.2284490626263587E-2</c:v>
                </c:pt>
                <c:pt idx="160">
                  <c:v>-5.6912013877051804E-3</c:v>
                </c:pt>
                <c:pt idx="161">
                  <c:v>-2.9350087129416669E-2</c:v>
                </c:pt>
                <c:pt idx="162">
                  <c:v>-1.9643723029002857E-2</c:v>
                </c:pt>
                <c:pt idx="163">
                  <c:v>-1.0635165852116657E-2</c:v>
                </c:pt>
                <c:pt idx="164">
                  <c:v>0</c:v>
                </c:pt>
                <c:pt idx="165">
                  <c:v>0</c:v>
                </c:pt>
                <c:pt idx="166">
                  <c:v>0</c:v>
                </c:pt>
                <c:pt idx="167">
                  <c:v>-1.7171574602961148E-2</c:v>
                </c:pt>
                <c:pt idx="168">
                  <c:v>-3.4205636827537855E-3</c:v>
                </c:pt>
                <c:pt idx="169">
                  <c:v>-1.9040018371290657E-2</c:v>
                </c:pt>
                <c:pt idx="170">
                  <c:v>-2.8585102008769847E-2</c:v>
                </c:pt>
                <c:pt idx="171">
                  <c:v>0</c:v>
                </c:pt>
                <c:pt idx="172">
                  <c:v>0</c:v>
                </c:pt>
                <c:pt idx="173">
                  <c:v>0</c:v>
                </c:pt>
                <c:pt idx="174">
                  <c:v>-2.3377395713967131E-3</c:v>
                </c:pt>
                <c:pt idx="175">
                  <c:v>-3.4392806914418372E-4</c:v>
                </c:pt>
                <c:pt idx="176">
                  <c:v>-1.6611195940324341E-2</c:v>
                </c:pt>
                <c:pt idx="177">
                  <c:v>0</c:v>
                </c:pt>
                <c:pt idx="178">
                  <c:v>0</c:v>
                </c:pt>
                <c:pt idx="179">
                  <c:v>0</c:v>
                </c:pt>
                <c:pt idx="180">
                  <c:v>0</c:v>
                </c:pt>
                <c:pt idx="181">
                  <c:v>0</c:v>
                </c:pt>
                <c:pt idx="182">
                  <c:v>0</c:v>
                </c:pt>
                <c:pt idx="183">
                  <c:v>-2.2953188514599376E-2</c:v>
                </c:pt>
                <c:pt idx="184">
                  <c:v>-2.151572497674481E-2</c:v>
                </c:pt>
                <c:pt idx="185">
                  <c:v>-1.3401962874031836E-2</c:v>
                </c:pt>
                <c:pt idx="186">
                  <c:v>0</c:v>
                </c:pt>
                <c:pt idx="187">
                  <c:v>0</c:v>
                </c:pt>
                <c:pt idx="188">
                  <c:v>0</c:v>
                </c:pt>
                <c:pt idx="189">
                  <c:v>0</c:v>
                </c:pt>
                <c:pt idx="190">
                  <c:v>0</c:v>
                </c:pt>
                <c:pt idx="191">
                  <c:v>0</c:v>
                </c:pt>
                <c:pt idx="192">
                  <c:v>-1.0545974021634263E-2</c:v>
                </c:pt>
                <c:pt idx="193">
                  <c:v>-2.3501740321149045E-3</c:v>
                </c:pt>
                <c:pt idx="194">
                  <c:v>0</c:v>
                </c:pt>
                <c:pt idx="195">
                  <c:v>0</c:v>
                </c:pt>
                <c:pt idx="196">
                  <c:v>-1.4496688752404174E-2</c:v>
                </c:pt>
                <c:pt idx="197">
                  <c:v>-3.4234774811685242E-2</c:v>
                </c:pt>
                <c:pt idx="198">
                  <c:v>-1.8192460811392253E-2</c:v>
                </c:pt>
                <c:pt idx="199">
                  <c:v>0</c:v>
                </c:pt>
                <c:pt idx="200">
                  <c:v>0</c:v>
                </c:pt>
                <c:pt idx="201">
                  <c:v>-2.4348472676161803E-2</c:v>
                </c:pt>
                <c:pt idx="202">
                  <c:v>-3.0232021532093367E-2</c:v>
                </c:pt>
                <c:pt idx="203">
                  <c:v>-3.3655151649025772E-2</c:v>
                </c:pt>
                <c:pt idx="204">
                  <c:v>-3.7648451712479547E-2</c:v>
                </c:pt>
                <c:pt idx="205">
                  <c:v>-3.3733589587381152E-2</c:v>
                </c:pt>
                <c:pt idx="206">
                  <c:v>-2.8580779820837843E-2</c:v>
                </c:pt>
                <c:pt idx="207">
                  <c:v>-3.549527754367543E-2</c:v>
                </c:pt>
                <c:pt idx="208">
                  <c:v>-6.2748943725879358E-2</c:v>
                </c:pt>
                <c:pt idx="209">
                  <c:v>-6.4031210561193541E-2</c:v>
                </c:pt>
                <c:pt idx="210">
                  <c:v>-4.9724728562524523E-2</c:v>
                </c:pt>
                <c:pt idx="211">
                  <c:v>-8.2714212954429933E-2</c:v>
                </c:pt>
                <c:pt idx="212">
                  <c:v>-0.14976792218956514</c:v>
                </c:pt>
                <c:pt idx="213">
                  <c:v>-0.12500668305304363</c:v>
                </c:pt>
                <c:pt idx="214">
                  <c:v>-8.8190974923778032E-2</c:v>
                </c:pt>
                <c:pt idx="215">
                  <c:v>-0.14721218200978403</c:v>
                </c:pt>
                <c:pt idx="216">
                  <c:v>-0.18889174579635959</c:v>
                </c:pt>
                <c:pt idx="217">
                  <c:v>-0.14610842303866467</c:v>
                </c:pt>
                <c:pt idx="218">
                  <c:v>-0.13189743835059431</c:v>
                </c:pt>
                <c:pt idx="219">
                  <c:v>-0.12464896384538637</c:v>
                </c:pt>
                <c:pt idx="220">
                  <c:v>-0.12507105140604402</c:v>
                </c:pt>
                <c:pt idx="221">
                  <c:v>-9.6617601332671055E-2</c:v>
                </c:pt>
                <c:pt idx="222">
                  <c:v>-7.6506887765510623E-2</c:v>
                </c:pt>
                <c:pt idx="223">
                  <c:v>-5.1971641343757868E-2</c:v>
                </c:pt>
                <c:pt idx="224">
                  <c:v>-6.7132323043307629E-2</c:v>
                </c:pt>
                <c:pt idx="225">
                  <c:v>-1.8667701719162544E-2</c:v>
                </c:pt>
                <c:pt idx="226">
                  <c:v>-2.6932879636104246E-2</c:v>
                </c:pt>
                <c:pt idx="227">
                  <c:v>-5.0748115027301921E-2</c:v>
                </c:pt>
                <c:pt idx="228">
                  <c:v>-3.1324876574562399E-2</c:v>
                </c:pt>
                <c:pt idx="229">
                  <c:v>0</c:v>
                </c:pt>
                <c:pt idx="230">
                  <c:v>0</c:v>
                </c:pt>
                <c:pt idx="231">
                  <c:v>-5.6840400015871428E-2</c:v>
                </c:pt>
                <c:pt idx="232">
                  <c:v>-7.4396507728450079E-2</c:v>
                </c:pt>
                <c:pt idx="233">
                  <c:v>-4.5647932398466984E-2</c:v>
                </c:pt>
                <c:pt idx="234">
                  <c:v>-3.7759228372722387E-2</c:v>
                </c:pt>
                <c:pt idx="235">
                  <c:v>0</c:v>
                </c:pt>
                <c:pt idx="236">
                  <c:v>0</c:v>
                </c:pt>
                <c:pt idx="237">
                  <c:v>-2.5803535319051107E-3</c:v>
                </c:pt>
                <c:pt idx="238">
                  <c:v>0</c:v>
                </c:pt>
                <c:pt idx="239">
                  <c:v>0</c:v>
                </c:pt>
                <c:pt idx="240">
                  <c:v>0</c:v>
                </c:pt>
                <c:pt idx="241">
                  <c:v>0</c:v>
                </c:pt>
                <c:pt idx="242">
                  <c:v>0</c:v>
                </c:pt>
                <c:pt idx="243">
                  <c:v>-3.8785252343710441E-3</c:v>
                </c:pt>
                <c:pt idx="244">
                  <c:v>-1.885927400513332E-2</c:v>
                </c:pt>
                <c:pt idx="245">
                  <c:v>-2.8180628795830054E-2</c:v>
                </c:pt>
                <c:pt idx="246">
                  <c:v>-5.9730314286555841E-2</c:v>
                </c:pt>
                <c:pt idx="247">
                  <c:v>-6.9277171545544691E-2</c:v>
                </c:pt>
                <c:pt idx="248">
                  <c:v>-4.0184862205390748E-2</c:v>
                </c:pt>
                <c:pt idx="249">
                  <c:v>-3.5333408842715186E-2</c:v>
                </c:pt>
                <c:pt idx="250">
                  <c:v>-2.2092208677258807E-2</c:v>
                </c:pt>
                <c:pt idx="251">
                  <c:v>0</c:v>
                </c:pt>
                <c:pt idx="252">
                  <c:v>0</c:v>
                </c:pt>
                <c:pt idx="253">
                  <c:v>0</c:v>
                </c:pt>
                <c:pt idx="254">
                  <c:v>0</c:v>
                </c:pt>
                <c:pt idx="255">
                  <c:v>-4.1123240964550556E-2</c:v>
                </c:pt>
                <c:pt idx="256">
                  <c:v>-1.972496994941908E-2</c:v>
                </c:pt>
                <c:pt idx="257">
                  <c:v>-5.2074667576336164E-3</c:v>
                </c:pt>
                <c:pt idx="258">
                  <c:v>0</c:v>
                </c:pt>
                <c:pt idx="259">
                  <c:v>0</c:v>
                </c:pt>
                <c:pt idx="260">
                  <c:v>-1.5778255131697949E-2</c:v>
                </c:pt>
                <c:pt idx="261">
                  <c:v>-9.1195481862347272E-3</c:v>
                </c:pt>
                <c:pt idx="262">
                  <c:v>-4.5202561415107478E-3</c:v>
                </c:pt>
                <c:pt idx="263">
                  <c:v>0</c:v>
                </c:pt>
                <c:pt idx="264">
                  <c:v>0</c:v>
                </c:pt>
                <c:pt idx="265">
                  <c:v>0</c:v>
                </c:pt>
                <c:pt idx="266">
                  <c:v>0</c:v>
                </c:pt>
                <c:pt idx="267">
                  <c:v>0</c:v>
                </c:pt>
                <c:pt idx="268">
                  <c:v>-1.6711899539872732E-2</c:v>
                </c:pt>
                <c:pt idx="269">
                  <c:v>0</c:v>
                </c:pt>
                <c:pt idx="270">
                  <c:v>-2.5859594237540362E-2</c:v>
                </c:pt>
                <c:pt idx="271">
                  <c:v>0</c:v>
                </c:pt>
                <c:pt idx="272">
                  <c:v>0</c:v>
                </c:pt>
                <c:pt idx="273">
                  <c:v>0</c:v>
                </c:pt>
                <c:pt idx="274">
                  <c:v>0</c:v>
                </c:pt>
                <c:pt idx="275">
                  <c:v>-2.0697191169080198E-2</c:v>
                </c:pt>
                <c:pt idx="276">
                  <c:v>0</c:v>
                </c:pt>
                <c:pt idx="277">
                  <c:v>0</c:v>
                </c:pt>
                <c:pt idx="278">
                  <c:v>0</c:v>
                </c:pt>
                <c:pt idx="279">
                  <c:v>0</c:v>
                </c:pt>
                <c:pt idx="280">
                  <c:v>0</c:v>
                </c:pt>
                <c:pt idx="281">
                  <c:v>-1.1488386373919801E-2</c:v>
                </c:pt>
                <c:pt idx="282">
                  <c:v>0</c:v>
                </c:pt>
                <c:pt idx="283">
                  <c:v>-1.3813265980514244E-2</c:v>
                </c:pt>
                <c:pt idx="284">
                  <c:v>0</c:v>
                </c:pt>
                <c:pt idx="285">
                  <c:v>0</c:v>
                </c:pt>
                <c:pt idx="286">
                  <c:v>-1.472905394867885E-3</c:v>
                </c:pt>
                <c:pt idx="287">
                  <c:v>-1.6119240413379421E-2</c:v>
                </c:pt>
                <c:pt idx="288">
                  <c:v>0</c:v>
                </c:pt>
                <c:pt idx="289">
                  <c:v>-1.1233508240650392E-2</c:v>
                </c:pt>
                <c:pt idx="290">
                  <c:v>-5.2817947328375192E-3</c:v>
                </c:pt>
                <c:pt idx="291">
                  <c:v>0</c:v>
                </c:pt>
                <c:pt idx="292">
                  <c:v>-1.9212071255949592E-2</c:v>
                </c:pt>
                <c:pt idx="293">
                  <c:v>0</c:v>
                </c:pt>
                <c:pt idx="294">
                  <c:v>-4.8079144311994781E-2</c:v>
                </c:pt>
                <c:pt idx="295">
                  <c:v>-4.8742211786528378E-2</c:v>
                </c:pt>
                <c:pt idx="296">
                  <c:v>-2.0773641489155392E-2</c:v>
                </c:pt>
                <c:pt idx="297">
                  <c:v>-2.1174316083276135E-2</c:v>
                </c:pt>
                <c:pt idx="298">
                  <c:v>-3.4209792760980906E-2</c:v>
                </c:pt>
                <c:pt idx="299">
                  <c:v>-3.4977570116389689E-2</c:v>
                </c:pt>
                <c:pt idx="300">
                  <c:v>-2.397561448579888E-2</c:v>
                </c:pt>
                <c:pt idx="301">
                  <c:v>0</c:v>
                </c:pt>
                <c:pt idx="302">
                  <c:v>-2.8895469262613105E-4</c:v>
                </c:pt>
                <c:pt idx="303">
                  <c:v>0</c:v>
                </c:pt>
                <c:pt idx="304">
                  <c:v>0</c:v>
                </c:pt>
                <c:pt idx="305">
                  <c:v>0</c:v>
                </c:pt>
                <c:pt idx="306">
                  <c:v>-8.446542594218176E-4</c:v>
                </c:pt>
                <c:pt idx="307">
                  <c:v>-8.000517569241028E-4</c:v>
                </c:pt>
                <c:pt idx="308">
                  <c:v>-1.9476426090679899E-2</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-3.1623363289553508E-2</c:v>
                </c:pt>
                <c:pt idx="325">
                  <c:v>-4.8659128429679344E-2</c:v>
                </c:pt>
                <c:pt idx="326">
                  <c:v>-5.2476934255671126E-2</c:v>
                </c:pt>
                <c:pt idx="327">
                  <c:v>-3.6046334802904201E-2</c:v>
                </c:pt>
                <c:pt idx="328">
                  <c:v>-3.1179386931909803E-2</c:v>
                </c:pt>
                <c:pt idx="329">
                  <c:v>-3.7087297955110676E-3</c:v>
                </c:pt>
                <c:pt idx="330">
                  <c:v>0</c:v>
                </c:pt>
                <c:pt idx="331">
                  <c:v>0</c:v>
                </c:pt>
                <c:pt idx="332">
                  <c:v>-5.5875907984210049E-2</c:v>
                </c:pt>
                <c:pt idx="333">
                  <c:v>-3.7720561077945081E-2</c:v>
                </c:pt>
                <c:pt idx="334">
                  <c:v>-5.4920786560793466E-2</c:v>
                </c:pt>
                <c:pt idx="335">
                  <c:v>-2.0381542199151781E-2</c:v>
                </c:pt>
                <c:pt idx="336">
                  <c:v>-1.1624863736692026E-2</c:v>
                </c:pt>
                <c:pt idx="337">
                  <c:v>0</c:v>
                </c:pt>
                <c:pt idx="338">
                  <c:v>0</c:v>
                </c:pt>
                <c:pt idx="339">
                  <c:v>-4.3790027032282741E-2</c:v>
                </c:pt>
                <c:pt idx="340">
                  <c:v>0</c:v>
                </c:pt>
                <c:pt idx="341">
                  <c:v>0</c:v>
                </c:pt>
                <c:pt idx="342">
                  <c:v>-2.7119529267517484E-3</c:v>
                </c:pt>
                <c:pt idx="343">
                  <c:v>0</c:v>
                </c:pt>
                <c:pt idx="344">
                  <c:v>0</c:v>
                </c:pt>
                <c:pt idx="345">
                  <c:v>0</c:v>
                </c:pt>
                <c:pt idx="346">
                  <c:v>0</c:v>
                </c:pt>
                <c:pt idx="347">
                  <c:v>0</c:v>
                </c:pt>
                <c:pt idx="348">
                  <c:v>-5.8436275766274304E-2</c:v>
                </c:pt>
                <c:pt idx="349">
                  <c:v>-8.1000387485829051E-2</c:v>
                </c:pt>
                <c:pt idx="350">
                  <c:v>-3.0354878359144077E-2</c:v>
                </c:pt>
                <c:pt idx="351">
                  <c:v>-1.2134482176289429E-2</c:v>
                </c:pt>
                <c:pt idx="352">
                  <c:v>-4.5274084740072329E-3</c:v>
                </c:pt>
                <c:pt idx="353">
                  <c:v>0</c:v>
                </c:pt>
                <c:pt idx="354">
                  <c:v>0</c:v>
                </c:pt>
                <c:pt idx="355">
                  <c:v>-2.969877169723778E-2</c:v>
                </c:pt>
                <c:pt idx="356">
                  <c:v>-5.3751954399087865E-2</c:v>
                </c:pt>
                <c:pt idx="357">
                  <c:v>-9.7296823298713697E-3</c:v>
                </c:pt>
                <c:pt idx="358">
                  <c:v>0</c:v>
                </c:pt>
                <c:pt idx="359">
                  <c:v>-1.1320274874985992E-2</c:v>
                </c:pt>
                <c:pt idx="360">
                  <c:v>0</c:v>
                </c:pt>
                <c:pt idx="361">
                  <c:v>0</c:v>
                </c:pt>
                <c:pt idx="362">
                  <c:v>0</c:v>
                </c:pt>
                <c:pt idx="363">
                  <c:v>0</c:v>
                </c:pt>
                <c:pt idx="364">
                  <c:v>0</c:v>
                </c:pt>
                <c:pt idx="365">
                  <c:v>0</c:v>
                </c:pt>
                <c:pt idx="366">
                  <c:v>0</c:v>
                </c:pt>
                <c:pt idx="367">
                  <c:v>-4.1058141343059962E-2</c:v>
                </c:pt>
                <c:pt idx="368">
                  <c:v>-1.3238273925545441E-3</c:v>
                </c:pt>
                <c:pt idx="369">
                  <c:v>-4.37575179360572E-3</c:v>
                </c:pt>
                <c:pt idx="370">
                  <c:v>0</c:v>
                </c:pt>
                <c:pt idx="371">
                  <c:v>-4.6068450211062983E-2</c:v>
                </c:pt>
                <c:pt idx="372">
                  <c:v>-6.4025821796939275E-2</c:v>
                </c:pt>
                <c:pt idx="373">
                  <c:v>-5.8891978669349476E-2</c:v>
                </c:pt>
                <c:pt idx="374">
                  <c:v>-0.1259239378699436</c:v>
                </c:pt>
                <c:pt idx="375">
                  <c:v>-0.12220548892609706</c:v>
                </c:pt>
                <c:pt idx="376">
                  <c:v>-0.15582059718269436</c:v>
                </c:pt>
                <c:pt idx="377">
                  <c:v>-0.10972741165474731</c:v>
                </c:pt>
                <c:pt idx="378">
                  <c:v>-0.1449096052997666</c:v>
                </c:pt>
                <c:pt idx="379">
                  <c:v>-0.20382257151071459</c:v>
                </c:pt>
                <c:pt idx="380">
                  <c:v>-0.18700855247004855</c:v>
                </c:pt>
                <c:pt idx="381">
                  <c:v>-0.1501568654769323</c:v>
                </c:pt>
                <c:pt idx="382">
                  <c:v>-0.17656481447083505</c:v>
                </c:pt>
                <c:pt idx="383">
                  <c:v>-0.13453332725569112</c:v>
                </c:pt>
                <c:pt idx="384">
                  <c:v>-0.15755338108592454</c:v>
                </c:pt>
                <c:pt idx="385">
                  <c:v>-0.12546291466264148</c:v>
                </c:pt>
                <c:pt idx="386">
                  <c:v>-0.11344740655589902</c:v>
                </c:pt>
                <c:pt idx="387">
                  <c:v>-0.11280634959332181</c:v>
                </c:pt>
                <c:pt idx="388">
                  <c:v>-6.7859280594858129E-2</c:v>
                </c:pt>
                <c:pt idx="389">
                  <c:v>-4.5754339794950805E-2</c:v>
                </c:pt>
                <c:pt idx="390">
                  <c:v>-5.9141252573023495E-2</c:v>
                </c:pt>
                <c:pt idx="391">
                  <c:v>-0.10186415748114275</c:v>
                </c:pt>
                <c:pt idx="392">
                  <c:v>-0.12036861056431325</c:v>
                </c:pt>
                <c:pt idx="393">
                  <c:v>-5.6325502153869889E-2</c:v>
                </c:pt>
                <c:pt idx="394">
                  <c:v>-1.3735643268384168E-2</c:v>
                </c:pt>
                <c:pt idx="395">
                  <c:v>-1.6141199682545571E-3</c:v>
                </c:pt>
                <c:pt idx="396">
                  <c:v>0</c:v>
                </c:pt>
                <c:pt idx="397">
                  <c:v>0</c:v>
                </c:pt>
                <c:pt idx="398">
                  <c:v>-3.9727733717657809E-2</c:v>
                </c:pt>
                <c:pt idx="399">
                  <c:v>0</c:v>
                </c:pt>
                <c:pt idx="400">
                  <c:v>0</c:v>
                </c:pt>
                <c:pt idx="401">
                  <c:v>0</c:v>
                </c:pt>
                <c:pt idx="402">
                  <c:v>0</c:v>
                </c:pt>
                <c:pt idx="403">
                  <c:v>0</c:v>
                </c:pt>
                <c:pt idx="404">
                  <c:v>-1.4201770866564156E-2</c:v>
                </c:pt>
                <c:pt idx="405">
                  <c:v>0</c:v>
                </c:pt>
                <c:pt idx="406">
                  <c:v>-2.4734866230993857E-2</c:v>
                </c:pt>
                <c:pt idx="407">
                  <c:v>-2.2638450201759586E-3</c:v>
                </c:pt>
                <c:pt idx="408">
                  <c:v>-6.4338405565679269E-3</c:v>
                </c:pt>
                <c:pt idx="409">
                  <c:v>-5.0356240034994282E-2</c:v>
                </c:pt>
                <c:pt idx="410">
                  <c:v>-5.3914271152396442E-2</c:v>
                </c:pt>
                <c:pt idx="411">
                  <c:v>-3.904218033791762E-2</c:v>
                </c:pt>
                <c:pt idx="412">
                  <c:v>-9.4550192170498315E-3</c:v>
                </c:pt>
                <c:pt idx="413">
                  <c:v>0</c:v>
                </c:pt>
                <c:pt idx="414">
                  <c:v>0</c:v>
                </c:pt>
                <c:pt idx="415">
                  <c:v>0</c:v>
                </c:pt>
                <c:pt idx="416">
                  <c:v>0</c:v>
                </c:pt>
                <c:pt idx="417">
                  <c:v>0</c:v>
                </c:pt>
                <c:pt idx="418">
                  <c:v>-1.4340627944451345E-3</c:v>
                </c:pt>
              </c:numCache>
            </c:numRef>
          </c:val>
          <c:smooth val="0"/>
          <c:extLst>
            <c:ext xmlns:c16="http://schemas.microsoft.com/office/drawing/2014/chart" uri="{C3380CC4-5D6E-409C-BE32-E72D297353CC}">
              <c16:uniqueId val="{00000000-FEEB-497C-8590-F57B3B96242C}"/>
            </c:ext>
          </c:extLst>
        </c:ser>
        <c:ser>
          <c:idx val="1"/>
          <c:order val="1"/>
          <c:tx>
            <c:strRef>
              <c:f>Sheet1!$C$1</c:f>
              <c:strCache>
                <c:ptCount val="1"/>
                <c:pt idx="0">
                  <c:v>Static, same average</c:v>
                </c:pt>
              </c:strCache>
            </c:strRef>
          </c:tx>
          <c:spPr>
            <a:ln w="19050">
              <a:solidFill>
                <a:srgbClr val="8A8B8C"/>
              </a:solidFill>
            </a:ln>
          </c:spPr>
          <c:marker>
            <c:symbol val="none"/>
          </c:marker>
          <c:cat>
            <c:numRef>
              <c:f>Sheet1!$A$2:$A$420</c:f>
              <c:numCache>
                <c:formatCode>yyyy\-mm\-dd</c:formatCode>
                <c:ptCount val="419"/>
                <c:pt idx="0">
                  <c:v>33297</c:v>
                </c:pt>
                <c:pt idx="1">
                  <c:v>33328</c:v>
                </c:pt>
                <c:pt idx="2">
                  <c:v>33358</c:v>
                </c:pt>
                <c:pt idx="3">
                  <c:v>33389</c:v>
                </c:pt>
                <c:pt idx="4">
                  <c:v>33419</c:v>
                </c:pt>
                <c:pt idx="5">
                  <c:v>33450</c:v>
                </c:pt>
                <c:pt idx="6">
                  <c:v>33481</c:v>
                </c:pt>
                <c:pt idx="7">
                  <c:v>33511</c:v>
                </c:pt>
                <c:pt idx="8">
                  <c:v>33542</c:v>
                </c:pt>
                <c:pt idx="9">
                  <c:v>33572</c:v>
                </c:pt>
                <c:pt idx="10">
                  <c:v>33603</c:v>
                </c:pt>
                <c:pt idx="11">
                  <c:v>33634</c:v>
                </c:pt>
                <c:pt idx="12">
                  <c:v>33663</c:v>
                </c:pt>
                <c:pt idx="13">
                  <c:v>33694</c:v>
                </c:pt>
                <c:pt idx="14">
                  <c:v>33724</c:v>
                </c:pt>
                <c:pt idx="15">
                  <c:v>33755</c:v>
                </c:pt>
                <c:pt idx="16">
                  <c:v>33785</c:v>
                </c:pt>
                <c:pt idx="17">
                  <c:v>33816</c:v>
                </c:pt>
                <c:pt idx="18">
                  <c:v>33847</c:v>
                </c:pt>
                <c:pt idx="19">
                  <c:v>33877</c:v>
                </c:pt>
                <c:pt idx="20">
                  <c:v>33908</c:v>
                </c:pt>
                <c:pt idx="21">
                  <c:v>33938</c:v>
                </c:pt>
                <c:pt idx="22">
                  <c:v>33969</c:v>
                </c:pt>
                <c:pt idx="23">
                  <c:v>34000</c:v>
                </c:pt>
                <c:pt idx="24">
                  <c:v>34028</c:v>
                </c:pt>
                <c:pt idx="25">
                  <c:v>34059</c:v>
                </c:pt>
                <c:pt idx="26">
                  <c:v>34089</c:v>
                </c:pt>
                <c:pt idx="27">
                  <c:v>34120</c:v>
                </c:pt>
                <c:pt idx="28">
                  <c:v>34150</c:v>
                </c:pt>
                <c:pt idx="29">
                  <c:v>34181</c:v>
                </c:pt>
                <c:pt idx="30">
                  <c:v>34212</c:v>
                </c:pt>
                <c:pt idx="31">
                  <c:v>34242</c:v>
                </c:pt>
                <c:pt idx="32">
                  <c:v>34273</c:v>
                </c:pt>
                <c:pt idx="33">
                  <c:v>34303</c:v>
                </c:pt>
                <c:pt idx="34">
                  <c:v>34334</c:v>
                </c:pt>
                <c:pt idx="35">
                  <c:v>34365</c:v>
                </c:pt>
                <c:pt idx="36">
                  <c:v>34393</c:v>
                </c:pt>
                <c:pt idx="37">
                  <c:v>34424</c:v>
                </c:pt>
                <c:pt idx="38">
                  <c:v>34454</c:v>
                </c:pt>
                <c:pt idx="39">
                  <c:v>34485</c:v>
                </c:pt>
                <c:pt idx="40">
                  <c:v>34515</c:v>
                </c:pt>
                <c:pt idx="41">
                  <c:v>34546</c:v>
                </c:pt>
                <c:pt idx="42">
                  <c:v>34577</c:v>
                </c:pt>
                <c:pt idx="43">
                  <c:v>34607</c:v>
                </c:pt>
                <c:pt idx="44">
                  <c:v>34638</c:v>
                </c:pt>
                <c:pt idx="45">
                  <c:v>34668</c:v>
                </c:pt>
                <c:pt idx="46">
                  <c:v>34699</c:v>
                </c:pt>
                <c:pt idx="47">
                  <c:v>34730</c:v>
                </c:pt>
                <c:pt idx="48">
                  <c:v>34758</c:v>
                </c:pt>
                <c:pt idx="49">
                  <c:v>34789</c:v>
                </c:pt>
                <c:pt idx="50">
                  <c:v>34819</c:v>
                </c:pt>
                <c:pt idx="51">
                  <c:v>34850</c:v>
                </c:pt>
                <c:pt idx="52">
                  <c:v>34880</c:v>
                </c:pt>
                <c:pt idx="53">
                  <c:v>34911</c:v>
                </c:pt>
                <c:pt idx="54">
                  <c:v>34942</c:v>
                </c:pt>
                <c:pt idx="55">
                  <c:v>34972</c:v>
                </c:pt>
                <c:pt idx="56">
                  <c:v>35003</c:v>
                </c:pt>
                <c:pt idx="57">
                  <c:v>35033</c:v>
                </c:pt>
                <c:pt idx="58">
                  <c:v>35064</c:v>
                </c:pt>
                <c:pt idx="59">
                  <c:v>35095</c:v>
                </c:pt>
                <c:pt idx="60">
                  <c:v>35124</c:v>
                </c:pt>
                <c:pt idx="61">
                  <c:v>35155</c:v>
                </c:pt>
                <c:pt idx="62">
                  <c:v>35185</c:v>
                </c:pt>
                <c:pt idx="63">
                  <c:v>35216</c:v>
                </c:pt>
                <c:pt idx="64">
                  <c:v>35246</c:v>
                </c:pt>
                <c:pt idx="65">
                  <c:v>35277</c:v>
                </c:pt>
                <c:pt idx="66">
                  <c:v>35308</c:v>
                </c:pt>
                <c:pt idx="67">
                  <c:v>35338</c:v>
                </c:pt>
                <c:pt idx="68">
                  <c:v>35369</c:v>
                </c:pt>
                <c:pt idx="69">
                  <c:v>35399</c:v>
                </c:pt>
                <c:pt idx="70">
                  <c:v>35430</c:v>
                </c:pt>
                <c:pt idx="71">
                  <c:v>35461</c:v>
                </c:pt>
                <c:pt idx="72">
                  <c:v>35489</c:v>
                </c:pt>
                <c:pt idx="73">
                  <c:v>35520</c:v>
                </c:pt>
                <c:pt idx="74">
                  <c:v>35550</c:v>
                </c:pt>
                <c:pt idx="75">
                  <c:v>35581</c:v>
                </c:pt>
                <c:pt idx="76">
                  <c:v>35611</c:v>
                </c:pt>
                <c:pt idx="77">
                  <c:v>35642</c:v>
                </c:pt>
                <c:pt idx="78">
                  <c:v>35673</c:v>
                </c:pt>
                <c:pt idx="79">
                  <c:v>35703</c:v>
                </c:pt>
                <c:pt idx="80">
                  <c:v>35734</c:v>
                </c:pt>
                <c:pt idx="81">
                  <c:v>35764</c:v>
                </c:pt>
                <c:pt idx="82">
                  <c:v>35795</c:v>
                </c:pt>
                <c:pt idx="83">
                  <c:v>35826</c:v>
                </c:pt>
                <c:pt idx="84">
                  <c:v>35854</c:v>
                </c:pt>
                <c:pt idx="85">
                  <c:v>35885</c:v>
                </c:pt>
                <c:pt idx="86">
                  <c:v>35915</c:v>
                </c:pt>
                <c:pt idx="87">
                  <c:v>35946</c:v>
                </c:pt>
                <c:pt idx="88">
                  <c:v>35976</c:v>
                </c:pt>
                <c:pt idx="89">
                  <c:v>36007</c:v>
                </c:pt>
                <c:pt idx="90">
                  <c:v>36038</c:v>
                </c:pt>
                <c:pt idx="91">
                  <c:v>36068</c:v>
                </c:pt>
                <c:pt idx="92">
                  <c:v>36099</c:v>
                </c:pt>
                <c:pt idx="93">
                  <c:v>36129</c:v>
                </c:pt>
                <c:pt idx="94">
                  <c:v>36160</c:v>
                </c:pt>
                <c:pt idx="95">
                  <c:v>36191</c:v>
                </c:pt>
                <c:pt idx="96">
                  <c:v>36219</c:v>
                </c:pt>
                <c:pt idx="97">
                  <c:v>36250</c:v>
                </c:pt>
                <c:pt idx="98">
                  <c:v>36280</c:v>
                </c:pt>
                <c:pt idx="99">
                  <c:v>36311</c:v>
                </c:pt>
                <c:pt idx="100">
                  <c:v>36341</c:v>
                </c:pt>
                <c:pt idx="101">
                  <c:v>36372</c:v>
                </c:pt>
                <c:pt idx="102">
                  <c:v>36403</c:v>
                </c:pt>
                <c:pt idx="103">
                  <c:v>36433</c:v>
                </c:pt>
                <c:pt idx="104">
                  <c:v>36464</c:v>
                </c:pt>
                <c:pt idx="105">
                  <c:v>36494</c:v>
                </c:pt>
                <c:pt idx="106">
                  <c:v>36525</c:v>
                </c:pt>
                <c:pt idx="107">
                  <c:v>36556</c:v>
                </c:pt>
                <c:pt idx="108">
                  <c:v>36585</c:v>
                </c:pt>
                <c:pt idx="109">
                  <c:v>36616</c:v>
                </c:pt>
                <c:pt idx="110">
                  <c:v>36646</c:v>
                </c:pt>
                <c:pt idx="111">
                  <c:v>36677</c:v>
                </c:pt>
                <c:pt idx="112">
                  <c:v>36707</c:v>
                </c:pt>
                <c:pt idx="113">
                  <c:v>36738</c:v>
                </c:pt>
                <c:pt idx="114">
                  <c:v>36769</c:v>
                </c:pt>
                <c:pt idx="115">
                  <c:v>36799</c:v>
                </c:pt>
                <c:pt idx="116">
                  <c:v>36830</c:v>
                </c:pt>
                <c:pt idx="117">
                  <c:v>36860</c:v>
                </c:pt>
                <c:pt idx="118">
                  <c:v>36891</c:v>
                </c:pt>
                <c:pt idx="119">
                  <c:v>36922</c:v>
                </c:pt>
                <c:pt idx="120">
                  <c:v>36950</c:v>
                </c:pt>
                <c:pt idx="121">
                  <c:v>36981</c:v>
                </c:pt>
                <c:pt idx="122">
                  <c:v>37011</c:v>
                </c:pt>
                <c:pt idx="123">
                  <c:v>37042</c:v>
                </c:pt>
                <c:pt idx="124">
                  <c:v>37072</c:v>
                </c:pt>
                <c:pt idx="125">
                  <c:v>37103</c:v>
                </c:pt>
                <c:pt idx="126">
                  <c:v>37134</c:v>
                </c:pt>
                <c:pt idx="127">
                  <c:v>37164</c:v>
                </c:pt>
                <c:pt idx="128">
                  <c:v>37195</c:v>
                </c:pt>
                <c:pt idx="129">
                  <c:v>37225</c:v>
                </c:pt>
                <c:pt idx="130">
                  <c:v>37256</c:v>
                </c:pt>
                <c:pt idx="131">
                  <c:v>37287</c:v>
                </c:pt>
                <c:pt idx="132">
                  <c:v>37315</c:v>
                </c:pt>
                <c:pt idx="133">
                  <c:v>37346</c:v>
                </c:pt>
                <c:pt idx="134">
                  <c:v>37376</c:v>
                </c:pt>
                <c:pt idx="135">
                  <c:v>37407</c:v>
                </c:pt>
                <c:pt idx="136">
                  <c:v>37437</c:v>
                </c:pt>
                <c:pt idx="137">
                  <c:v>37468</c:v>
                </c:pt>
                <c:pt idx="138">
                  <c:v>37499</c:v>
                </c:pt>
                <c:pt idx="139">
                  <c:v>37529</c:v>
                </c:pt>
                <c:pt idx="140">
                  <c:v>37560</c:v>
                </c:pt>
                <c:pt idx="141">
                  <c:v>37590</c:v>
                </c:pt>
                <c:pt idx="142">
                  <c:v>37621</c:v>
                </c:pt>
                <c:pt idx="143">
                  <c:v>37652</c:v>
                </c:pt>
                <c:pt idx="144">
                  <c:v>37680</c:v>
                </c:pt>
                <c:pt idx="145">
                  <c:v>37711</c:v>
                </c:pt>
                <c:pt idx="146">
                  <c:v>37741</c:v>
                </c:pt>
                <c:pt idx="147">
                  <c:v>37772</c:v>
                </c:pt>
                <c:pt idx="148">
                  <c:v>37802</c:v>
                </c:pt>
                <c:pt idx="149">
                  <c:v>37833</c:v>
                </c:pt>
                <c:pt idx="150">
                  <c:v>37864</c:v>
                </c:pt>
                <c:pt idx="151">
                  <c:v>37894</c:v>
                </c:pt>
                <c:pt idx="152">
                  <c:v>37925</c:v>
                </c:pt>
                <c:pt idx="153">
                  <c:v>37955</c:v>
                </c:pt>
                <c:pt idx="154">
                  <c:v>37986</c:v>
                </c:pt>
                <c:pt idx="155">
                  <c:v>38017</c:v>
                </c:pt>
                <c:pt idx="156">
                  <c:v>38046</c:v>
                </c:pt>
                <c:pt idx="157">
                  <c:v>38077</c:v>
                </c:pt>
                <c:pt idx="158">
                  <c:v>38107</c:v>
                </c:pt>
                <c:pt idx="159">
                  <c:v>38138</c:v>
                </c:pt>
                <c:pt idx="160">
                  <c:v>38168</c:v>
                </c:pt>
                <c:pt idx="161">
                  <c:v>38199</c:v>
                </c:pt>
                <c:pt idx="162">
                  <c:v>38230</c:v>
                </c:pt>
                <c:pt idx="163">
                  <c:v>38260</c:v>
                </c:pt>
                <c:pt idx="164">
                  <c:v>38291</c:v>
                </c:pt>
                <c:pt idx="165">
                  <c:v>38321</c:v>
                </c:pt>
                <c:pt idx="166">
                  <c:v>38352</c:v>
                </c:pt>
                <c:pt idx="167">
                  <c:v>38383</c:v>
                </c:pt>
                <c:pt idx="168">
                  <c:v>38411</c:v>
                </c:pt>
                <c:pt idx="169">
                  <c:v>38442</c:v>
                </c:pt>
                <c:pt idx="170">
                  <c:v>38472</c:v>
                </c:pt>
                <c:pt idx="171">
                  <c:v>38503</c:v>
                </c:pt>
                <c:pt idx="172">
                  <c:v>38533</c:v>
                </c:pt>
                <c:pt idx="173">
                  <c:v>38564</c:v>
                </c:pt>
                <c:pt idx="174">
                  <c:v>38595</c:v>
                </c:pt>
                <c:pt idx="175">
                  <c:v>38625</c:v>
                </c:pt>
                <c:pt idx="176">
                  <c:v>38656</c:v>
                </c:pt>
                <c:pt idx="177">
                  <c:v>38686</c:v>
                </c:pt>
                <c:pt idx="178">
                  <c:v>38717</c:v>
                </c:pt>
                <c:pt idx="179">
                  <c:v>38748</c:v>
                </c:pt>
                <c:pt idx="180">
                  <c:v>38776</c:v>
                </c:pt>
                <c:pt idx="181">
                  <c:v>38807</c:v>
                </c:pt>
                <c:pt idx="182">
                  <c:v>38837</c:v>
                </c:pt>
                <c:pt idx="183">
                  <c:v>38868</c:v>
                </c:pt>
                <c:pt idx="184">
                  <c:v>38898</c:v>
                </c:pt>
                <c:pt idx="185">
                  <c:v>38929</c:v>
                </c:pt>
                <c:pt idx="186">
                  <c:v>38960</c:v>
                </c:pt>
                <c:pt idx="187">
                  <c:v>38990</c:v>
                </c:pt>
                <c:pt idx="188">
                  <c:v>39021</c:v>
                </c:pt>
                <c:pt idx="189">
                  <c:v>39051</c:v>
                </c:pt>
                <c:pt idx="190">
                  <c:v>39082</c:v>
                </c:pt>
                <c:pt idx="191">
                  <c:v>39113</c:v>
                </c:pt>
                <c:pt idx="192">
                  <c:v>39141</c:v>
                </c:pt>
                <c:pt idx="193">
                  <c:v>39172</c:v>
                </c:pt>
                <c:pt idx="194">
                  <c:v>39202</c:v>
                </c:pt>
                <c:pt idx="195">
                  <c:v>39233</c:v>
                </c:pt>
                <c:pt idx="196">
                  <c:v>39263</c:v>
                </c:pt>
                <c:pt idx="197">
                  <c:v>39294</c:v>
                </c:pt>
                <c:pt idx="198">
                  <c:v>39325</c:v>
                </c:pt>
                <c:pt idx="199">
                  <c:v>39355</c:v>
                </c:pt>
                <c:pt idx="200">
                  <c:v>39386</c:v>
                </c:pt>
                <c:pt idx="201">
                  <c:v>39416</c:v>
                </c:pt>
                <c:pt idx="202">
                  <c:v>39447</c:v>
                </c:pt>
                <c:pt idx="203">
                  <c:v>39478</c:v>
                </c:pt>
                <c:pt idx="204">
                  <c:v>39507</c:v>
                </c:pt>
                <c:pt idx="205">
                  <c:v>39538</c:v>
                </c:pt>
                <c:pt idx="206">
                  <c:v>39568</c:v>
                </c:pt>
                <c:pt idx="207">
                  <c:v>39599</c:v>
                </c:pt>
                <c:pt idx="208">
                  <c:v>39629</c:v>
                </c:pt>
                <c:pt idx="209">
                  <c:v>39660</c:v>
                </c:pt>
                <c:pt idx="210">
                  <c:v>39691</c:v>
                </c:pt>
                <c:pt idx="211">
                  <c:v>39721</c:v>
                </c:pt>
                <c:pt idx="212">
                  <c:v>39752</c:v>
                </c:pt>
                <c:pt idx="213">
                  <c:v>39782</c:v>
                </c:pt>
                <c:pt idx="214">
                  <c:v>39813</c:v>
                </c:pt>
                <c:pt idx="215">
                  <c:v>39844</c:v>
                </c:pt>
                <c:pt idx="216">
                  <c:v>39872</c:v>
                </c:pt>
                <c:pt idx="217">
                  <c:v>39903</c:v>
                </c:pt>
                <c:pt idx="218">
                  <c:v>39933</c:v>
                </c:pt>
                <c:pt idx="219">
                  <c:v>39964</c:v>
                </c:pt>
                <c:pt idx="220">
                  <c:v>39994</c:v>
                </c:pt>
                <c:pt idx="221">
                  <c:v>40025</c:v>
                </c:pt>
                <c:pt idx="222">
                  <c:v>40056</c:v>
                </c:pt>
                <c:pt idx="223">
                  <c:v>40086</c:v>
                </c:pt>
                <c:pt idx="224">
                  <c:v>40117</c:v>
                </c:pt>
                <c:pt idx="225">
                  <c:v>40147</c:v>
                </c:pt>
                <c:pt idx="226">
                  <c:v>40178</c:v>
                </c:pt>
                <c:pt idx="227">
                  <c:v>40209</c:v>
                </c:pt>
                <c:pt idx="228">
                  <c:v>40237</c:v>
                </c:pt>
                <c:pt idx="229">
                  <c:v>40268</c:v>
                </c:pt>
                <c:pt idx="230">
                  <c:v>40298</c:v>
                </c:pt>
                <c:pt idx="231">
                  <c:v>40329</c:v>
                </c:pt>
                <c:pt idx="232">
                  <c:v>40359</c:v>
                </c:pt>
                <c:pt idx="233">
                  <c:v>40390</c:v>
                </c:pt>
                <c:pt idx="234">
                  <c:v>40421</c:v>
                </c:pt>
                <c:pt idx="235">
                  <c:v>40451</c:v>
                </c:pt>
                <c:pt idx="236">
                  <c:v>40482</c:v>
                </c:pt>
                <c:pt idx="237">
                  <c:v>40512</c:v>
                </c:pt>
                <c:pt idx="238">
                  <c:v>40543</c:v>
                </c:pt>
                <c:pt idx="239">
                  <c:v>40574</c:v>
                </c:pt>
                <c:pt idx="240">
                  <c:v>40602</c:v>
                </c:pt>
                <c:pt idx="241">
                  <c:v>40633</c:v>
                </c:pt>
                <c:pt idx="242">
                  <c:v>40663</c:v>
                </c:pt>
                <c:pt idx="243">
                  <c:v>40694</c:v>
                </c:pt>
                <c:pt idx="244">
                  <c:v>40724</c:v>
                </c:pt>
                <c:pt idx="245">
                  <c:v>40755</c:v>
                </c:pt>
                <c:pt idx="246">
                  <c:v>40786</c:v>
                </c:pt>
                <c:pt idx="247">
                  <c:v>40816</c:v>
                </c:pt>
                <c:pt idx="248">
                  <c:v>40847</c:v>
                </c:pt>
                <c:pt idx="249">
                  <c:v>40877</c:v>
                </c:pt>
                <c:pt idx="250">
                  <c:v>40908</c:v>
                </c:pt>
                <c:pt idx="251">
                  <c:v>40939</c:v>
                </c:pt>
                <c:pt idx="252">
                  <c:v>40968</c:v>
                </c:pt>
                <c:pt idx="253">
                  <c:v>40999</c:v>
                </c:pt>
                <c:pt idx="254">
                  <c:v>41029</c:v>
                </c:pt>
                <c:pt idx="255">
                  <c:v>41060</c:v>
                </c:pt>
                <c:pt idx="256">
                  <c:v>41090</c:v>
                </c:pt>
                <c:pt idx="257">
                  <c:v>41121</c:v>
                </c:pt>
                <c:pt idx="258">
                  <c:v>41152</c:v>
                </c:pt>
                <c:pt idx="259">
                  <c:v>41182</c:v>
                </c:pt>
                <c:pt idx="260">
                  <c:v>41213</c:v>
                </c:pt>
                <c:pt idx="261">
                  <c:v>41243</c:v>
                </c:pt>
                <c:pt idx="262">
                  <c:v>41274</c:v>
                </c:pt>
                <c:pt idx="263">
                  <c:v>41305</c:v>
                </c:pt>
                <c:pt idx="264">
                  <c:v>41333</c:v>
                </c:pt>
                <c:pt idx="265">
                  <c:v>41364</c:v>
                </c:pt>
                <c:pt idx="266">
                  <c:v>41394</c:v>
                </c:pt>
                <c:pt idx="267">
                  <c:v>41425</c:v>
                </c:pt>
                <c:pt idx="268">
                  <c:v>41455</c:v>
                </c:pt>
                <c:pt idx="269">
                  <c:v>41486</c:v>
                </c:pt>
                <c:pt idx="270">
                  <c:v>41517</c:v>
                </c:pt>
                <c:pt idx="271">
                  <c:v>41547</c:v>
                </c:pt>
                <c:pt idx="272">
                  <c:v>41578</c:v>
                </c:pt>
                <c:pt idx="273">
                  <c:v>41608</c:v>
                </c:pt>
                <c:pt idx="274">
                  <c:v>41639</c:v>
                </c:pt>
                <c:pt idx="275">
                  <c:v>41670</c:v>
                </c:pt>
                <c:pt idx="276">
                  <c:v>41698</c:v>
                </c:pt>
                <c:pt idx="277">
                  <c:v>41729</c:v>
                </c:pt>
                <c:pt idx="278">
                  <c:v>41759</c:v>
                </c:pt>
                <c:pt idx="279">
                  <c:v>41790</c:v>
                </c:pt>
                <c:pt idx="280">
                  <c:v>41820</c:v>
                </c:pt>
                <c:pt idx="281">
                  <c:v>41851</c:v>
                </c:pt>
                <c:pt idx="282">
                  <c:v>41882</c:v>
                </c:pt>
                <c:pt idx="283">
                  <c:v>41912</c:v>
                </c:pt>
                <c:pt idx="284">
                  <c:v>41943</c:v>
                </c:pt>
                <c:pt idx="285">
                  <c:v>41973</c:v>
                </c:pt>
                <c:pt idx="286">
                  <c:v>42004</c:v>
                </c:pt>
                <c:pt idx="287">
                  <c:v>42035</c:v>
                </c:pt>
                <c:pt idx="288">
                  <c:v>42063</c:v>
                </c:pt>
                <c:pt idx="289">
                  <c:v>42094</c:v>
                </c:pt>
                <c:pt idx="290">
                  <c:v>42124</c:v>
                </c:pt>
                <c:pt idx="291">
                  <c:v>42155</c:v>
                </c:pt>
                <c:pt idx="292">
                  <c:v>42185</c:v>
                </c:pt>
                <c:pt idx="293">
                  <c:v>42216</c:v>
                </c:pt>
                <c:pt idx="294">
                  <c:v>42247</c:v>
                </c:pt>
                <c:pt idx="295">
                  <c:v>42277</c:v>
                </c:pt>
                <c:pt idx="296">
                  <c:v>42308</c:v>
                </c:pt>
                <c:pt idx="297">
                  <c:v>42338</c:v>
                </c:pt>
                <c:pt idx="298">
                  <c:v>42369</c:v>
                </c:pt>
                <c:pt idx="299">
                  <c:v>42400</c:v>
                </c:pt>
                <c:pt idx="300">
                  <c:v>42429</c:v>
                </c:pt>
                <c:pt idx="301">
                  <c:v>42460</c:v>
                </c:pt>
                <c:pt idx="302">
                  <c:v>42490</c:v>
                </c:pt>
                <c:pt idx="303">
                  <c:v>42521</c:v>
                </c:pt>
                <c:pt idx="304">
                  <c:v>42551</c:v>
                </c:pt>
                <c:pt idx="305">
                  <c:v>42582</c:v>
                </c:pt>
                <c:pt idx="306">
                  <c:v>42613</c:v>
                </c:pt>
                <c:pt idx="307">
                  <c:v>42643</c:v>
                </c:pt>
                <c:pt idx="308">
                  <c:v>42674</c:v>
                </c:pt>
                <c:pt idx="309">
                  <c:v>42704</c:v>
                </c:pt>
                <c:pt idx="310">
                  <c:v>42735</c:v>
                </c:pt>
                <c:pt idx="311">
                  <c:v>42766</c:v>
                </c:pt>
                <c:pt idx="312">
                  <c:v>42794</c:v>
                </c:pt>
                <c:pt idx="313">
                  <c:v>42825</c:v>
                </c:pt>
                <c:pt idx="314">
                  <c:v>42855</c:v>
                </c:pt>
                <c:pt idx="315">
                  <c:v>42886</c:v>
                </c:pt>
                <c:pt idx="316">
                  <c:v>42916</c:v>
                </c:pt>
                <c:pt idx="317">
                  <c:v>42947</c:v>
                </c:pt>
                <c:pt idx="318">
                  <c:v>42978</c:v>
                </c:pt>
                <c:pt idx="319">
                  <c:v>43008</c:v>
                </c:pt>
                <c:pt idx="320">
                  <c:v>43039</c:v>
                </c:pt>
                <c:pt idx="321">
                  <c:v>43069</c:v>
                </c:pt>
                <c:pt idx="322">
                  <c:v>43100</c:v>
                </c:pt>
                <c:pt idx="323">
                  <c:v>43131</c:v>
                </c:pt>
                <c:pt idx="324">
                  <c:v>43159</c:v>
                </c:pt>
                <c:pt idx="325">
                  <c:v>43190</c:v>
                </c:pt>
                <c:pt idx="326">
                  <c:v>43220</c:v>
                </c:pt>
                <c:pt idx="327">
                  <c:v>43251</c:v>
                </c:pt>
                <c:pt idx="328">
                  <c:v>43281</c:v>
                </c:pt>
                <c:pt idx="329">
                  <c:v>43312</c:v>
                </c:pt>
                <c:pt idx="330">
                  <c:v>43343</c:v>
                </c:pt>
                <c:pt idx="331">
                  <c:v>43373</c:v>
                </c:pt>
                <c:pt idx="332">
                  <c:v>43404</c:v>
                </c:pt>
                <c:pt idx="333">
                  <c:v>43434</c:v>
                </c:pt>
                <c:pt idx="334">
                  <c:v>43465</c:v>
                </c:pt>
                <c:pt idx="335">
                  <c:v>43496</c:v>
                </c:pt>
                <c:pt idx="336">
                  <c:v>43524</c:v>
                </c:pt>
                <c:pt idx="337">
                  <c:v>43555</c:v>
                </c:pt>
                <c:pt idx="338">
                  <c:v>43585</c:v>
                </c:pt>
                <c:pt idx="339">
                  <c:v>43616</c:v>
                </c:pt>
                <c:pt idx="340">
                  <c:v>43646</c:v>
                </c:pt>
                <c:pt idx="341">
                  <c:v>43677</c:v>
                </c:pt>
                <c:pt idx="342">
                  <c:v>43708</c:v>
                </c:pt>
                <c:pt idx="343">
                  <c:v>43738</c:v>
                </c:pt>
                <c:pt idx="344">
                  <c:v>43769</c:v>
                </c:pt>
                <c:pt idx="345">
                  <c:v>43799</c:v>
                </c:pt>
                <c:pt idx="346">
                  <c:v>43830</c:v>
                </c:pt>
                <c:pt idx="347">
                  <c:v>43861</c:v>
                </c:pt>
                <c:pt idx="348">
                  <c:v>43890</c:v>
                </c:pt>
                <c:pt idx="349">
                  <c:v>43921</c:v>
                </c:pt>
                <c:pt idx="350">
                  <c:v>43951</c:v>
                </c:pt>
                <c:pt idx="351">
                  <c:v>43982</c:v>
                </c:pt>
                <c:pt idx="352">
                  <c:v>44012</c:v>
                </c:pt>
                <c:pt idx="353">
                  <c:v>44043</c:v>
                </c:pt>
                <c:pt idx="354">
                  <c:v>44074</c:v>
                </c:pt>
                <c:pt idx="355">
                  <c:v>44104</c:v>
                </c:pt>
                <c:pt idx="356">
                  <c:v>44135</c:v>
                </c:pt>
                <c:pt idx="357">
                  <c:v>44165</c:v>
                </c:pt>
                <c:pt idx="358">
                  <c:v>44196</c:v>
                </c:pt>
                <c:pt idx="359">
                  <c:v>44227</c:v>
                </c:pt>
                <c:pt idx="360">
                  <c:v>44255</c:v>
                </c:pt>
                <c:pt idx="361">
                  <c:v>44286</c:v>
                </c:pt>
                <c:pt idx="362">
                  <c:v>44316</c:v>
                </c:pt>
                <c:pt idx="363">
                  <c:v>44347</c:v>
                </c:pt>
                <c:pt idx="364">
                  <c:v>44377</c:v>
                </c:pt>
                <c:pt idx="365">
                  <c:v>44408</c:v>
                </c:pt>
                <c:pt idx="366">
                  <c:v>44439</c:v>
                </c:pt>
                <c:pt idx="367">
                  <c:v>44469</c:v>
                </c:pt>
                <c:pt idx="368">
                  <c:v>44500</c:v>
                </c:pt>
                <c:pt idx="369">
                  <c:v>44530</c:v>
                </c:pt>
                <c:pt idx="370">
                  <c:v>44561</c:v>
                </c:pt>
                <c:pt idx="371">
                  <c:v>44592</c:v>
                </c:pt>
                <c:pt idx="372">
                  <c:v>44620</c:v>
                </c:pt>
                <c:pt idx="373">
                  <c:v>44651</c:v>
                </c:pt>
                <c:pt idx="374">
                  <c:v>44681</c:v>
                </c:pt>
                <c:pt idx="375">
                  <c:v>44712</c:v>
                </c:pt>
                <c:pt idx="376">
                  <c:v>44742</c:v>
                </c:pt>
                <c:pt idx="377">
                  <c:v>44773</c:v>
                </c:pt>
                <c:pt idx="378">
                  <c:v>44804</c:v>
                </c:pt>
                <c:pt idx="379">
                  <c:v>44834</c:v>
                </c:pt>
                <c:pt idx="380">
                  <c:v>44865</c:v>
                </c:pt>
                <c:pt idx="381">
                  <c:v>44895</c:v>
                </c:pt>
                <c:pt idx="382">
                  <c:v>44926</c:v>
                </c:pt>
                <c:pt idx="383">
                  <c:v>44957</c:v>
                </c:pt>
                <c:pt idx="384">
                  <c:v>44985</c:v>
                </c:pt>
                <c:pt idx="385">
                  <c:v>45016</c:v>
                </c:pt>
                <c:pt idx="386">
                  <c:v>45046</c:v>
                </c:pt>
                <c:pt idx="387">
                  <c:v>45077</c:v>
                </c:pt>
                <c:pt idx="388">
                  <c:v>45107</c:v>
                </c:pt>
                <c:pt idx="389">
                  <c:v>45138</c:v>
                </c:pt>
                <c:pt idx="390">
                  <c:v>45169</c:v>
                </c:pt>
                <c:pt idx="391">
                  <c:v>45199</c:v>
                </c:pt>
                <c:pt idx="392">
                  <c:v>45230</c:v>
                </c:pt>
                <c:pt idx="393">
                  <c:v>45260</c:v>
                </c:pt>
                <c:pt idx="394">
                  <c:v>45291</c:v>
                </c:pt>
                <c:pt idx="395">
                  <c:v>45322</c:v>
                </c:pt>
                <c:pt idx="396">
                  <c:v>45351</c:v>
                </c:pt>
                <c:pt idx="397">
                  <c:v>45382</c:v>
                </c:pt>
                <c:pt idx="398">
                  <c:v>45412</c:v>
                </c:pt>
                <c:pt idx="399">
                  <c:v>45443</c:v>
                </c:pt>
                <c:pt idx="400">
                  <c:v>45473</c:v>
                </c:pt>
                <c:pt idx="401">
                  <c:v>45504</c:v>
                </c:pt>
                <c:pt idx="402">
                  <c:v>45535</c:v>
                </c:pt>
                <c:pt idx="403">
                  <c:v>45565</c:v>
                </c:pt>
                <c:pt idx="404">
                  <c:v>45596</c:v>
                </c:pt>
                <c:pt idx="405">
                  <c:v>45626</c:v>
                </c:pt>
                <c:pt idx="406">
                  <c:v>45657</c:v>
                </c:pt>
                <c:pt idx="407">
                  <c:v>45688</c:v>
                </c:pt>
                <c:pt idx="408">
                  <c:v>45716</c:v>
                </c:pt>
                <c:pt idx="409">
                  <c:v>45747</c:v>
                </c:pt>
                <c:pt idx="410">
                  <c:v>45777</c:v>
                </c:pt>
                <c:pt idx="411">
                  <c:v>45808</c:v>
                </c:pt>
                <c:pt idx="412">
                  <c:v>45838</c:v>
                </c:pt>
                <c:pt idx="413">
                  <c:v>45869</c:v>
                </c:pt>
                <c:pt idx="414">
                  <c:v>45900</c:v>
                </c:pt>
                <c:pt idx="415">
                  <c:v>45930</c:v>
                </c:pt>
                <c:pt idx="416">
                  <c:v>45961</c:v>
                </c:pt>
                <c:pt idx="417">
                  <c:v>45991</c:v>
                </c:pt>
                <c:pt idx="418">
                  <c:v>46022</c:v>
                </c:pt>
              </c:numCache>
            </c:numRef>
          </c:cat>
          <c:val>
            <c:numRef>
              <c:f>Sheet1!$C$2:$C$420</c:f>
              <c:numCache>
                <c:formatCode>General</c:formatCode>
                <c:ptCount val="419"/>
                <c:pt idx="0">
                  <c:v>0</c:v>
                </c:pt>
                <c:pt idx="1">
                  <c:v>0</c:v>
                </c:pt>
                <c:pt idx="2">
                  <c:v>0</c:v>
                </c:pt>
                <c:pt idx="3">
                  <c:v>0</c:v>
                </c:pt>
                <c:pt idx="4">
                  <c:v>-3.3271909102962738E-2</c:v>
                </c:pt>
                <c:pt idx="5">
                  <c:v>0</c:v>
                </c:pt>
                <c:pt idx="6">
                  <c:v>0</c:v>
                </c:pt>
                <c:pt idx="7">
                  <c:v>-1.9633634277025358E-3</c:v>
                </c:pt>
                <c:pt idx="8">
                  <c:v>0</c:v>
                </c:pt>
                <c:pt idx="9">
                  <c:v>-2.3908916424938309E-2</c:v>
                </c:pt>
                <c:pt idx="10">
                  <c:v>0</c:v>
                </c:pt>
                <c:pt idx="11">
                  <c:v>-2.4152691278967575E-2</c:v>
                </c:pt>
                <c:pt idx="12">
                  <c:v>-1.2749490768760197E-2</c:v>
                </c:pt>
                <c:pt idx="13">
                  <c:v>-2.9869747434320471E-2</c:v>
                </c:pt>
                <c:pt idx="14">
                  <c:v>-9.7835848577731976E-3</c:v>
                </c:pt>
                <c:pt idx="15">
                  <c:v>0</c:v>
                </c:pt>
                <c:pt idx="16">
                  <c:v>-4.1968038662253404E-3</c:v>
                </c:pt>
                <c:pt idx="17">
                  <c:v>0</c:v>
                </c:pt>
                <c:pt idx="18">
                  <c:v>-1.0138027530171123E-2</c:v>
                </c:pt>
                <c:pt idx="19">
                  <c:v>0</c:v>
                </c:pt>
                <c:pt idx="20">
                  <c:v>-5.5334623017266882E-3</c:v>
                </c:pt>
                <c:pt idx="21">
                  <c:v>0</c:v>
                </c:pt>
                <c:pt idx="22">
                  <c:v>0</c:v>
                </c:pt>
                <c:pt idx="23">
                  <c:v>0</c:v>
                </c:pt>
                <c:pt idx="24">
                  <c:v>0</c:v>
                </c:pt>
                <c:pt idx="25">
                  <c:v>0</c:v>
                </c:pt>
                <c:pt idx="26">
                  <c:v>-1.5571208161103578E-2</c:v>
                </c:pt>
                <c:pt idx="27">
                  <c:v>0</c:v>
                </c:pt>
                <c:pt idx="28">
                  <c:v>0</c:v>
                </c:pt>
                <c:pt idx="29">
                  <c:v>-1.9757135605795728E-3</c:v>
                </c:pt>
                <c:pt idx="30">
                  <c:v>0</c:v>
                </c:pt>
                <c:pt idx="31">
                  <c:v>-2.6918057398658268E-3</c:v>
                </c:pt>
                <c:pt idx="32">
                  <c:v>0</c:v>
                </c:pt>
                <c:pt idx="33">
                  <c:v>-1.4484805799345302E-2</c:v>
                </c:pt>
                <c:pt idx="34">
                  <c:v>-4.777654028162881E-3</c:v>
                </c:pt>
                <c:pt idx="35">
                  <c:v>0</c:v>
                </c:pt>
                <c:pt idx="36">
                  <c:v>-2.7565735639533129E-2</c:v>
                </c:pt>
                <c:pt idx="37">
                  <c:v>-6.8694364475423542E-2</c:v>
                </c:pt>
                <c:pt idx="38">
                  <c:v>-6.4765962239898278E-2</c:v>
                </c:pt>
                <c:pt idx="39">
                  <c:v>-5.4718687573090286E-2</c:v>
                </c:pt>
                <c:pt idx="40">
                  <c:v>-7.2432607925049686E-2</c:v>
                </c:pt>
                <c:pt idx="41">
                  <c:v>-4.5196171646463723E-2</c:v>
                </c:pt>
                <c:pt idx="42">
                  <c:v>-1.7894140525355096E-2</c:v>
                </c:pt>
                <c:pt idx="43">
                  <c:v>-4.1683865987749091E-2</c:v>
                </c:pt>
                <c:pt idx="44">
                  <c:v>-2.8823963982468337E-2</c:v>
                </c:pt>
                <c:pt idx="45">
                  <c:v>-5.3313367765104314E-2</c:v>
                </c:pt>
                <c:pt idx="46">
                  <c:v>-4.0277883605596143E-2</c:v>
                </c:pt>
                <c:pt idx="47">
                  <c:v>-1.622246590227705E-2</c:v>
                </c:pt>
                <c:pt idx="48">
                  <c:v>0</c:v>
                </c:pt>
                <c:pt idx="49">
                  <c:v>0</c:v>
                </c:pt>
                <c:pt idx="50">
                  <c:v>0</c:v>
                </c:pt>
                <c:pt idx="51">
                  <c:v>0</c:v>
                </c:pt>
                <c:pt idx="52">
                  <c:v>0</c:v>
                </c:pt>
                <c:pt idx="53">
                  <c:v>0</c:v>
                </c:pt>
                <c:pt idx="54">
                  <c:v>0</c:v>
                </c:pt>
                <c:pt idx="55">
                  <c:v>0</c:v>
                </c:pt>
                <c:pt idx="56">
                  <c:v>0</c:v>
                </c:pt>
                <c:pt idx="57">
                  <c:v>0</c:v>
                </c:pt>
                <c:pt idx="58">
                  <c:v>0</c:v>
                </c:pt>
                <c:pt idx="59">
                  <c:v>0</c:v>
                </c:pt>
                <c:pt idx="60">
                  <c:v>-4.3195064802670213E-3</c:v>
                </c:pt>
                <c:pt idx="61">
                  <c:v>-8.7840710139752698E-4</c:v>
                </c:pt>
                <c:pt idx="62">
                  <c:v>0</c:v>
                </c:pt>
                <c:pt idx="63">
                  <c:v>0</c:v>
                </c:pt>
                <c:pt idx="64">
                  <c:v>0</c:v>
                </c:pt>
                <c:pt idx="65">
                  <c:v>-3.0293705991704334E-2</c:v>
                </c:pt>
                <c:pt idx="66">
                  <c:v>-1.7908566784643698E-2</c:v>
                </c:pt>
                <c:pt idx="67">
                  <c:v>0</c:v>
                </c:pt>
                <c:pt idx="68">
                  <c:v>0</c:v>
                </c:pt>
                <c:pt idx="69">
                  <c:v>0</c:v>
                </c:pt>
                <c:pt idx="70">
                  <c:v>-2.0466990215188718E-2</c:v>
                </c:pt>
                <c:pt idx="71">
                  <c:v>0</c:v>
                </c:pt>
                <c:pt idx="72">
                  <c:v>0</c:v>
                </c:pt>
                <c:pt idx="73">
                  <c:v>-3.4610612507064986E-2</c:v>
                </c:pt>
                <c:pt idx="74">
                  <c:v>0</c:v>
                </c:pt>
                <c:pt idx="75">
                  <c:v>0</c:v>
                </c:pt>
                <c:pt idx="76">
                  <c:v>0</c:v>
                </c:pt>
                <c:pt idx="77">
                  <c:v>0</c:v>
                </c:pt>
                <c:pt idx="78">
                  <c:v>-4.4355598205636171E-2</c:v>
                </c:pt>
                <c:pt idx="79">
                  <c:v>-1.8678840884474024E-3</c:v>
                </c:pt>
                <c:pt idx="80">
                  <c:v>-1.6779260693882248E-2</c:v>
                </c:pt>
                <c:pt idx="81">
                  <c:v>0</c:v>
                </c:pt>
                <c:pt idx="82">
                  <c:v>0</c:v>
                </c:pt>
                <c:pt idx="83">
                  <c:v>0</c:v>
                </c:pt>
                <c:pt idx="84">
                  <c:v>0</c:v>
                </c:pt>
                <c:pt idx="85">
                  <c:v>0</c:v>
                </c:pt>
                <c:pt idx="86">
                  <c:v>0</c:v>
                </c:pt>
                <c:pt idx="87">
                  <c:v>-7.5626016239490612E-3</c:v>
                </c:pt>
                <c:pt idx="88">
                  <c:v>0</c:v>
                </c:pt>
                <c:pt idx="89">
                  <c:v>-7.3551332836766514E-3</c:v>
                </c:pt>
                <c:pt idx="90">
                  <c:v>-9.4155260972438648E-2</c:v>
                </c:pt>
                <c:pt idx="91">
                  <c:v>-3.9223344583139363E-2</c:v>
                </c:pt>
                <c:pt idx="92">
                  <c:v>0</c:v>
                </c:pt>
                <c:pt idx="93">
                  <c:v>0</c:v>
                </c:pt>
                <c:pt idx="94">
                  <c:v>0</c:v>
                </c:pt>
                <c:pt idx="95">
                  <c:v>0</c:v>
                </c:pt>
                <c:pt idx="96">
                  <c:v>-3.525989062206647E-2</c:v>
                </c:pt>
                <c:pt idx="97">
                  <c:v>-6.3980381801673758E-3</c:v>
                </c:pt>
                <c:pt idx="98">
                  <c:v>0</c:v>
                </c:pt>
                <c:pt idx="99">
                  <c:v>-2.147478664357394E-2</c:v>
                </c:pt>
                <c:pt idx="100">
                  <c:v>0</c:v>
                </c:pt>
                <c:pt idx="101">
                  <c:v>-2.2582387438919049E-2</c:v>
                </c:pt>
                <c:pt idx="102">
                  <c:v>-2.57749139870459E-2</c:v>
                </c:pt>
                <c:pt idx="103">
                  <c:v>-4.0883796392771843E-2</c:v>
                </c:pt>
                <c:pt idx="104">
                  <c:v>-2.1131118189654519E-4</c:v>
                </c:pt>
                <c:pt idx="105">
                  <c:v>0</c:v>
                </c:pt>
                <c:pt idx="106">
                  <c:v>0</c:v>
                </c:pt>
                <c:pt idx="107">
                  <c:v>-3.8131305127272141E-2</c:v>
                </c:pt>
                <c:pt idx="108">
                  <c:v>-4.3366977583319311E-2</c:v>
                </c:pt>
                <c:pt idx="109">
                  <c:v>0</c:v>
                </c:pt>
                <c:pt idx="110">
                  <c:v>-2.3759726352936883E-2</c:v>
                </c:pt>
                <c:pt idx="111">
                  <c:v>-3.7336853329216102E-2</c:v>
                </c:pt>
                <c:pt idx="112">
                  <c:v>-1.3632690330918962E-2</c:v>
                </c:pt>
                <c:pt idx="113">
                  <c:v>-2.2959220677238545E-2</c:v>
                </c:pt>
                <c:pt idx="114">
                  <c:v>0</c:v>
                </c:pt>
                <c:pt idx="115">
                  <c:v>-3.6562590999112521E-2</c:v>
                </c:pt>
                <c:pt idx="116">
                  <c:v>-3.7250505407725121E-2</c:v>
                </c:pt>
                <c:pt idx="117">
                  <c:v>-8.156607124783366E-2</c:v>
                </c:pt>
                <c:pt idx="118">
                  <c:v>-6.9213042665767666E-2</c:v>
                </c:pt>
                <c:pt idx="119">
                  <c:v>-4.676765170426922E-2</c:v>
                </c:pt>
                <c:pt idx="120">
                  <c:v>-9.9188404562583377E-2</c:v>
                </c:pt>
                <c:pt idx="121">
                  <c:v>-0.13762307985142963</c:v>
                </c:pt>
                <c:pt idx="122">
                  <c:v>-9.891898138898414E-2</c:v>
                </c:pt>
                <c:pt idx="123">
                  <c:v>-9.5215010938437317E-2</c:v>
                </c:pt>
                <c:pt idx="124">
                  <c:v>-0.1089204194291914</c:v>
                </c:pt>
                <c:pt idx="125">
                  <c:v>-0.10620273878466224</c:v>
                </c:pt>
                <c:pt idx="126">
                  <c:v>-0.13883739832924136</c:v>
                </c:pt>
                <c:pt idx="127">
                  <c:v>-0.18041542373493746</c:v>
                </c:pt>
                <c:pt idx="128">
                  <c:v>-0.16251409626351221</c:v>
                </c:pt>
                <c:pt idx="129">
                  <c:v>-0.1270964341149079</c:v>
                </c:pt>
                <c:pt idx="130">
                  <c:v>-0.12684447798542298</c:v>
                </c:pt>
                <c:pt idx="131">
                  <c:v>-0.13449025781596391</c:v>
                </c:pt>
                <c:pt idx="132">
                  <c:v>-0.14086644674142723</c:v>
                </c:pt>
                <c:pt idx="133">
                  <c:v>-0.12849762603728521</c:v>
                </c:pt>
                <c:pt idx="134">
                  <c:v>-0.1572222997205992</c:v>
                </c:pt>
                <c:pt idx="135">
                  <c:v>-0.15978038422233021</c:v>
                </c:pt>
                <c:pt idx="136">
                  <c:v>-0.19545861638518813</c:v>
                </c:pt>
                <c:pt idx="137">
                  <c:v>-0.23073630290630087</c:v>
                </c:pt>
                <c:pt idx="138">
                  <c:v>-0.21918101576364846</c:v>
                </c:pt>
                <c:pt idx="139">
                  <c:v>-0.26659518737472487</c:v>
                </c:pt>
                <c:pt idx="140">
                  <c:v>-0.2269818455200262</c:v>
                </c:pt>
                <c:pt idx="141">
                  <c:v>-0.20044103090015819</c:v>
                </c:pt>
                <c:pt idx="142">
                  <c:v>-0.22398995621035978</c:v>
                </c:pt>
                <c:pt idx="143">
                  <c:v>-0.24059010853255536</c:v>
                </c:pt>
                <c:pt idx="144">
                  <c:v>-0.24199943579054772</c:v>
                </c:pt>
                <c:pt idx="145">
                  <c:v>-0.23852062271687202</c:v>
                </c:pt>
                <c:pt idx="146">
                  <c:v>-0.19566965656202151</c:v>
                </c:pt>
                <c:pt idx="147">
                  <c:v>-0.15469436381555857</c:v>
                </c:pt>
                <c:pt idx="148">
                  <c:v>-0.15024505305794111</c:v>
                </c:pt>
                <c:pt idx="149">
                  <c:v>-0.15913482141383051</c:v>
                </c:pt>
                <c:pt idx="150">
                  <c:v>-0.14601419998904119</c:v>
                </c:pt>
                <c:pt idx="151">
                  <c:v>-0.14065205672051706</c:v>
                </c:pt>
                <c:pt idx="152">
                  <c:v>-0.11417776043302963</c:v>
                </c:pt>
                <c:pt idx="153">
                  <c:v>-0.10803127510139865</c:v>
                </c:pt>
                <c:pt idx="154">
                  <c:v>-7.3203424784874294E-2</c:v>
                </c:pt>
                <c:pt idx="155">
                  <c:v>-5.7880041605063548E-2</c:v>
                </c:pt>
                <c:pt idx="156">
                  <c:v>-4.3770737628487599E-2</c:v>
                </c:pt>
                <c:pt idx="157">
                  <c:v>-4.955974674221697E-2</c:v>
                </c:pt>
                <c:pt idx="158">
                  <c:v>-7.4650078876864367E-2</c:v>
                </c:pt>
                <c:pt idx="159">
                  <c:v>-6.7765431475469984E-2</c:v>
                </c:pt>
                <c:pt idx="160">
                  <c:v>-5.321777647399728E-2</c:v>
                </c:pt>
                <c:pt idx="161">
                  <c:v>-7.0888443253282474E-2</c:v>
                </c:pt>
                <c:pt idx="162">
                  <c:v>-5.8548335498369575E-2</c:v>
                </c:pt>
                <c:pt idx="163">
                  <c:v>-5.0748223565722395E-2</c:v>
                </c:pt>
                <c:pt idx="164">
                  <c:v>-3.7567304947552338E-2</c:v>
                </c:pt>
                <c:pt idx="165">
                  <c:v>-1.7137323747355881E-2</c:v>
                </c:pt>
                <c:pt idx="166">
                  <c:v>0</c:v>
                </c:pt>
                <c:pt idx="167">
                  <c:v>-1.319853042210084E-2</c:v>
                </c:pt>
                <c:pt idx="168">
                  <c:v>-3.230219024722536E-3</c:v>
                </c:pt>
                <c:pt idx="169">
                  <c:v>-1.7735288348279088E-2</c:v>
                </c:pt>
                <c:pt idx="170">
                  <c:v>-2.2290288068729458E-2</c:v>
                </c:pt>
                <c:pt idx="171">
                  <c:v>0</c:v>
                </c:pt>
                <c:pt idx="172">
                  <c:v>0</c:v>
                </c:pt>
                <c:pt idx="173">
                  <c:v>0</c:v>
                </c:pt>
                <c:pt idx="174">
                  <c:v>0</c:v>
                </c:pt>
                <c:pt idx="175">
                  <c:v>-1.3628125798791357E-3</c:v>
                </c:pt>
                <c:pt idx="176">
                  <c:v>-1.7394167862217147E-2</c:v>
                </c:pt>
                <c:pt idx="177">
                  <c:v>0</c:v>
                </c:pt>
                <c:pt idx="178">
                  <c:v>0</c:v>
                </c:pt>
                <c:pt idx="179">
                  <c:v>0</c:v>
                </c:pt>
                <c:pt idx="180">
                  <c:v>0</c:v>
                </c:pt>
                <c:pt idx="181">
                  <c:v>0</c:v>
                </c:pt>
                <c:pt idx="182">
                  <c:v>0</c:v>
                </c:pt>
                <c:pt idx="183">
                  <c:v>-1.9741500399112932E-2</c:v>
                </c:pt>
                <c:pt idx="184">
                  <c:v>-1.8235214040286052E-2</c:v>
                </c:pt>
                <c:pt idx="185">
                  <c:v>-8.9471111390053704E-3</c:v>
                </c:pt>
                <c:pt idx="186">
                  <c:v>0</c:v>
                </c:pt>
                <c:pt idx="187">
                  <c:v>0</c:v>
                </c:pt>
                <c:pt idx="188">
                  <c:v>0</c:v>
                </c:pt>
                <c:pt idx="189">
                  <c:v>0</c:v>
                </c:pt>
                <c:pt idx="190">
                  <c:v>0</c:v>
                </c:pt>
                <c:pt idx="191">
                  <c:v>0</c:v>
                </c:pt>
                <c:pt idx="192">
                  <c:v>-5.575681330384552E-3</c:v>
                </c:pt>
                <c:pt idx="193">
                  <c:v>0</c:v>
                </c:pt>
                <c:pt idx="194">
                  <c:v>0</c:v>
                </c:pt>
                <c:pt idx="195">
                  <c:v>0</c:v>
                </c:pt>
                <c:pt idx="196">
                  <c:v>-1.3330371795066021E-2</c:v>
                </c:pt>
                <c:pt idx="197">
                  <c:v>-2.7120497492434392E-2</c:v>
                </c:pt>
                <c:pt idx="198">
                  <c:v>-1.0089288845611444E-2</c:v>
                </c:pt>
                <c:pt idx="199">
                  <c:v>0</c:v>
                </c:pt>
                <c:pt idx="200">
                  <c:v>0</c:v>
                </c:pt>
                <c:pt idx="201">
                  <c:v>-1.4722800283420434E-2</c:v>
                </c:pt>
                <c:pt idx="202">
                  <c:v>-2.0171763213734928E-2</c:v>
                </c:pt>
                <c:pt idx="203">
                  <c:v>-5.0340606676002264E-2</c:v>
                </c:pt>
                <c:pt idx="204">
                  <c:v>-6.7266052589001091E-2</c:v>
                </c:pt>
                <c:pt idx="205">
                  <c:v>-6.7249501131635969E-2</c:v>
                </c:pt>
                <c:pt idx="206">
                  <c:v>-4.2740884145377578E-2</c:v>
                </c:pt>
                <c:pt idx="207">
                  <c:v>-4.0276204769423174E-2</c:v>
                </c:pt>
                <c:pt idx="208">
                  <c:v>-9.3370118482398623E-2</c:v>
                </c:pt>
                <c:pt idx="209">
                  <c:v>-9.76926524547298E-2</c:v>
                </c:pt>
                <c:pt idx="210">
                  <c:v>-8.4066525700321804E-2</c:v>
                </c:pt>
                <c:pt idx="211">
                  <c:v>-0.13992062739321975</c:v>
                </c:pt>
                <c:pt idx="212">
                  <c:v>-0.24218687525222371</c:v>
                </c:pt>
                <c:pt idx="213">
                  <c:v>-0.25703185876585632</c:v>
                </c:pt>
                <c:pt idx="214">
                  <c:v>-0.23704867058322499</c:v>
                </c:pt>
                <c:pt idx="215">
                  <c:v>-0.29364052094317272</c:v>
                </c:pt>
                <c:pt idx="216">
                  <c:v>-0.34781176715632933</c:v>
                </c:pt>
                <c:pt idx="217">
                  <c:v>-0.30243510991841427</c:v>
                </c:pt>
                <c:pt idx="218">
                  <c:v>-0.2641921308048657</c:v>
                </c:pt>
                <c:pt idx="219">
                  <c:v>-0.24114152983818615</c:v>
                </c:pt>
                <c:pt idx="220">
                  <c:v>-0.24060314254524207</c:v>
                </c:pt>
                <c:pt idx="221">
                  <c:v>-0.20009707708701785</c:v>
                </c:pt>
                <c:pt idx="222">
                  <c:v>-0.17694326197609511</c:v>
                </c:pt>
                <c:pt idx="223">
                  <c:v>-0.15309149608437145</c:v>
                </c:pt>
                <c:pt idx="224">
                  <c:v>-0.16542846887861085</c:v>
                </c:pt>
                <c:pt idx="225">
                  <c:v>-0.12576503997455901</c:v>
                </c:pt>
                <c:pt idx="226">
                  <c:v>-0.12768798457180996</c:v>
                </c:pt>
                <c:pt idx="227">
                  <c:v>-0.14350745838424295</c:v>
                </c:pt>
                <c:pt idx="228">
                  <c:v>-0.1239620469503474</c:v>
                </c:pt>
                <c:pt idx="229">
                  <c:v>-9.1831204890304607E-2</c:v>
                </c:pt>
                <c:pt idx="230">
                  <c:v>-7.7533535298307421E-2</c:v>
                </c:pt>
                <c:pt idx="231">
                  <c:v>-0.11826425424526277</c:v>
                </c:pt>
                <c:pt idx="232">
                  <c:v>-0.14135018978384539</c:v>
                </c:pt>
                <c:pt idx="233">
                  <c:v>-9.8509624951414909E-2</c:v>
                </c:pt>
                <c:pt idx="234">
                  <c:v>-0.11430678219211965</c:v>
                </c:pt>
                <c:pt idx="235">
                  <c:v>-6.067299341475163E-2</c:v>
                </c:pt>
                <c:pt idx="236">
                  <c:v>-3.7953049652512227E-2</c:v>
                </c:pt>
                <c:pt idx="237">
                  <c:v>-4.1870909790837851E-2</c:v>
                </c:pt>
                <c:pt idx="238">
                  <c:v>-9.3296287824262691E-3</c:v>
                </c:pt>
                <c:pt idx="239">
                  <c:v>0</c:v>
                </c:pt>
                <c:pt idx="240">
                  <c:v>0</c:v>
                </c:pt>
                <c:pt idx="241">
                  <c:v>-1.4256349767349796E-4</c:v>
                </c:pt>
                <c:pt idx="242">
                  <c:v>0</c:v>
                </c:pt>
                <c:pt idx="243">
                  <c:v>0</c:v>
                </c:pt>
                <c:pt idx="244">
                  <c:v>-1.4140513800314447E-2</c:v>
                </c:pt>
                <c:pt idx="245">
                  <c:v>-1.7618986444371432E-2</c:v>
                </c:pt>
                <c:pt idx="246">
                  <c:v>-3.7672498425884826E-2</c:v>
                </c:pt>
                <c:pt idx="247">
                  <c:v>-7.5391872262039805E-2</c:v>
                </c:pt>
                <c:pt idx="248">
                  <c:v>-1.1649244345477316E-2</c:v>
                </c:pt>
                <c:pt idx="249">
                  <c:v>-1.0119801917909066E-2</c:v>
                </c:pt>
                <c:pt idx="250">
                  <c:v>0</c:v>
                </c:pt>
                <c:pt idx="251">
                  <c:v>0</c:v>
                </c:pt>
                <c:pt idx="252">
                  <c:v>0</c:v>
                </c:pt>
                <c:pt idx="253">
                  <c:v>0</c:v>
                </c:pt>
                <c:pt idx="254">
                  <c:v>0</c:v>
                </c:pt>
                <c:pt idx="255">
                  <c:v>-3.0660688885404741E-2</c:v>
                </c:pt>
                <c:pt idx="256">
                  <c:v>-4.921677688843884E-3</c:v>
                </c:pt>
                <c:pt idx="257">
                  <c:v>0</c:v>
                </c:pt>
                <c:pt idx="258">
                  <c:v>0</c:v>
                </c:pt>
                <c:pt idx="259">
                  <c:v>0</c:v>
                </c:pt>
                <c:pt idx="260">
                  <c:v>-1.42969144102989E-2</c:v>
                </c:pt>
                <c:pt idx="261">
                  <c:v>-7.1030877761795175E-3</c:v>
                </c:pt>
                <c:pt idx="262">
                  <c:v>-4.942378482552745E-3</c:v>
                </c:pt>
                <c:pt idx="263">
                  <c:v>0</c:v>
                </c:pt>
                <c:pt idx="264">
                  <c:v>0</c:v>
                </c:pt>
                <c:pt idx="265">
                  <c:v>0</c:v>
                </c:pt>
                <c:pt idx="266">
                  <c:v>0</c:v>
                </c:pt>
                <c:pt idx="267">
                  <c:v>0</c:v>
                </c:pt>
                <c:pt idx="268">
                  <c:v>-1.8522256520044356E-2</c:v>
                </c:pt>
                <c:pt idx="269">
                  <c:v>0</c:v>
                </c:pt>
                <c:pt idx="270">
                  <c:v>-2.4149778989140169E-2</c:v>
                </c:pt>
                <c:pt idx="271">
                  <c:v>0</c:v>
                </c:pt>
                <c:pt idx="272">
                  <c:v>0</c:v>
                </c:pt>
                <c:pt idx="273">
                  <c:v>0</c:v>
                </c:pt>
                <c:pt idx="274">
                  <c:v>0</c:v>
                </c:pt>
                <c:pt idx="275">
                  <c:v>-1.3045669664173198E-2</c:v>
                </c:pt>
                <c:pt idx="276">
                  <c:v>0</c:v>
                </c:pt>
                <c:pt idx="277">
                  <c:v>0</c:v>
                </c:pt>
                <c:pt idx="278">
                  <c:v>0</c:v>
                </c:pt>
                <c:pt idx="279">
                  <c:v>0</c:v>
                </c:pt>
                <c:pt idx="280">
                  <c:v>0</c:v>
                </c:pt>
                <c:pt idx="281">
                  <c:v>-1.0218432455718074E-2</c:v>
                </c:pt>
                <c:pt idx="282">
                  <c:v>0</c:v>
                </c:pt>
                <c:pt idx="283">
                  <c:v>-1.3699183480967991E-2</c:v>
                </c:pt>
                <c:pt idx="284">
                  <c:v>0</c:v>
                </c:pt>
                <c:pt idx="285">
                  <c:v>0</c:v>
                </c:pt>
                <c:pt idx="286">
                  <c:v>-8.9628627009763484E-4</c:v>
                </c:pt>
                <c:pt idx="287">
                  <c:v>-7.0948455842241298E-3</c:v>
                </c:pt>
                <c:pt idx="288">
                  <c:v>0</c:v>
                </c:pt>
                <c:pt idx="289">
                  <c:v>-8.7069637689252133E-3</c:v>
                </c:pt>
                <c:pt idx="290">
                  <c:v>-4.6942720056123433E-3</c:v>
                </c:pt>
                <c:pt idx="291">
                  <c:v>0</c:v>
                </c:pt>
                <c:pt idx="292">
                  <c:v>-1.9131108868493674E-2</c:v>
                </c:pt>
                <c:pt idx="293">
                  <c:v>-2.8262932037093069E-4</c:v>
                </c:pt>
                <c:pt idx="294">
                  <c:v>-4.159378668801017E-2</c:v>
                </c:pt>
                <c:pt idx="295">
                  <c:v>-5.339072765202213E-2</c:v>
                </c:pt>
                <c:pt idx="296">
                  <c:v>-4.3899693949867036E-4</c:v>
                </c:pt>
                <c:pt idx="297">
                  <c:v>0</c:v>
                </c:pt>
                <c:pt idx="298">
                  <c:v>-1.196418305695357E-2</c:v>
                </c:pt>
                <c:pt idx="299">
                  <c:v>-3.6046506573843784E-2</c:v>
                </c:pt>
                <c:pt idx="300">
                  <c:v>-3.0991533715413078E-2</c:v>
                </c:pt>
                <c:pt idx="301">
                  <c:v>0</c:v>
                </c:pt>
                <c:pt idx="302">
                  <c:v>0</c:v>
                </c:pt>
                <c:pt idx="303">
                  <c:v>0</c:v>
                </c:pt>
                <c:pt idx="304">
                  <c:v>0</c:v>
                </c:pt>
                <c:pt idx="305">
                  <c:v>0</c:v>
                </c:pt>
                <c:pt idx="306">
                  <c:v>-2.0848244623399292E-3</c:v>
                </c:pt>
                <c:pt idx="307">
                  <c:v>-2.1186474693272173E-3</c:v>
                </c:pt>
                <c:pt idx="308">
                  <c:v>-2.1018644076323145E-2</c:v>
                </c:pt>
                <c:pt idx="309">
                  <c:v>-9.8035343543814157E-3</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-2.8738533716188952E-2</c:v>
                </c:pt>
                <c:pt idx="325">
                  <c:v>-4.1636631072883623E-2</c:v>
                </c:pt>
                <c:pt idx="326">
                  <c:v>-4.3794806016777876E-2</c:v>
                </c:pt>
                <c:pt idx="327">
                  <c:v>-2.4100799243792492E-2</c:v>
                </c:pt>
                <c:pt idx="328">
                  <c:v>-1.9768151781638377E-2</c:v>
                </c:pt>
                <c:pt idx="329">
                  <c:v>0</c:v>
                </c:pt>
                <c:pt idx="330">
                  <c:v>0</c:v>
                </c:pt>
                <c:pt idx="331">
                  <c:v>-3.8255154310007367E-4</c:v>
                </c:pt>
                <c:pt idx="332">
                  <c:v>-4.9362634502060021E-2</c:v>
                </c:pt>
                <c:pt idx="333">
                  <c:v>-3.1683741846527669E-2</c:v>
                </c:pt>
                <c:pt idx="334">
                  <c:v>-8.2853164589560491E-2</c:v>
                </c:pt>
                <c:pt idx="335">
                  <c:v>-3.0029904620512693E-2</c:v>
                </c:pt>
                <c:pt idx="336">
                  <c:v>-1.0506725494515479E-2</c:v>
                </c:pt>
                <c:pt idx="337">
                  <c:v>0</c:v>
                </c:pt>
                <c:pt idx="338">
                  <c:v>0</c:v>
                </c:pt>
                <c:pt idx="339">
                  <c:v>-3.2897170230141937E-2</c:v>
                </c:pt>
                <c:pt idx="340">
                  <c:v>0</c:v>
                </c:pt>
                <c:pt idx="341">
                  <c:v>0</c:v>
                </c:pt>
                <c:pt idx="342">
                  <c:v>0</c:v>
                </c:pt>
                <c:pt idx="343">
                  <c:v>0</c:v>
                </c:pt>
                <c:pt idx="344">
                  <c:v>0</c:v>
                </c:pt>
                <c:pt idx="345">
                  <c:v>0</c:v>
                </c:pt>
                <c:pt idx="346">
                  <c:v>0</c:v>
                </c:pt>
                <c:pt idx="347">
                  <c:v>0</c:v>
                </c:pt>
                <c:pt idx="348">
                  <c:v>-4.5269457166416061E-2</c:v>
                </c:pt>
                <c:pt idx="349">
                  <c:v>-0.11404448726254679</c:v>
                </c:pt>
                <c:pt idx="350">
                  <c:v>-3.395261965587193E-2</c:v>
                </c:pt>
                <c:pt idx="351">
                  <c:v>-2.3477879296849302E-3</c:v>
                </c:pt>
                <c:pt idx="352">
                  <c:v>0</c:v>
                </c:pt>
                <c:pt idx="353">
                  <c:v>0</c:v>
                </c:pt>
                <c:pt idx="354">
                  <c:v>0</c:v>
                </c:pt>
                <c:pt idx="355">
                  <c:v>-2.5123875236905957E-2</c:v>
                </c:pt>
                <c:pt idx="356">
                  <c:v>-4.8321064329556518E-2</c:v>
                </c:pt>
                <c:pt idx="357">
                  <c:v>0</c:v>
                </c:pt>
                <c:pt idx="358">
                  <c:v>0</c:v>
                </c:pt>
                <c:pt idx="359">
                  <c:v>-1.199523368370492E-2</c:v>
                </c:pt>
                <c:pt idx="360">
                  <c:v>-2.3101618011878156E-3</c:v>
                </c:pt>
                <c:pt idx="361">
                  <c:v>0</c:v>
                </c:pt>
                <c:pt idx="362">
                  <c:v>0</c:v>
                </c:pt>
                <c:pt idx="363">
                  <c:v>0</c:v>
                </c:pt>
                <c:pt idx="364">
                  <c:v>0</c:v>
                </c:pt>
                <c:pt idx="365">
                  <c:v>0</c:v>
                </c:pt>
                <c:pt idx="366">
                  <c:v>0</c:v>
                </c:pt>
                <c:pt idx="367">
                  <c:v>-3.8053067678811225E-2</c:v>
                </c:pt>
                <c:pt idx="368">
                  <c:v>0</c:v>
                </c:pt>
                <c:pt idx="369">
                  <c:v>-9.2069095880931151E-4</c:v>
                </c:pt>
                <c:pt idx="370">
                  <c:v>0</c:v>
                </c:pt>
                <c:pt idx="371">
                  <c:v>-4.2937807417623097E-2</c:v>
                </c:pt>
                <c:pt idx="372">
                  <c:v>-6.3341202287814036E-2</c:v>
                </c:pt>
                <c:pt idx="373">
                  <c:v>-5.1553922601990987E-2</c:v>
                </c:pt>
                <c:pt idx="374">
                  <c:v>-0.12250776722062795</c:v>
                </c:pt>
                <c:pt idx="375">
                  <c:v>-0.11980025463794342</c:v>
                </c:pt>
                <c:pt idx="376">
                  <c:v>-0.17231533397347754</c:v>
                </c:pt>
                <c:pt idx="377">
                  <c:v>-0.11209346585451418</c:v>
                </c:pt>
                <c:pt idx="378">
                  <c:v>-0.14772347295089983</c:v>
                </c:pt>
                <c:pt idx="379">
                  <c:v>-0.2159917098019124</c:v>
                </c:pt>
                <c:pt idx="380">
                  <c:v>-0.17677860598752626</c:v>
                </c:pt>
                <c:pt idx="381">
                  <c:v>-0.1352667135260075</c:v>
                </c:pt>
                <c:pt idx="382">
                  <c:v>-0.17322023515925267</c:v>
                </c:pt>
                <c:pt idx="383">
                  <c:v>-0.12883123374390282</c:v>
                </c:pt>
                <c:pt idx="384">
                  <c:v>-0.15157329951288889</c:v>
                </c:pt>
                <c:pt idx="385">
                  <c:v>-0.11951731744341809</c:v>
                </c:pt>
                <c:pt idx="386">
                  <c:v>-0.10832771838063437</c:v>
                </c:pt>
                <c:pt idx="387">
                  <c:v>-0.10946439021060539</c:v>
                </c:pt>
                <c:pt idx="388">
                  <c:v>-7.1915720449643783E-2</c:v>
                </c:pt>
                <c:pt idx="389">
                  <c:v>-5.420993674320862E-2</c:v>
                </c:pt>
                <c:pt idx="390">
                  <c:v>-6.6491623593189497E-2</c:v>
                </c:pt>
                <c:pt idx="391">
                  <c:v>-0.10771272410326738</c:v>
                </c:pt>
                <c:pt idx="392">
                  <c:v>-0.12588818908413357</c:v>
                </c:pt>
                <c:pt idx="393">
                  <c:v>-5.8615293753803144E-2</c:v>
                </c:pt>
                <c:pt idx="394">
                  <c:v>-1.6283962074357117E-2</c:v>
                </c:pt>
                <c:pt idx="395">
                  <c:v>-6.6416948087302252E-3</c:v>
                </c:pt>
                <c:pt idx="396">
                  <c:v>0</c:v>
                </c:pt>
                <c:pt idx="397">
                  <c:v>0</c:v>
                </c:pt>
                <c:pt idx="398">
                  <c:v>-3.911180406834458E-2</c:v>
                </c:pt>
                <c:pt idx="399">
                  <c:v>-8.0234287280789296E-4</c:v>
                </c:pt>
                <c:pt idx="400">
                  <c:v>0</c:v>
                </c:pt>
                <c:pt idx="401">
                  <c:v>0</c:v>
                </c:pt>
                <c:pt idx="402">
                  <c:v>0</c:v>
                </c:pt>
                <c:pt idx="403">
                  <c:v>0</c:v>
                </c:pt>
                <c:pt idx="404">
                  <c:v>-1.7032035116887445E-2</c:v>
                </c:pt>
                <c:pt idx="405">
                  <c:v>0</c:v>
                </c:pt>
                <c:pt idx="406">
                  <c:v>-2.5229358339083463E-2</c:v>
                </c:pt>
                <c:pt idx="407">
                  <c:v>-5.3525396734278585E-3</c:v>
                </c:pt>
                <c:pt idx="408">
                  <c:v>-4.6464334774144467E-3</c:v>
                </c:pt>
                <c:pt idx="409">
                  <c:v>-4.1987517721638223E-2</c:v>
                </c:pt>
                <c:pt idx="410">
                  <c:v>-4.3974331695484481E-2</c:v>
                </c:pt>
                <c:pt idx="411">
                  <c:v>-7.1438891131206939E-3</c:v>
                </c:pt>
                <c:pt idx="412">
                  <c:v>0</c:v>
                </c:pt>
                <c:pt idx="413">
                  <c:v>0</c:v>
                </c:pt>
                <c:pt idx="414">
                  <c:v>0</c:v>
                </c:pt>
                <c:pt idx="415">
                  <c:v>0</c:v>
                </c:pt>
                <c:pt idx="416">
                  <c:v>0</c:v>
                </c:pt>
                <c:pt idx="417">
                  <c:v>0</c:v>
                </c:pt>
                <c:pt idx="418">
                  <c:v>-2.5620387151209512E-3</c:v>
                </c:pt>
              </c:numCache>
            </c:numRef>
          </c:val>
          <c:smooth val="0"/>
          <c:extLst>
            <c:ext xmlns:c16="http://schemas.microsoft.com/office/drawing/2014/chart" uri="{C3380CC4-5D6E-409C-BE32-E72D297353CC}">
              <c16:uniqueId val="{00000001-FEEB-497C-8590-F57B3B96242C}"/>
            </c:ext>
          </c:extLst>
        </c:ser>
        <c:ser>
          <c:idx val="2"/>
          <c:order val="2"/>
          <c:tx>
            <c:strRef>
              <c:f>Sheet1!$D$1</c:f>
              <c:strCache>
                <c:ptCount val="1"/>
                <c:pt idx="0">
                  <c:v>Logistic regression</c:v>
                </c:pt>
              </c:strCache>
            </c:strRef>
          </c:tx>
          <c:spPr>
            <a:ln w="15875">
              <a:solidFill>
                <a:srgbClr val="00698E"/>
              </a:solidFill>
            </a:ln>
          </c:spPr>
          <c:marker>
            <c:symbol val="none"/>
          </c:marker>
          <c:cat>
            <c:numRef>
              <c:f>Sheet1!$A$2:$A$420</c:f>
              <c:numCache>
                <c:formatCode>yyyy\-mm\-dd</c:formatCode>
                <c:ptCount val="419"/>
                <c:pt idx="0">
                  <c:v>33297</c:v>
                </c:pt>
                <c:pt idx="1">
                  <c:v>33328</c:v>
                </c:pt>
                <c:pt idx="2">
                  <c:v>33358</c:v>
                </c:pt>
                <c:pt idx="3">
                  <c:v>33389</c:v>
                </c:pt>
                <c:pt idx="4">
                  <c:v>33419</c:v>
                </c:pt>
                <c:pt idx="5">
                  <c:v>33450</c:v>
                </c:pt>
                <c:pt idx="6">
                  <c:v>33481</c:v>
                </c:pt>
                <c:pt idx="7">
                  <c:v>33511</c:v>
                </c:pt>
                <c:pt idx="8">
                  <c:v>33542</c:v>
                </c:pt>
                <c:pt idx="9">
                  <c:v>33572</c:v>
                </c:pt>
                <c:pt idx="10">
                  <c:v>33603</c:v>
                </c:pt>
                <c:pt idx="11">
                  <c:v>33634</c:v>
                </c:pt>
                <c:pt idx="12">
                  <c:v>33663</c:v>
                </c:pt>
                <c:pt idx="13">
                  <c:v>33694</c:v>
                </c:pt>
                <c:pt idx="14">
                  <c:v>33724</c:v>
                </c:pt>
                <c:pt idx="15">
                  <c:v>33755</c:v>
                </c:pt>
                <c:pt idx="16">
                  <c:v>33785</c:v>
                </c:pt>
                <c:pt idx="17">
                  <c:v>33816</c:v>
                </c:pt>
                <c:pt idx="18">
                  <c:v>33847</c:v>
                </c:pt>
                <c:pt idx="19">
                  <c:v>33877</c:v>
                </c:pt>
                <c:pt idx="20">
                  <c:v>33908</c:v>
                </c:pt>
                <c:pt idx="21">
                  <c:v>33938</c:v>
                </c:pt>
                <c:pt idx="22">
                  <c:v>33969</c:v>
                </c:pt>
                <c:pt idx="23">
                  <c:v>34000</c:v>
                </c:pt>
                <c:pt idx="24">
                  <c:v>34028</c:v>
                </c:pt>
                <c:pt idx="25">
                  <c:v>34059</c:v>
                </c:pt>
                <c:pt idx="26">
                  <c:v>34089</c:v>
                </c:pt>
                <c:pt idx="27">
                  <c:v>34120</c:v>
                </c:pt>
                <c:pt idx="28">
                  <c:v>34150</c:v>
                </c:pt>
                <c:pt idx="29">
                  <c:v>34181</c:v>
                </c:pt>
                <c:pt idx="30">
                  <c:v>34212</c:v>
                </c:pt>
                <c:pt idx="31">
                  <c:v>34242</c:v>
                </c:pt>
                <c:pt idx="32">
                  <c:v>34273</c:v>
                </c:pt>
                <c:pt idx="33">
                  <c:v>34303</c:v>
                </c:pt>
                <c:pt idx="34">
                  <c:v>34334</c:v>
                </c:pt>
                <c:pt idx="35">
                  <c:v>34365</c:v>
                </c:pt>
                <c:pt idx="36">
                  <c:v>34393</c:v>
                </c:pt>
                <c:pt idx="37">
                  <c:v>34424</c:v>
                </c:pt>
                <c:pt idx="38">
                  <c:v>34454</c:v>
                </c:pt>
                <c:pt idx="39">
                  <c:v>34485</c:v>
                </c:pt>
                <c:pt idx="40">
                  <c:v>34515</c:v>
                </c:pt>
                <c:pt idx="41">
                  <c:v>34546</c:v>
                </c:pt>
                <c:pt idx="42">
                  <c:v>34577</c:v>
                </c:pt>
                <c:pt idx="43">
                  <c:v>34607</c:v>
                </c:pt>
                <c:pt idx="44">
                  <c:v>34638</c:v>
                </c:pt>
                <c:pt idx="45">
                  <c:v>34668</c:v>
                </c:pt>
                <c:pt idx="46">
                  <c:v>34699</c:v>
                </c:pt>
                <c:pt idx="47">
                  <c:v>34730</c:v>
                </c:pt>
                <c:pt idx="48">
                  <c:v>34758</c:v>
                </c:pt>
                <c:pt idx="49">
                  <c:v>34789</c:v>
                </c:pt>
                <c:pt idx="50">
                  <c:v>34819</c:v>
                </c:pt>
                <c:pt idx="51">
                  <c:v>34850</c:v>
                </c:pt>
                <c:pt idx="52">
                  <c:v>34880</c:v>
                </c:pt>
                <c:pt idx="53">
                  <c:v>34911</c:v>
                </c:pt>
                <c:pt idx="54">
                  <c:v>34942</c:v>
                </c:pt>
                <c:pt idx="55">
                  <c:v>34972</c:v>
                </c:pt>
                <c:pt idx="56">
                  <c:v>35003</c:v>
                </c:pt>
                <c:pt idx="57">
                  <c:v>35033</c:v>
                </c:pt>
                <c:pt idx="58">
                  <c:v>35064</c:v>
                </c:pt>
                <c:pt idx="59">
                  <c:v>35095</c:v>
                </c:pt>
                <c:pt idx="60">
                  <c:v>35124</c:v>
                </c:pt>
                <c:pt idx="61">
                  <c:v>35155</c:v>
                </c:pt>
                <c:pt idx="62">
                  <c:v>35185</c:v>
                </c:pt>
                <c:pt idx="63">
                  <c:v>35216</c:v>
                </c:pt>
                <c:pt idx="64">
                  <c:v>35246</c:v>
                </c:pt>
                <c:pt idx="65">
                  <c:v>35277</c:v>
                </c:pt>
                <c:pt idx="66">
                  <c:v>35308</c:v>
                </c:pt>
                <c:pt idx="67">
                  <c:v>35338</c:v>
                </c:pt>
                <c:pt idx="68">
                  <c:v>35369</c:v>
                </c:pt>
                <c:pt idx="69">
                  <c:v>35399</c:v>
                </c:pt>
                <c:pt idx="70">
                  <c:v>35430</c:v>
                </c:pt>
                <c:pt idx="71">
                  <c:v>35461</c:v>
                </c:pt>
                <c:pt idx="72">
                  <c:v>35489</c:v>
                </c:pt>
                <c:pt idx="73">
                  <c:v>35520</c:v>
                </c:pt>
                <c:pt idx="74">
                  <c:v>35550</c:v>
                </c:pt>
                <c:pt idx="75">
                  <c:v>35581</c:v>
                </c:pt>
                <c:pt idx="76">
                  <c:v>35611</c:v>
                </c:pt>
                <c:pt idx="77">
                  <c:v>35642</c:v>
                </c:pt>
                <c:pt idx="78">
                  <c:v>35673</c:v>
                </c:pt>
                <c:pt idx="79">
                  <c:v>35703</c:v>
                </c:pt>
                <c:pt idx="80">
                  <c:v>35734</c:v>
                </c:pt>
                <c:pt idx="81">
                  <c:v>35764</c:v>
                </c:pt>
                <c:pt idx="82">
                  <c:v>35795</c:v>
                </c:pt>
                <c:pt idx="83">
                  <c:v>35826</c:v>
                </c:pt>
                <c:pt idx="84">
                  <c:v>35854</c:v>
                </c:pt>
                <c:pt idx="85">
                  <c:v>35885</c:v>
                </c:pt>
                <c:pt idx="86">
                  <c:v>35915</c:v>
                </c:pt>
                <c:pt idx="87">
                  <c:v>35946</c:v>
                </c:pt>
                <c:pt idx="88">
                  <c:v>35976</c:v>
                </c:pt>
                <c:pt idx="89">
                  <c:v>36007</c:v>
                </c:pt>
                <c:pt idx="90">
                  <c:v>36038</c:v>
                </c:pt>
                <c:pt idx="91">
                  <c:v>36068</c:v>
                </c:pt>
                <c:pt idx="92">
                  <c:v>36099</c:v>
                </c:pt>
                <c:pt idx="93">
                  <c:v>36129</c:v>
                </c:pt>
                <c:pt idx="94">
                  <c:v>36160</c:v>
                </c:pt>
                <c:pt idx="95">
                  <c:v>36191</c:v>
                </c:pt>
                <c:pt idx="96">
                  <c:v>36219</c:v>
                </c:pt>
                <c:pt idx="97">
                  <c:v>36250</c:v>
                </c:pt>
                <c:pt idx="98">
                  <c:v>36280</c:v>
                </c:pt>
                <c:pt idx="99">
                  <c:v>36311</c:v>
                </c:pt>
                <c:pt idx="100">
                  <c:v>36341</c:v>
                </c:pt>
                <c:pt idx="101">
                  <c:v>36372</c:v>
                </c:pt>
                <c:pt idx="102">
                  <c:v>36403</c:v>
                </c:pt>
                <c:pt idx="103">
                  <c:v>36433</c:v>
                </c:pt>
                <c:pt idx="104">
                  <c:v>36464</c:v>
                </c:pt>
                <c:pt idx="105">
                  <c:v>36494</c:v>
                </c:pt>
                <c:pt idx="106">
                  <c:v>36525</c:v>
                </c:pt>
                <c:pt idx="107">
                  <c:v>36556</c:v>
                </c:pt>
                <c:pt idx="108">
                  <c:v>36585</c:v>
                </c:pt>
                <c:pt idx="109">
                  <c:v>36616</c:v>
                </c:pt>
                <c:pt idx="110">
                  <c:v>36646</c:v>
                </c:pt>
                <c:pt idx="111">
                  <c:v>36677</c:v>
                </c:pt>
                <c:pt idx="112">
                  <c:v>36707</c:v>
                </c:pt>
                <c:pt idx="113">
                  <c:v>36738</c:v>
                </c:pt>
                <c:pt idx="114">
                  <c:v>36769</c:v>
                </c:pt>
                <c:pt idx="115">
                  <c:v>36799</c:v>
                </c:pt>
                <c:pt idx="116">
                  <c:v>36830</c:v>
                </c:pt>
                <c:pt idx="117">
                  <c:v>36860</c:v>
                </c:pt>
                <c:pt idx="118">
                  <c:v>36891</c:v>
                </c:pt>
                <c:pt idx="119">
                  <c:v>36922</c:v>
                </c:pt>
                <c:pt idx="120">
                  <c:v>36950</c:v>
                </c:pt>
                <c:pt idx="121">
                  <c:v>36981</c:v>
                </c:pt>
                <c:pt idx="122">
                  <c:v>37011</c:v>
                </c:pt>
                <c:pt idx="123">
                  <c:v>37042</c:v>
                </c:pt>
                <c:pt idx="124">
                  <c:v>37072</c:v>
                </c:pt>
                <c:pt idx="125">
                  <c:v>37103</c:v>
                </c:pt>
                <c:pt idx="126">
                  <c:v>37134</c:v>
                </c:pt>
                <c:pt idx="127">
                  <c:v>37164</c:v>
                </c:pt>
                <c:pt idx="128">
                  <c:v>37195</c:v>
                </c:pt>
                <c:pt idx="129">
                  <c:v>37225</c:v>
                </c:pt>
                <c:pt idx="130">
                  <c:v>37256</c:v>
                </c:pt>
                <c:pt idx="131">
                  <c:v>37287</c:v>
                </c:pt>
                <c:pt idx="132">
                  <c:v>37315</c:v>
                </c:pt>
                <c:pt idx="133">
                  <c:v>37346</c:v>
                </c:pt>
                <c:pt idx="134">
                  <c:v>37376</c:v>
                </c:pt>
                <c:pt idx="135">
                  <c:v>37407</c:v>
                </c:pt>
                <c:pt idx="136">
                  <c:v>37437</c:v>
                </c:pt>
                <c:pt idx="137">
                  <c:v>37468</c:v>
                </c:pt>
                <c:pt idx="138">
                  <c:v>37499</c:v>
                </c:pt>
                <c:pt idx="139">
                  <c:v>37529</c:v>
                </c:pt>
                <c:pt idx="140">
                  <c:v>37560</c:v>
                </c:pt>
                <c:pt idx="141">
                  <c:v>37590</c:v>
                </c:pt>
                <c:pt idx="142">
                  <c:v>37621</c:v>
                </c:pt>
                <c:pt idx="143">
                  <c:v>37652</c:v>
                </c:pt>
                <c:pt idx="144">
                  <c:v>37680</c:v>
                </c:pt>
                <c:pt idx="145">
                  <c:v>37711</c:v>
                </c:pt>
                <c:pt idx="146">
                  <c:v>37741</c:v>
                </c:pt>
                <c:pt idx="147">
                  <c:v>37772</c:v>
                </c:pt>
                <c:pt idx="148">
                  <c:v>37802</c:v>
                </c:pt>
                <c:pt idx="149">
                  <c:v>37833</c:v>
                </c:pt>
                <c:pt idx="150">
                  <c:v>37864</c:v>
                </c:pt>
                <c:pt idx="151">
                  <c:v>37894</c:v>
                </c:pt>
                <c:pt idx="152">
                  <c:v>37925</c:v>
                </c:pt>
                <c:pt idx="153">
                  <c:v>37955</c:v>
                </c:pt>
                <c:pt idx="154">
                  <c:v>37986</c:v>
                </c:pt>
                <c:pt idx="155">
                  <c:v>38017</c:v>
                </c:pt>
                <c:pt idx="156">
                  <c:v>38046</c:v>
                </c:pt>
                <c:pt idx="157">
                  <c:v>38077</c:v>
                </c:pt>
                <c:pt idx="158">
                  <c:v>38107</c:v>
                </c:pt>
                <c:pt idx="159">
                  <c:v>38138</c:v>
                </c:pt>
                <c:pt idx="160">
                  <c:v>38168</c:v>
                </c:pt>
                <c:pt idx="161">
                  <c:v>38199</c:v>
                </c:pt>
                <c:pt idx="162">
                  <c:v>38230</c:v>
                </c:pt>
                <c:pt idx="163">
                  <c:v>38260</c:v>
                </c:pt>
                <c:pt idx="164">
                  <c:v>38291</c:v>
                </c:pt>
                <c:pt idx="165">
                  <c:v>38321</c:v>
                </c:pt>
                <c:pt idx="166">
                  <c:v>38352</c:v>
                </c:pt>
                <c:pt idx="167">
                  <c:v>38383</c:v>
                </c:pt>
                <c:pt idx="168">
                  <c:v>38411</c:v>
                </c:pt>
                <c:pt idx="169">
                  <c:v>38442</c:v>
                </c:pt>
                <c:pt idx="170">
                  <c:v>38472</c:v>
                </c:pt>
                <c:pt idx="171">
                  <c:v>38503</c:v>
                </c:pt>
                <c:pt idx="172">
                  <c:v>38533</c:v>
                </c:pt>
                <c:pt idx="173">
                  <c:v>38564</c:v>
                </c:pt>
                <c:pt idx="174">
                  <c:v>38595</c:v>
                </c:pt>
                <c:pt idx="175">
                  <c:v>38625</c:v>
                </c:pt>
                <c:pt idx="176">
                  <c:v>38656</c:v>
                </c:pt>
                <c:pt idx="177">
                  <c:v>38686</c:v>
                </c:pt>
                <c:pt idx="178">
                  <c:v>38717</c:v>
                </c:pt>
                <c:pt idx="179">
                  <c:v>38748</c:v>
                </c:pt>
                <c:pt idx="180">
                  <c:v>38776</c:v>
                </c:pt>
                <c:pt idx="181">
                  <c:v>38807</c:v>
                </c:pt>
                <c:pt idx="182">
                  <c:v>38837</c:v>
                </c:pt>
                <c:pt idx="183">
                  <c:v>38868</c:v>
                </c:pt>
                <c:pt idx="184">
                  <c:v>38898</c:v>
                </c:pt>
                <c:pt idx="185">
                  <c:v>38929</c:v>
                </c:pt>
                <c:pt idx="186">
                  <c:v>38960</c:v>
                </c:pt>
                <c:pt idx="187">
                  <c:v>38990</c:v>
                </c:pt>
                <c:pt idx="188">
                  <c:v>39021</c:v>
                </c:pt>
                <c:pt idx="189">
                  <c:v>39051</c:v>
                </c:pt>
                <c:pt idx="190">
                  <c:v>39082</c:v>
                </c:pt>
                <c:pt idx="191">
                  <c:v>39113</c:v>
                </c:pt>
                <c:pt idx="192">
                  <c:v>39141</c:v>
                </c:pt>
                <c:pt idx="193">
                  <c:v>39172</c:v>
                </c:pt>
                <c:pt idx="194">
                  <c:v>39202</c:v>
                </c:pt>
                <c:pt idx="195">
                  <c:v>39233</c:v>
                </c:pt>
                <c:pt idx="196">
                  <c:v>39263</c:v>
                </c:pt>
                <c:pt idx="197">
                  <c:v>39294</c:v>
                </c:pt>
                <c:pt idx="198">
                  <c:v>39325</c:v>
                </c:pt>
                <c:pt idx="199">
                  <c:v>39355</c:v>
                </c:pt>
                <c:pt idx="200">
                  <c:v>39386</c:v>
                </c:pt>
                <c:pt idx="201">
                  <c:v>39416</c:v>
                </c:pt>
                <c:pt idx="202">
                  <c:v>39447</c:v>
                </c:pt>
                <c:pt idx="203">
                  <c:v>39478</c:v>
                </c:pt>
                <c:pt idx="204">
                  <c:v>39507</c:v>
                </c:pt>
                <c:pt idx="205">
                  <c:v>39538</c:v>
                </c:pt>
                <c:pt idx="206">
                  <c:v>39568</c:v>
                </c:pt>
                <c:pt idx="207">
                  <c:v>39599</c:v>
                </c:pt>
                <c:pt idx="208">
                  <c:v>39629</c:v>
                </c:pt>
                <c:pt idx="209">
                  <c:v>39660</c:v>
                </c:pt>
                <c:pt idx="210">
                  <c:v>39691</c:v>
                </c:pt>
                <c:pt idx="211">
                  <c:v>39721</c:v>
                </c:pt>
                <c:pt idx="212">
                  <c:v>39752</c:v>
                </c:pt>
                <c:pt idx="213">
                  <c:v>39782</c:v>
                </c:pt>
                <c:pt idx="214">
                  <c:v>39813</c:v>
                </c:pt>
                <c:pt idx="215">
                  <c:v>39844</c:v>
                </c:pt>
                <c:pt idx="216">
                  <c:v>39872</c:v>
                </c:pt>
                <c:pt idx="217">
                  <c:v>39903</c:v>
                </c:pt>
                <c:pt idx="218">
                  <c:v>39933</c:v>
                </c:pt>
                <c:pt idx="219">
                  <c:v>39964</c:v>
                </c:pt>
                <c:pt idx="220">
                  <c:v>39994</c:v>
                </c:pt>
                <c:pt idx="221">
                  <c:v>40025</c:v>
                </c:pt>
                <c:pt idx="222">
                  <c:v>40056</c:v>
                </c:pt>
                <c:pt idx="223">
                  <c:v>40086</c:v>
                </c:pt>
                <c:pt idx="224">
                  <c:v>40117</c:v>
                </c:pt>
                <c:pt idx="225">
                  <c:v>40147</c:v>
                </c:pt>
                <c:pt idx="226">
                  <c:v>40178</c:v>
                </c:pt>
                <c:pt idx="227">
                  <c:v>40209</c:v>
                </c:pt>
                <c:pt idx="228">
                  <c:v>40237</c:v>
                </c:pt>
                <c:pt idx="229">
                  <c:v>40268</c:v>
                </c:pt>
                <c:pt idx="230">
                  <c:v>40298</c:v>
                </c:pt>
                <c:pt idx="231">
                  <c:v>40329</c:v>
                </c:pt>
                <c:pt idx="232">
                  <c:v>40359</c:v>
                </c:pt>
                <c:pt idx="233">
                  <c:v>40390</c:v>
                </c:pt>
                <c:pt idx="234">
                  <c:v>40421</c:v>
                </c:pt>
                <c:pt idx="235">
                  <c:v>40451</c:v>
                </c:pt>
                <c:pt idx="236">
                  <c:v>40482</c:v>
                </c:pt>
                <c:pt idx="237">
                  <c:v>40512</c:v>
                </c:pt>
                <c:pt idx="238">
                  <c:v>40543</c:v>
                </c:pt>
                <c:pt idx="239">
                  <c:v>40574</c:v>
                </c:pt>
                <c:pt idx="240">
                  <c:v>40602</c:v>
                </c:pt>
                <c:pt idx="241">
                  <c:v>40633</c:v>
                </c:pt>
                <c:pt idx="242">
                  <c:v>40663</c:v>
                </c:pt>
                <c:pt idx="243">
                  <c:v>40694</c:v>
                </c:pt>
                <c:pt idx="244">
                  <c:v>40724</c:v>
                </c:pt>
                <c:pt idx="245">
                  <c:v>40755</c:v>
                </c:pt>
                <c:pt idx="246">
                  <c:v>40786</c:v>
                </c:pt>
                <c:pt idx="247">
                  <c:v>40816</c:v>
                </c:pt>
                <c:pt idx="248">
                  <c:v>40847</c:v>
                </c:pt>
                <c:pt idx="249">
                  <c:v>40877</c:v>
                </c:pt>
                <c:pt idx="250">
                  <c:v>40908</c:v>
                </c:pt>
                <c:pt idx="251">
                  <c:v>40939</c:v>
                </c:pt>
                <c:pt idx="252">
                  <c:v>40968</c:v>
                </c:pt>
                <c:pt idx="253">
                  <c:v>40999</c:v>
                </c:pt>
                <c:pt idx="254">
                  <c:v>41029</c:v>
                </c:pt>
                <c:pt idx="255">
                  <c:v>41060</c:v>
                </c:pt>
                <c:pt idx="256">
                  <c:v>41090</c:v>
                </c:pt>
                <c:pt idx="257">
                  <c:v>41121</c:v>
                </c:pt>
                <c:pt idx="258">
                  <c:v>41152</c:v>
                </c:pt>
                <c:pt idx="259">
                  <c:v>41182</c:v>
                </c:pt>
                <c:pt idx="260">
                  <c:v>41213</c:v>
                </c:pt>
                <c:pt idx="261">
                  <c:v>41243</c:v>
                </c:pt>
                <c:pt idx="262">
                  <c:v>41274</c:v>
                </c:pt>
                <c:pt idx="263">
                  <c:v>41305</c:v>
                </c:pt>
                <c:pt idx="264">
                  <c:v>41333</c:v>
                </c:pt>
                <c:pt idx="265">
                  <c:v>41364</c:v>
                </c:pt>
                <c:pt idx="266">
                  <c:v>41394</c:v>
                </c:pt>
                <c:pt idx="267">
                  <c:v>41425</c:v>
                </c:pt>
                <c:pt idx="268">
                  <c:v>41455</c:v>
                </c:pt>
                <c:pt idx="269">
                  <c:v>41486</c:v>
                </c:pt>
                <c:pt idx="270">
                  <c:v>41517</c:v>
                </c:pt>
                <c:pt idx="271">
                  <c:v>41547</c:v>
                </c:pt>
                <c:pt idx="272">
                  <c:v>41578</c:v>
                </c:pt>
                <c:pt idx="273">
                  <c:v>41608</c:v>
                </c:pt>
                <c:pt idx="274">
                  <c:v>41639</c:v>
                </c:pt>
                <c:pt idx="275">
                  <c:v>41670</c:v>
                </c:pt>
                <c:pt idx="276">
                  <c:v>41698</c:v>
                </c:pt>
                <c:pt idx="277">
                  <c:v>41729</c:v>
                </c:pt>
                <c:pt idx="278">
                  <c:v>41759</c:v>
                </c:pt>
                <c:pt idx="279">
                  <c:v>41790</c:v>
                </c:pt>
                <c:pt idx="280">
                  <c:v>41820</c:v>
                </c:pt>
                <c:pt idx="281">
                  <c:v>41851</c:v>
                </c:pt>
                <c:pt idx="282">
                  <c:v>41882</c:v>
                </c:pt>
                <c:pt idx="283">
                  <c:v>41912</c:v>
                </c:pt>
                <c:pt idx="284">
                  <c:v>41943</c:v>
                </c:pt>
                <c:pt idx="285">
                  <c:v>41973</c:v>
                </c:pt>
                <c:pt idx="286">
                  <c:v>42004</c:v>
                </c:pt>
                <c:pt idx="287">
                  <c:v>42035</c:v>
                </c:pt>
                <c:pt idx="288">
                  <c:v>42063</c:v>
                </c:pt>
                <c:pt idx="289">
                  <c:v>42094</c:v>
                </c:pt>
                <c:pt idx="290">
                  <c:v>42124</c:v>
                </c:pt>
                <c:pt idx="291">
                  <c:v>42155</c:v>
                </c:pt>
                <c:pt idx="292">
                  <c:v>42185</c:v>
                </c:pt>
                <c:pt idx="293">
                  <c:v>42216</c:v>
                </c:pt>
                <c:pt idx="294">
                  <c:v>42247</c:v>
                </c:pt>
                <c:pt idx="295">
                  <c:v>42277</c:v>
                </c:pt>
                <c:pt idx="296">
                  <c:v>42308</c:v>
                </c:pt>
                <c:pt idx="297">
                  <c:v>42338</c:v>
                </c:pt>
                <c:pt idx="298">
                  <c:v>42369</c:v>
                </c:pt>
                <c:pt idx="299">
                  <c:v>42400</c:v>
                </c:pt>
                <c:pt idx="300">
                  <c:v>42429</c:v>
                </c:pt>
                <c:pt idx="301">
                  <c:v>42460</c:v>
                </c:pt>
                <c:pt idx="302">
                  <c:v>42490</c:v>
                </c:pt>
                <c:pt idx="303">
                  <c:v>42521</c:v>
                </c:pt>
                <c:pt idx="304">
                  <c:v>42551</c:v>
                </c:pt>
                <c:pt idx="305">
                  <c:v>42582</c:v>
                </c:pt>
                <c:pt idx="306">
                  <c:v>42613</c:v>
                </c:pt>
                <c:pt idx="307">
                  <c:v>42643</c:v>
                </c:pt>
                <c:pt idx="308">
                  <c:v>42674</c:v>
                </c:pt>
                <c:pt idx="309">
                  <c:v>42704</c:v>
                </c:pt>
                <c:pt idx="310">
                  <c:v>42735</c:v>
                </c:pt>
                <c:pt idx="311">
                  <c:v>42766</c:v>
                </c:pt>
                <c:pt idx="312">
                  <c:v>42794</c:v>
                </c:pt>
                <c:pt idx="313">
                  <c:v>42825</c:v>
                </c:pt>
                <c:pt idx="314">
                  <c:v>42855</c:v>
                </c:pt>
                <c:pt idx="315">
                  <c:v>42886</c:v>
                </c:pt>
                <c:pt idx="316">
                  <c:v>42916</c:v>
                </c:pt>
                <c:pt idx="317">
                  <c:v>42947</c:v>
                </c:pt>
                <c:pt idx="318">
                  <c:v>42978</c:v>
                </c:pt>
                <c:pt idx="319">
                  <c:v>43008</c:v>
                </c:pt>
                <c:pt idx="320">
                  <c:v>43039</c:v>
                </c:pt>
                <c:pt idx="321">
                  <c:v>43069</c:v>
                </c:pt>
                <c:pt idx="322">
                  <c:v>43100</c:v>
                </c:pt>
                <c:pt idx="323">
                  <c:v>43131</c:v>
                </c:pt>
                <c:pt idx="324">
                  <c:v>43159</c:v>
                </c:pt>
                <c:pt idx="325">
                  <c:v>43190</c:v>
                </c:pt>
                <c:pt idx="326">
                  <c:v>43220</c:v>
                </c:pt>
                <c:pt idx="327">
                  <c:v>43251</c:v>
                </c:pt>
                <c:pt idx="328">
                  <c:v>43281</c:v>
                </c:pt>
                <c:pt idx="329">
                  <c:v>43312</c:v>
                </c:pt>
                <c:pt idx="330">
                  <c:v>43343</c:v>
                </c:pt>
                <c:pt idx="331">
                  <c:v>43373</c:v>
                </c:pt>
                <c:pt idx="332">
                  <c:v>43404</c:v>
                </c:pt>
                <c:pt idx="333">
                  <c:v>43434</c:v>
                </c:pt>
                <c:pt idx="334">
                  <c:v>43465</c:v>
                </c:pt>
                <c:pt idx="335">
                  <c:v>43496</c:v>
                </c:pt>
                <c:pt idx="336">
                  <c:v>43524</c:v>
                </c:pt>
                <c:pt idx="337">
                  <c:v>43555</c:v>
                </c:pt>
                <c:pt idx="338">
                  <c:v>43585</c:v>
                </c:pt>
                <c:pt idx="339">
                  <c:v>43616</c:v>
                </c:pt>
                <c:pt idx="340">
                  <c:v>43646</c:v>
                </c:pt>
                <c:pt idx="341">
                  <c:v>43677</c:v>
                </c:pt>
                <c:pt idx="342">
                  <c:v>43708</c:v>
                </c:pt>
                <c:pt idx="343">
                  <c:v>43738</c:v>
                </c:pt>
                <c:pt idx="344">
                  <c:v>43769</c:v>
                </c:pt>
                <c:pt idx="345">
                  <c:v>43799</c:v>
                </c:pt>
                <c:pt idx="346">
                  <c:v>43830</c:v>
                </c:pt>
                <c:pt idx="347">
                  <c:v>43861</c:v>
                </c:pt>
                <c:pt idx="348">
                  <c:v>43890</c:v>
                </c:pt>
                <c:pt idx="349">
                  <c:v>43921</c:v>
                </c:pt>
                <c:pt idx="350">
                  <c:v>43951</c:v>
                </c:pt>
                <c:pt idx="351">
                  <c:v>43982</c:v>
                </c:pt>
                <c:pt idx="352">
                  <c:v>44012</c:v>
                </c:pt>
                <c:pt idx="353">
                  <c:v>44043</c:v>
                </c:pt>
                <c:pt idx="354">
                  <c:v>44074</c:v>
                </c:pt>
                <c:pt idx="355">
                  <c:v>44104</c:v>
                </c:pt>
                <c:pt idx="356">
                  <c:v>44135</c:v>
                </c:pt>
                <c:pt idx="357">
                  <c:v>44165</c:v>
                </c:pt>
                <c:pt idx="358">
                  <c:v>44196</c:v>
                </c:pt>
                <c:pt idx="359">
                  <c:v>44227</c:v>
                </c:pt>
                <c:pt idx="360">
                  <c:v>44255</c:v>
                </c:pt>
                <c:pt idx="361">
                  <c:v>44286</c:v>
                </c:pt>
                <c:pt idx="362">
                  <c:v>44316</c:v>
                </c:pt>
                <c:pt idx="363">
                  <c:v>44347</c:v>
                </c:pt>
                <c:pt idx="364">
                  <c:v>44377</c:v>
                </c:pt>
                <c:pt idx="365">
                  <c:v>44408</c:v>
                </c:pt>
                <c:pt idx="366">
                  <c:v>44439</c:v>
                </c:pt>
                <c:pt idx="367">
                  <c:v>44469</c:v>
                </c:pt>
                <c:pt idx="368">
                  <c:v>44500</c:v>
                </c:pt>
                <c:pt idx="369">
                  <c:v>44530</c:v>
                </c:pt>
                <c:pt idx="370">
                  <c:v>44561</c:v>
                </c:pt>
                <c:pt idx="371">
                  <c:v>44592</c:v>
                </c:pt>
                <c:pt idx="372">
                  <c:v>44620</c:v>
                </c:pt>
                <c:pt idx="373">
                  <c:v>44651</c:v>
                </c:pt>
                <c:pt idx="374">
                  <c:v>44681</c:v>
                </c:pt>
                <c:pt idx="375">
                  <c:v>44712</c:v>
                </c:pt>
                <c:pt idx="376">
                  <c:v>44742</c:v>
                </c:pt>
                <c:pt idx="377">
                  <c:v>44773</c:v>
                </c:pt>
                <c:pt idx="378">
                  <c:v>44804</c:v>
                </c:pt>
                <c:pt idx="379">
                  <c:v>44834</c:v>
                </c:pt>
                <c:pt idx="380">
                  <c:v>44865</c:v>
                </c:pt>
                <c:pt idx="381">
                  <c:v>44895</c:v>
                </c:pt>
                <c:pt idx="382">
                  <c:v>44926</c:v>
                </c:pt>
                <c:pt idx="383">
                  <c:v>44957</c:v>
                </c:pt>
                <c:pt idx="384">
                  <c:v>44985</c:v>
                </c:pt>
                <c:pt idx="385">
                  <c:v>45016</c:v>
                </c:pt>
                <c:pt idx="386">
                  <c:v>45046</c:v>
                </c:pt>
                <c:pt idx="387">
                  <c:v>45077</c:v>
                </c:pt>
                <c:pt idx="388">
                  <c:v>45107</c:v>
                </c:pt>
                <c:pt idx="389">
                  <c:v>45138</c:v>
                </c:pt>
                <c:pt idx="390">
                  <c:v>45169</c:v>
                </c:pt>
                <c:pt idx="391">
                  <c:v>45199</c:v>
                </c:pt>
                <c:pt idx="392">
                  <c:v>45230</c:v>
                </c:pt>
                <c:pt idx="393">
                  <c:v>45260</c:v>
                </c:pt>
                <c:pt idx="394">
                  <c:v>45291</c:v>
                </c:pt>
                <c:pt idx="395">
                  <c:v>45322</c:v>
                </c:pt>
                <c:pt idx="396">
                  <c:v>45351</c:v>
                </c:pt>
                <c:pt idx="397">
                  <c:v>45382</c:v>
                </c:pt>
                <c:pt idx="398">
                  <c:v>45412</c:v>
                </c:pt>
                <c:pt idx="399">
                  <c:v>45443</c:v>
                </c:pt>
                <c:pt idx="400">
                  <c:v>45473</c:v>
                </c:pt>
                <c:pt idx="401">
                  <c:v>45504</c:v>
                </c:pt>
                <c:pt idx="402">
                  <c:v>45535</c:v>
                </c:pt>
                <c:pt idx="403">
                  <c:v>45565</c:v>
                </c:pt>
                <c:pt idx="404">
                  <c:v>45596</c:v>
                </c:pt>
                <c:pt idx="405">
                  <c:v>45626</c:v>
                </c:pt>
                <c:pt idx="406">
                  <c:v>45657</c:v>
                </c:pt>
                <c:pt idx="407">
                  <c:v>45688</c:v>
                </c:pt>
                <c:pt idx="408">
                  <c:v>45716</c:v>
                </c:pt>
                <c:pt idx="409">
                  <c:v>45747</c:v>
                </c:pt>
                <c:pt idx="410">
                  <c:v>45777</c:v>
                </c:pt>
                <c:pt idx="411">
                  <c:v>45808</c:v>
                </c:pt>
                <c:pt idx="412">
                  <c:v>45838</c:v>
                </c:pt>
                <c:pt idx="413">
                  <c:v>45869</c:v>
                </c:pt>
                <c:pt idx="414">
                  <c:v>45900</c:v>
                </c:pt>
                <c:pt idx="415">
                  <c:v>45930</c:v>
                </c:pt>
                <c:pt idx="416">
                  <c:v>45961</c:v>
                </c:pt>
                <c:pt idx="417">
                  <c:v>45991</c:v>
                </c:pt>
                <c:pt idx="418">
                  <c:v>46022</c:v>
                </c:pt>
              </c:numCache>
            </c:numRef>
          </c:cat>
          <c:val>
            <c:numRef>
              <c:f>Sheet1!$D$2:$D$420</c:f>
              <c:numCache>
                <c:formatCode>General</c:formatCode>
                <c:ptCount val="419"/>
                <c:pt idx="0">
                  <c:v>0</c:v>
                </c:pt>
                <c:pt idx="1">
                  <c:v>0</c:v>
                </c:pt>
                <c:pt idx="2">
                  <c:v>0</c:v>
                </c:pt>
                <c:pt idx="3">
                  <c:v>0</c:v>
                </c:pt>
                <c:pt idx="4">
                  <c:v>-2.5600546572534744E-2</c:v>
                </c:pt>
                <c:pt idx="5">
                  <c:v>0</c:v>
                </c:pt>
                <c:pt idx="6">
                  <c:v>0</c:v>
                </c:pt>
                <c:pt idx="7">
                  <c:v>-7.2108371824531892E-3</c:v>
                </c:pt>
                <c:pt idx="8">
                  <c:v>0</c:v>
                </c:pt>
                <c:pt idx="9">
                  <c:v>-2.9731230103499318E-2</c:v>
                </c:pt>
                <c:pt idx="10">
                  <c:v>0</c:v>
                </c:pt>
                <c:pt idx="11">
                  <c:v>-2.218584221952502E-2</c:v>
                </c:pt>
                <c:pt idx="12">
                  <c:v>-1.0325117852230226E-2</c:v>
                </c:pt>
                <c:pt idx="13">
                  <c:v>-2.8225949522196259E-2</c:v>
                </c:pt>
                <c:pt idx="14">
                  <c:v>-5.1142875767701268E-3</c:v>
                </c:pt>
                <c:pt idx="15">
                  <c:v>0</c:v>
                </c:pt>
                <c:pt idx="16">
                  <c:v>-7.9890389071125556E-3</c:v>
                </c:pt>
                <c:pt idx="17">
                  <c:v>0</c:v>
                </c:pt>
                <c:pt idx="18">
                  <c:v>-1.3809038179616206E-2</c:v>
                </c:pt>
                <c:pt idx="19">
                  <c:v>0</c:v>
                </c:pt>
                <c:pt idx="20">
                  <c:v>-2.3388440088231155E-3</c:v>
                </c:pt>
                <c:pt idx="21">
                  <c:v>0</c:v>
                </c:pt>
                <c:pt idx="22">
                  <c:v>0</c:v>
                </c:pt>
                <c:pt idx="23">
                  <c:v>0</c:v>
                </c:pt>
                <c:pt idx="24">
                  <c:v>0</c:v>
                </c:pt>
                <c:pt idx="25">
                  <c:v>0</c:v>
                </c:pt>
                <c:pt idx="26">
                  <c:v>-1.862626111880461E-2</c:v>
                </c:pt>
                <c:pt idx="27">
                  <c:v>0</c:v>
                </c:pt>
                <c:pt idx="28">
                  <c:v>0</c:v>
                </c:pt>
                <c:pt idx="29">
                  <c:v>-2.7052833742707838E-3</c:v>
                </c:pt>
                <c:pt idx="30">
                  <c:v>0</c:v>
                </c:pt>
                <c:pt idx="31">
                  <c:v>-4.4597301485315155E-3</c:v>
                </c:pt>
                <c:pt idx="32">
                  <c:v>0</c:v>
                </c:pt>
                <c:pt idx="33">
                  <c:v>-1.7504662702390261E-2</c:v>
                </c:pt>
                <c:pt idx="34">
                  <c:v>-7.0434803046621752E-3</c:v>
                </c:pt>
                <c:pt idx="35">
                  <c:v>0</c:v>
                </c:pt>
                <c:pt idx="36">
                  <c:v>-2.7417377517601649E-2</c:v>
                </c:pt>
                <c:pt idx="37">
                  <c:v>-6.9003339906817729E-2</c:v>
                </c:pt>
                <c:pt idx="38">
                  <c:v>-6.2228911347167903E-2</c:v>
                </c:pt>
                <c:pt idx="39">
                  <c:v>-5.0263502563388629E-2</c:v>
                </c:pt>
                <c:pt idx="40">
                  <c:v>-7.0006933922288739E-2</c:v>
                </c:pt>
                <c:pt idx="41">
                  <c:v>-4.1554874628467409E-2</c:v>
                </c:pt>
                <c:pt idx="42">
                  <c:v>-9.920374783230379E-3</c:v>
                </c:pt>
                <c:pt idx="43">
                  <c:v>-3.3982977423527516E-2</c:v>
                </c:pt>
                <c:pt idx="44">
                  <c:v>-1.7917363325363089E-2</c:v>
                </c:pt>
                <c:pt idx="45">
                  <c:v>-4.6590416048853611E-2</c:v>
                </c:pt>
                <c:pt idx="46">
                  <c:v>-3.3099003704850083E-2</c:v>
                </c:pt>
                <c:pt idx="47">
                  <c:v>-8.5653539071232077E-3</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-3.5230584151644373E-2</c:v>
                </c:pt>
                <c:pt idx="66">
                  <c:v>-2.0055685672498491E-2</c:v>
                </c:pt>
                <c:pt idx="67">
                  <c:v>0</c:v>
                </c:pt>
                <c:pt idx="68">
                  <c:v>0</c:v>
                </c:pt>
                <c:pt idx="69">
                  <c:v>0</c:v>
                </c:pt>
                <c:pt idx="70">
                  <c:v>-2.0232418833113663E-2</c:v>
                </c:pt>
                <c:pt idx="71">
                  <c:v>0</c:v>
                </c:pt>
                <c:pt idx="72">
                  <c:v>0</c:v>
                </c:pt>
                <c:pt idx="73">
                  <c:v>-3.6912877329694838E-2</c:v>
                </c:pt>
                <c:pt idx="74">
                  <c:v>0</c:v>
                </c:pt>
                <c:pt idx="75">
                  <c:v>0</c:v>
                </c:pt>
                <c:pt idx="76">
                  <c:v>0</c:v>
                </c:pt>
                <c:pt idx="77">
                  <c:v>0</c:v>
                </c:pt>
                <c:pt idx="78">
                  <c:v>-4.8501816839834233E-2</c:v>
                </c:pt>
                <c:pt idx="79">
                  <c:v>-2.71532390847673E-3</c:v>
                </c:pt>
                <c:pt idx="80">
                  <c:v>-2.4154033952194509E-2</c:v>
                </c:pt>
                <c:pt idx="81">
                  <c:v>0</c:v>
                </c:pt>
                <c:pt idx="82">
                  <c:v>0</c:v>
                </c:pt>
                <c:pt idx="83">
                  <c:v>0</c:v>
                </c:pt>
                <c:pt idx="84">
                  <c:v>0</c:v>
                </c:pt>
                <c:pt idx="85">
                  <c:v>0</c:v>
                </c:pt>
                <c:pt idx="86">
                  <c:v>0</c:v>
                </c:pt>
                <c:pt idx="87">
                  <c:v>-1.0984670308202715E-2</c:v>
                </c:pt>
                <c:pt idx="88">
                  <c:v>0</c:v>
                </c:pt>
                <c:pt idx="89">
                  <c:v>-8.5253418292446925E-3</c:v>
                </c:pt>
                <c:pt idx="90">
                  <c:v>-0.11535564158547118</c:v>
                </c:pt>
                <c:pt idx="91">
                  <c:v>-6.0633931069985048E-2</c:v>
                </c:pt>
                <c:pt idx="92">
                  <c:v>-1.7909652626365569E-3</c:v>
                </c:pt>
                <c:pt idx="93">
                  <c:v>0</c:v>
                </c:pt>
                <c:pt idx="94">
                  <c:v>0</c:v>
                </c:pt>
                <c:pt idx="95">
                  <c:v>0</c:v>
                </c:pt>
                <c:pt idx="96">
                  <c:v>-3.3773639448823056E-2</c:v>
                </c:pt>
                <c:pt idx="97">
                  <c:v>-1.4031539945008609E-3</c:v>
                </c:pt>
                <c:pt idx="98">
                  <c:v>0</c:v>
                </c:pt>
                <c:pt idx="99">
                  <c:v>-2.2236199829137826E-2</c:v>
                </c:pt>
                <c:pt idx="100">
                  <c:v>0</c:v>
                </c:pt>
                <c:pt idx="101">
                  <c:v>-2.5653410277875266E-2</c:v>
                </c:pt>
                <c:pt idx="102">
                  <c:v>-2.9416991058317965E-2</c:v>
                </c:pt>
                <c:pt idx="103">
                  <c:v>-4.8576695448717566E-2</c:v>
                </c:pt>
                <c:pt idx="104">
                  <c:v>-1.1718873880653957E-3</c:v>
                </c:pt>
                <c:pt idx="105">
                  <c:v>0</c:v>
                </c:pt>
                <c:pt idx="106">
                  <c:v>0</c:v>
                </c:pt>
                <c:pt idx="107">
                  <c:v>-4.2435198861717982E-2</c:v>
                </c:pt>
                <c:pt idx="108">
                  <c:v>-5.2236570164417517E-2</c:v>
                </c:pt>
                <c:pt idx="109">
                  <c:v>0</c:v>
                </c:pt>
                <c:pt idx="110">
                  <c:v>-2.6007910274085222E-2</c:v>
                </c:pt>
                <c:pt idx="111">
                  <c:v>-4.1842099239791652E-2</c:v>
                </c:pt>
                <c:pt idx="112">
                  <c:v>-1.8238436940568592E-2</c:v>
                </c:pt>
                <c:pt idx="113">
                  <c:v>-2.9677515414676781E-2</c:v>
                </c:pt>
                <c:pt idx="114">
                  <c:v>0</c:v>
                </c:pt>
                <c:pt idx="115">
                  <c:v>-4.2330432630915404E-2</c:v>
                </c:pt>
                <c:pt idx="116">
                  <c:v>-4.4208845155592202E-2</c:v>
                </c:pt>
                <c:pt idx="117">
                  <c:v>-9.934883204282785E-2</c:v>
                </c:pt>
                <c:pt idx="118">
                  <c:v>-8.9973250683182182E-2</c:v>
                </c:pt>
                <c:pt idx="119">
                  <c:v>-6.4354367941277912E-2</c:v>
                </c:pt>
                <c:pt idx="120">
                  <c:v>-0.1278399700898929</c:v>
                </c:pt>
                <c:pt idx="121">
                  <c:v>-0.1714638432681489</c:v>
                </c:pt>
                <c:pt idx="122">
                  <c:v>-0.12461280318752166</c:v>
                </c:pt>
                <c:pt idx="123">
                  <c:v>-0.12020779035471296</c:v>
                </c:pt>
                <c:pt idx="124">
                  <c:v>-0.13640932415078599</c:v>
                </c:pt>
                <c:pt idx="125">
                  <c:v>-0.13773166335235221</c:v>
                </c:pt>
                <c:pt idx="126">
                  <c:v>-0.17721128889804016</c:v>
                </c:pt>
                <c:pt idx="127">
                  <c:v>-0.22643088977150194</c:v>
                </c:pt>
                <c:pt idx="128">
                  <c:v>-0.2102970871962706</c:v>
                </c:pt>
                <c:pt idx="129">
                  <c:v>-0.16724102741940439</c:v>
                </c:pt>
                <c:pt idx="130">
                  <c:v>-0.16449339756059234</c:v>
                </c:pt>
                <c:pt idx="131">
                  <c:v>-0.17354341751872537</c:v>
                </c:pt>
                <c:pt idx="132">
                  <c:v>-0.18313099759960549</c:v>
                </c:pt>
                <c:pt idx="133">
                  <c:v>-0.16463269810479009</c:v>
                </c:pt>
                <c:pt idx="134">
                  <c:v>-0.20038123646504435</c:v>
                </c:pt>
                <c:pt idx="135">
                  <c:v>-0.20403849661976059</c:v>
                </c:pt>
                <c:pt idx="136">
                  <c:v>-0.24597563662832178</c:v>
                </c:pt>
                <c:pt idx="137">
                  <c:v>-0.2881778314811102</c:v>
                </c:pt>
                <c:pt idx="138">
                  <c:v>-0.27962270097659392</c:v>
                </c:pt>
                <c:pt idx="139">
                  <c:v>-0.33564545144213309</c:v>
                </c:pt>
                <c:pt idx="140">
                  <c:v>-0.29173304326309157</c:v>
                </c:pt>
                <c:pt idx="141">
                  <c:v>-0.26124247957677915</c:v>
                </c:pt>
                <c:pt idx="142">
                  <c:v>-0.29069088554507383</c:v>
                </c:pt>
                <c:pt idx="143">
                  <c:v>-0.30707574517889169</c:v>
                </c:pt>
                <c:pt idx="144">
                  <c:v>-0.31160019073111789</c:v>
                </c:pt>
                <c:pt idx="145">
                  <c:v>-0.30718727592254447</c:v>
                </c:pt>
                <c:pt idx="146">
                  <c:v>-0.26177529851406733</c:v>
                </c:pt>
                <c:pt idx="147">
                  <c:v>-0.22371102971323509</c:v>
                </c:pt>
                <c:pt idx="148">
                  <c:v>-0.21755674521682122</c:v>
                </c:pt>
                <c:pt idx="149">
                  <c:v>-0.2179306215558674</c:v>
                </c:pt>
                <c:pt idx="150">
                  <c:v>-0.20464446527555769</c:v>
                </c:pt>
                <c:pt idx="151">
                  <c:v>-0.19143100717228478</c:v>
                </c:pt>
                <c:pt idx="152">
                  <c:v>-0.15911689325017753</c:v>
                </c:pt>
                <c:pt idx="153">
                  <c:v>-0.15272622679302605</c:v>
                </c:pt>
                <c:pt idx="154">
                  <c:v>-0.11560996931324163</c:v>
                </c:pt>
                <c:pt idx="155">
                  <c:v>-0.10041492145887643</c:v>
                </c:pt>
                <c:pt idx="156">
                  <c:v>-8.7287482006072281E-2</c:v>
                </c:pt>
                <c:pt idx="157">
                  <c:v>-9.5742596074479103E-2</c:v>
                </c:pt>
                <c:pt idx="158">
                  <c:v>-0.12553078700066289</c:v>
                </c:pt>
                <c:pt idx="159">
                  <c:v>-0.12238331716814865</c:v>
                </c:pt>
                <c:pt idx="160">
                  <c:v>-0.11075138307152954</c:v>
                </c:pt>
                <c:pt idx="161">
                  <c:v>-0.11949796716029182</c:v>
                </c:pt>
                <c:pt idx="162">
                  <c:v>-0.10283089410630009</c:v>
                </c:pt>
                <c:pt idx="163">
                  <c:v>-9.6793558851206218E-2</c:v>
                </c:pt>
                <c:pt idx="164">
                  <c:v>-8.3804968401127833E-2</c:v>
                </c:pt>
                <c:pt idx="165">
                  <c:v>-5.8093519657406389E-2</c:v>
                </c:pt>
                <c:pt idx="166">
                  <c:v>-2.9941037714549923E-2</c:v>
                </c:pt>
                <c:pt idx="167">
                  <c:v>-4.6598628397623854E-2</c:v>
                </c:pt>
                <c:pt idx="168">
                  <c:v>-3.3259415994321362E-2</c:v>
                </c:pt>
                <c:pt idx="169">
                  <c:v>-4.8411115867348031E-2</c:v>
                </c:pt>
                <c:pt idx="170">
                  <c:v>-5.7670199527145694E-2</c:v>
                </c:pt>
                <c:pt idx="171">
                  <c:v>-2.9784578594405531E-2</c:v>
                </c:pt>
                <c:pt idx="172">
                  <c:v>-2.7081651341349211E-2</c:v>
                </c:pt>
                <c:pt idx="173">
                  <c:v>-2.8347773629616713E-3</c:v>
                </c:pt>
                <c:pt idx="174">
                  <c:v>-5.1658602135971066E-3</c:v>
                </c:pt>
                <c:pt idx="175">
                  <c:v>-1.2275606465351419E-2</c:v>
                </c:pt>
                <c:pt idx="176">
                  <c:v>-2.7758737779030151E-2</c:v>
                </c:pt>
                <c:pt idx="177">
                  <c:v>-4.4158498281433589E-3</c:v>
                </c:pt>
                <c:pt idx="178">
                  <c:v>0</c:v>
                </c:pt>
                <c:pt idx="179">
                  <c:v>0</c:v>
                </c:pt>
                <c:pt idx="180">
                  <c:v>0</c:v>
                </c:pt>
                <c:pt idx="181">
                  <c:v>-4.0414399055214156E-3</c:v>
                </c:pt>
                <c:pt idx="182">
                  <c:v>-3.4640913475898483E-3</c:v>
                </c:pt>
                <c:pt idx="183">
                  <c:v>-1.7629400584342592E-2</c:v>
                </c:pt>
                <c:pt idx="184">
                  <c:v>-1.6009617130145481E-2</c:v>
                </c:pt>
                <c:pt idx="185">
                  <c:v>-4.7223637255819906E-3</c:v>
                </c:pt>
                <c:pt idx="186">
                  <c:v>0</c:v>
                </c:pt>
                <c:pt idx="187">
                  <c:v>0</c:v>
                </c:pt>
                <c:pt idx="188">
                  <c:v>0</c:v>
                </c:pt>
                <c:pt idx="189">
                  <c:v>0</c:v>
                </c:pt>
                <c:pt idx="190">
                  <c:v>0</c:v>
                </c:pt>
                <c:pt idx="191">
                  <c:v>0</c:v>
                </c:pt>
                <c:pt idx="192">
                  <c:v>-1.0545939547618066E-2</c:v>
                </c:pt>
                <c:pt idx="193">
                  <c:v>-2.3501440930957518E-3</c:v>
                </c:pt>
                <c:pt idx="194">
                  <c:v>0</c:v>
                </c:pt>
                <c:pt idx="195">
                  <c:v>0</c:v>
                </c:pt>
                <c:pt idx="196">
                  <c:v>-1.4496665313305179E-2</c:v>
                </c:pt>
                <c:pt idx="197">
                  <c:v>-3.4234687441436429E-2</c:v>
                </c:pt>
                <c:pt idx="198">
                  <c:v>-1.8192471749295391E-2</c:v>
                </c:pt>
                <c:pt idx="199">
                  <c:v>0</c:v>
                </c:pt>
                <c:pt idx="200">
                  <c:v>0</c:v>
                </c:pt>
                <c:pt idx="201">
                  <c:v>-2.4348470137154132E-2</c:v>
                </c:pt>
                <c:pt idx="202">
                  <c:v>-3.0231962737382934E-2</c:v>
                </c:pt>
                <c:pt idx="203">
                  <c:v>-7.0151400359625526E-2</c:v>
                </c:pt>
                <c:pt idx="204">
                  <c:v>-9.1568380031256114E-2</c:v>
                </c:pt>
                <c:pt idx="205">
                  <c:v>-9.2952358291870318E-2</c:v>
                </c:pt>
                <c:pt idx="206">
                  <c:v>-6.1889859422343041E-2</c:v>
                </c:pt>
                <c:pt idx="207">
                  <c:v>-5.6014198550347172E-2</c:v>
                </c:pt>
                <c:pt idx="208">
                  <c:v>-0.11796055829779994</c:v>
                </c:pt>
                <c:pt idx="209">
                  <c:v>-0.12330701810490452</c:v>
                </c:pt>
                <c:pt idx="210">
                  <c:v>-0.11026569883909554</c:v>
                </c:pt>
                <c:pt idx="211">
                  <c:v>-0.17341534768864264</c:v>
                </c:pt>
                <c:pt idx="212">
                  <c:v>-0.28610701758278934</c:v>
                </c:pt>
                <c:pt idx="213">
                  <c:v>-0.31332562964764132</c:v>
                </c:pt>
                <c:pt idx="214">
                  <c:v>-0.29882313365720636</c:v>
                </c:pt>
                <c:pt idx="215">
                  <c:v>-0.35335321970738798</c:v>
                </c:pt>
                <c:pt idx="216">
                  <c:v>-0.39116592243493653</c:v>
                </c:pt>
                <c:pt idx="217">
                  <c:v>-0.35551552257859276</c:v>
                </c:pt>
                <c:pt idx="218">
                  <c:v>-0.33629664796437542</c:v>
                </c:pt>
                <c:pt idx="219">
                  <c:v>-0.32549147357882569</c:v>
                </c:pt>
                <c:pt idx="220">
                  <c:v>-0.32470736840692027</c:v>
                </c:pt>
                <c:pt idx="221">
                  <c:v>-0.28333700989464272</c:v>
                </c:pt>
                <c:pt idx="222">
                  <c:v>-0.26076969852135112</c:v>
                </c:pt>
                <c:pt idx="223">
                  <c:v>-0.23715666495922572</c:v>
                </c:pt>
                <c:pt idx="224">
                  <c:v>-0.24935588697026057</c:v>
                </c:pt>
                <c:pt idx="225">
                  <c:v>-0.21035816917316164</c:v>
                </c:pt>
                <c:pt idx="226">
                  <c:v>-0.20605705861545121</c:v>
                </c:pt>
                <c:pt idx="227">
                  <c:v>-0.22548832224056048</c:v>
                </c:pt>
                <c:pt idx="228">
                  <c:v>-0.20556925382836333</c:v>
                </c:pt>
                <c:pt idx="229">
                  <c:v>-0.16974898005724992</c:v>
                </c:pt>
                <c:pt idx="230">
                  <c:v>-0.15666533216503831</c:v>
                </c:pt>
                <c:pt idx="231">
                  <c:v>-0.20460073010354107</c:v>
                </c:pt>
                <c:pt idx="232">
                  <c:v>-0.23282273573082424</c:v>
                </c:pt>
                <c:pt idx="233">
                  <c:v>-0.204007942864186</c:v>
                </c:pt>
                <c:pt idx="234">
                  <c:v>-0.22576877269919216</c:v>
                </c:pt>
                <c:pt idx="235">
                  <c:v>-0.19246621308528877</c:v>
                </c:pt>
                <c:pt idx="236">
                  <c:v>-0.16895517845991304</c:v>
                </c:pt>
                <c:pt idx="237">
                  <c:v>-0.17109958023801364</c:v>
                </c:pt>
                <c:pt idx="238">
                  <c:v>-0.13326487408352472</c:v>
                </c:pt>
                <c:pt idx="239">
                  <c:v>-0.11810339410319348</c:v>
                </c:pt>
                <c:pt idx="240">
                  <c:v>-9.3430466653526834E-2</c:v>
                </c:pt>
                <c:pt idx="241">
                  <c:v>-9.3385527451046557E-2</c:v>
                </c:pt>
                <c:pt idx="242">
                  <c:v>-6.908330180441169E-2</c:v>
                </c:pt>
                <c:pt idx="243">
                  <c:v>-7.269391498957356E-2</c:v>
                </c:pt>
                <c:pt idx="244">
                  <c:v>-8.6639798866301354E-2</c:v>
                </c:pt>
                <c:pt idx="245">
                  <c:v>-9.5317167278815784E-2</c:v>
                </c:pt>
                <c:pt idx="246">
                  <c:v>-0.12468726697112198</c:v>
                </c:pt>
                <c:pt idx="247">
                  <c:v>-0.14234856001555896</c:v>
                </c:pt>
                <c:pt idx="248">
                  <c:v>-0.10438593563326337</c:v>
                </c:pt>
                <c:pt idx="249">
                  <c:v>-0.10094314519595271</c:v>
                </c:pt>
                <c:pt idx="250">
                  <c:v>-8.7816422798459248E-2</c:v>
                </c:pt>
                <c:pt idx="251">
                  <c:v>-5.3830078721921693E-2</c:v>
                </c:pt>
                <c:pt idx="252">
                  <c:v>-2.3373792911577373E-2</c:v>
                </c:pt>
                <c:pt idx="253">
                  <c:v>-1.6957556321780531E-3</c:v>
                </c:pt>
                <c:pt idx="254">
                  <c:v>-1.278622868907564E-3</c:v>
                </c:pt>
                <c:pt idx="255">
                  <c:v>-4.2349324541410271E-2</c:v>
                </c:pt>
                <c:pt idx="256">
                  <c:v>-1.1934807948309034E-2</c:v>
                </c:pt>
                <c:pt idx="257">
                  <c:v>0</c:v>
                </c:pt>
                <c:pt idx="258">
                  <c:v>0</c:v>
                </c:pt>
                <c:pt idx="259">
                  <c:v>0</c:v>
                </c:pt>
                <c:pt idx="260">
                  <c:v>-1.5778213649285222E-2</c:v>
                </c:pt>
                <c:pt idx="261">
                  <c:v>-9.1195706546038924E-3</c:v>
                </c:pt>
                <c:pt idx="262">
                  <c:v>-4.5201334599324072E-3</c:v>
                </c:pt>
                <c:pt idx="263">
                  <c:v>0</c:v>
                </c:pt>
                <c:pt idx="264">
                  <c:v>0</c:v>
                </c:pt>
                <c:pt idx="265">
                  <c:v>0</c:v>
                </c:pt>
                <c:pt idx="266">
                  <c:v>0</c:v>
                </c:pt>
                <c:pt idx="267">
                  <c:v>0</c:v>
                </c:pt>
                <c:pt idx="268">
                  <c:v>-1.671184268410153E-2</c:v>
                </c:pt>
                <c:pt idx="269">
                  <c:v>0</c:v>
                </c:pt>
                <c:pt idx="270">
                  <c:v>-2.585964228316262E-2</c:v>
                </c:pt>
                <c:pt idx="271">
                  <c:v>0</c:v>
                </c:pt>
                <c:pt idx="272">
                  <c:v>0</c:v>
                </c:pt>
                <c:pt idx="273">
                  <c:v>0</c:v>
                </c:pt>
                <c:pt idx="274">
                  <c:v>0</c:v>
                </c:pt>
                <c:pt idx="275">
                  <c:v>-2.0697115296648971E-2</c:v>
                </c:pt>
                <c:pt idx="276">
                  <c:v>0</c:v>
                </c:pt>
                <c:pt idx="277">
                  <c:v>0</c:v>
                </c:pt>
                <c:pt idx="278">
                  <c:v>0</c:v>
                </c:pt>
                <c:pt idx="279">
                  <c:v>0</c:v>
                </c:pt>
                <c:pt idx="280">
                  <c:v>0</c:v>
                </c:pt>
                <c:pt idx="281">
                  <c:v>-1.1488405525756029E-2</c:v>
                </c:pt>
                <c:pt idx="282">
                  <c:v>0</c:v>
                </c:pt>
                <c:pt idx="283">
                  <c:v>-1.3813269800832306E-2</c:v>
                </c:pt>
                <c:pt idx="284">
                  <c:v>0</c:v>
                </c:pt>
                <c:pt idx="285">
                  <c:v>0</c:v>
                </c:pt>
                <c:pt idx="286">
                  <c:v>-1.4729414506420291E-3</c:v>
                </c:pt>
                <c:pt idx="287">
                  <c:v>-1.6119291463747576E-2</c:v>
                </c:pt>
                <c:pt idx="288">
                  <c:v>0</c:v>
                </c:pt>
                <c:pt idx="289">
                  <c:v>-1.1233469530633644E-2</c:v>
                </c:pt>
                <c:pt idx="290">
                  <c:v>-5.2816992496592663E-3</c:v>
                </c:pt>
                <c:pt idx="291">
                  <c:v>0</c:v>
                </c:pt>
                <c:pt idx="292">
                  <c:v>-1.9212061890031884E-2</c:v>
                </c:pt>
                <c:pt idx="293">
                  <c:v>0</c:v>
                </c:pt>
                <c:pt idx="294">
                  <c:v>-4.807907245523102E-2</c:v>
                </c:pt>
                <c:pt idx="295">
                  <c:v>-6.4002981476471654E-2</c:v>
                </c:pt>
                <c:pt idx="296">
                  <c:v>-2.1923803724659408E-3</c:v>
                </c:pt>
                <c:pt idx="297">
                  <c:v>-3.5082106831285653E-4</c:v>
                </c:pt>
                <c:pt idx="298">
                  <c:v>-1.3663550784176692E-2</c:v>
                </c:pt>
                <c:pt idx="299">
                  <c:v>-4.6554910722195086E-2</c:v>
                </c:pt>
                <c:pt idx="300">
                  <c:v>-4.3789053503102915E-2</c:v>
                </c:pt>
                <c:pt idx="301">
                  <c:v>0</c:v>
                </c:pt>
                <c:pt idx="302">
                  <c:v>0</c:v>
                </c:pt>
                <c:pt idx="303">
                  <c:v>0</c:v>
                </c:pt>
                <c:pt idx="304">
                  <c:v>0</c:v>
                </c:pt>
                <c:pt idx="305">
                  <c:v>0</c:v>
                </c:pt>
                <c:pt idx="306">
                  <c:v>-8.4457357350509188E-4</c:v>
                </c:pt>
                <c:pt idx="307">
                  <c:v>-7.9998575076978273E-4</c:v>
                </c:pt>
                <c:pt idx="308">
                  <c:v>-1.9476385616723157E-2</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-3.1623344973882639E-2</c:v>
                </c:pt>
                <c:pt idx="325">
                  <c:v>-4.8659113322150116E-2</c:v>
                </c:pt>
                <c:pt idx="326">
                  <c:v>-4.8742873732507963E-2</c:v>
                </c:pt>
                <c:pt idx="327">
                  <c:v>-2.797228174728017E-2</c:v>
                </c:pt>
                <c:pt idx="328">
                  <c:v>-2.3064528110524285E-2</c:v>
                </c:pt>
                <c:pt idx="329">
                  <c:v>0</c:v>
                </c:pt>
                <c:pt idx="330">
                  <c:v>0</c:v>
                </c:pt>
                <c:pt idx="331">
                  <c:v>0</c:v>
                </c:pt>
                <c:pt idx="332">
                  <c:v>-5.587587797463045E-2</c:v>
                </c:pt>
                <c:pt idx="333">
                  <c:v>-3.7720578036110952E-2</c:v>
                </c:pt>
                <c:pt idx="334">
                  <c:v>-0.10137678873811995</c:v>
                </c:pt>
                <c:pt idx="335">
                  <c:v>-6.2006994041011176E-2</c:v>
                </c:pt>
                <c:pt idx="336">
                  <c:v>-3.9133486019929165E-2</c:v>
                </c:pt>
                <c:pt idx="337">
                  <c:v>-1.8324131089514806E-2</c:v>
                </c:pt>
                <c:pt idx="338">
                  <c:v>0</c:v>
                </c:pt>
                <c:pt idx="339">
                  <c:v>-4.3790001430152992E-2</c:v>
                </c:pt>
                <c:pt idx="340">
                  <c:v>0</c:v>
                </c:pt>
                <c:pt idx="341">
                  <c:v>0</c:v>
                </c:pt>
                <c:pt idx="342">
                  <c:v>-2.7120011902255214E-3</c:v>
                </c:pt>
                <c:pt idx="343">
                  <c:v>0</c:v>
                </c:pt>
                <c:pt idx="344">
                  <c:v>0</c:v>
                </c:pt>
                <c:pt idx="345">
                  <c:v>0</c:v>
                </c:pt>
                <c:pt idx="346">
                  <c:v>0</c:v>
                </c:pt>
                <c:pt idx="347">
                  <c:v>0</c:v>
                </c:pt>
                <c:pt idx="348">
                  <c:v>-5.8436321412526748E-2</c:v>
                </c:pt>
                <c:pt idx="349">
                  <c:v>-9.6622311739698374E-2</c:v>
                </c:pt>
                <c:pt idx="350">
                  <c:v>-3.5833853989570397E-2</c:v>
                </c:pt>
                <c:pt idx="351">
                  <c:v>0</c:v>
                </c:pt>
                <c:pt idx="352">
                  <c:v>0</c:v>
                </c:pt>
                <c:pt idx="353">
                  <c:v>0</c:v>
                </c:pt>
                <c:pt idx="354">
                  <c:v>0</c:v>
                </c:pt>
                <c:pt idx="355">
                  <c:v>-1.7251510112504143E-2</c:v>
                </c:pt>
                <c:pt idx="356">
                  <c:v>-3.8954451639510279E-2</c:v>
                </c:pt>
                <c:pt idx="357">
                  <c:v>0</c:v>
                </c:pt>
                <c:pt idx="358">
                  <c:v>0</c:v>
                </c:pt>
                <c:pt idx="359">
                  <c:v>-1.1320229490832889E-2</c:v>
                </c:pt>
                <c:pt idx="360">
                  <c:v>0</c:v>
                </c:pt>
                <c:pt idx="361">
                  <c:v>0</c:v>
                </c:pt>
                <c:pt idx="362">
                  <c:v>0</c:v>
                </c:pt>
                <c:pt idx="363">
                  <c:v>0</c:v>
                </c:pt>
                <c:pt idx="364">
                  <c:v>0</c:v>
                </c:pt>
                <c:pt idx="365">
                  <c:v>0</c:v>
                </c:pt>
                <c:pt idx="366">
                  <c:v>0</c:v>
                </c:pt>
                <c:pt idx="367">
                  <c:v>-3.2881899131351422E-2</c:v>
                </c:pt>
                <c:pt idx="368">
                  <c:v>0</c:v>
                </c:pt>
                <c:pt idx="369">
                  <c:v>0</c:v>
                </c:pt>
                <c:pt idx="370">
                  <c:v>0</c:v>
                </c:pt>
                <c:pt idx="371">
                  <c:v>-3.7550662597978457E-2</c:v>
                </c:pt>
                <c:pt idx="372">
                  <c:v>-5.2993455886790941E-2</c:v>
                </c:pt>
                <c:pt idx="373">
                  <c:v>-5.5291058442811791E-2</c:v>
                </c:pt>
                <c:pt idx="374">
                  <c:v>-0.11880652036028327</c:v>
                </c:pt>
                <c:pt idx="375">
                  <c:v>-0.11541321832110529</c:v>
                </c:pt>
                <c:pt idx="376">
                  <c:v>-0.15581209664539231</c:v>
                </c:pt>
                <c:pt idx="377">
                  <c:v>-0.10442783554006729</c:v>
                </c:pt>
                <c:pt idx="378">
                  <c:v>-0.14000785944246952</c:v>
                </c:pt>
                <c:pt idx="379">
                  <c:v>-0.20258419523523352</c:v>
                </c:pt>
                <c:pt idx="380">
                  <c:v>-0.17779077566240808</c:v>
                </c:pt>
                <c:pt idx="381">
                  <c:v>-0.13907463700636769</c:v>
                </c:pt>
                <c:pt idx="382">
                  <c:v>-0.16963526948988183</c:v>
                </c:pt>
                <c:pt idx="383">
                  <c:v>-0.12235513965395217</c:v>
                </c:pt>
                <c:pt idx="384">
                  <c:v>-0.1447343902233913</c:v>
                </c:pt>
                <c:pt idx="385">
                  <c:v>-0.11186095632595627</c:v>
                </c:pt>
                <c:pt idx="386">
                  <c:v>-9.9658597224550505E-2</c:v>
                </c:pt>
                <c:pt idx="387">
                  <c:v>-9.9007558542766216E-2</c:v>
                </c:pt>
                <c:pt idx="388">
                  <c:v>-5.3361368736288495E-2</c:v>
                </c:pt>
                <c:pt idx="389">
                  <c:v>-3.0912655617934437E-2</c:v>
                </c:pt>
                <c:pt idx="390">
                  <c:v>-4.450778278872547E-2</c:v>
                </c:pt>
                <c:pt idx="391">
                  <c:v>-8.7895120846307684E-2</c:v>
                </c:pt>
                <c:pt idx="392">
                  <c:v>-0.10668744095133809</c:v>
                </c:pt>
                <c:pt idx="393">
                  <c:v>-3.3376503532886681E-2</c:v>
                </c:pt>
                <c:pt idx="394">
                  <c:v>0</c:v>
                </c:pt>
                <c:pt idx="395">
                  <c:v>0</c:v>
                </c:pt>
                <c:pt idx="396">
                  <c:v>0</c:v>
                </c:pt>
                <c:pt idx="397">
                  <c:v>0</c:v>
                </c:pt>
                <c:pt idx="398">
                  <c:v>-3.9727737838190502E-2</c:v>
                </c:pt>
                <c:pt idx="399">
                  <c:v>0</c:v>
                </c:pt>
                <c:pt idx="400">
                  <c:v>0</c:v>
                </c:pt>
                <c:pt idx="401">
                  <c:v>0</c:v>
                </c:pt>
                <c:pt idx="402">
                  <c:v>0</c:v>
                </c:pt>
                <c:pt idx="403">
                  <c:v>0</c:v>
                </c:pt>
                <c:pt idx="404">
                  <c:v>-1.4201736044072488E-2</c:v>
                </c:pt>
                <c:pt idx="405">
                  <c:v>0</c:v>
                </c:pt>
                <c:pt idx="406">
                  <c:v>-2.4734922161063877E-2</c:v>
                </c:pt>
                <c:pt idx="407">
                  <c:v>-2.2639155858068527E-3</c:v>
                </c:pt>
                <c:pt idx="408">
                  <c:v>-6.433844973782632E-3</c:v>
                </c:pt>
                <c:pt idx="409">
                  <c:v>-5.0356287896174523E-2</c:v>
                </c:pt>
                <c:pt idx="410">
                  <c:v>-5.3914312487752913E-2</c:v>
                </c:pt>
                <c:pt idx="411">
                  <c:v>-9.2560385442074233E-3</c:v>
                </c:pt>
                <c:pt idx="412">
                  <c:v>0</c:v>
                </c:pt>
                <c:pt idx="413">
                  <c:v>0</c:v>
                </c:pt>
                <c:pt idx="414">
                  <c:v>0</c:v>
                </c:pt>
                <c:pt idx="415">
                  <c:v>0</c:v>
                </c:pt>
                <c:pt idx="416">
                  <c:v>0</c:v>
                </c:pt>
                <c:pt idx="417">
                  <c:v>0</c:v>
                </c:pt>
                <c:pt idx="418">
                  <c:v>-1.4340714820428868E-3</c:v>
                </c:pt>
              </c:numCache>
            </c:numRef>
          </c:val>
          <c:smooth val="0"/>
          <c:extLst>
            <c:ext xmlns:c16="http://schemas.microsoft.com/office/drawing/2014/chart" uri="{C3380CC4-5D6E-409C-BE32-E72D297353CC}">
              <c16:uniqueId val="{00000002-FEEB-497C-8590-F57B3B96242C}"/>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yyyy" sourceLinked="0"/>
        <c:majorTickMark val="out"/>
        <c:minorTickMark val="none"/>
        <c:tickLblPos val="low"/>
        <c:spPr>
          <a:ln>
            <a:solidFill>
              <a:srgbClr val="C9C8C7"/>
            </a:solidFill>
          </a:ln>
        </c:spPr>
        <c:txPr>
          <a:bodyPr/>
          <a:lstStyle/>
          <a:p>
            <a:pPr>
              <a:defRPr sz="1100"/>
            </a:pPr>
            <a:endParaRPr lang="en-US"/>
          </a:p>
        </c:txPr>
        <c:crossAx val="2140495176"/>
        <c:crosses val="autoZero"/>
        <c:auto val="1"/>
        <c:lblOffset val="100"/>
        <c:baseTimeUnit val="months"/>
        <c:majorUnit val="5"/>
        <c:majorTimeUnit val="years"/>
      </c:dateAx>
      <c:valAx>
        <c:axId val="2140495176"/>
        <c:scaling>
          <c:orientation val="minMax"/>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endParaRPr lang="en-US"/>
          </a:p>
        </c:txPr>
        <c:crossAx val="2118791784"/>
        <c:crosses val="autoZero"/>
        <c:crossBetween val="between"/>
      </c:valAx>
    </c:plotArea>
    <c:legend>
      <c:legendPos val="t"/>
      <c:overlay val="0"/>
      <c:txPr>
        <a:bodyPr/>
        <a:lstStyle/>
        <a:p>
          <a:pPr>
            <a:defRPr sz="1400">
              <a:solidFill>
                <a:srgbClr val="545759"/>
              </a:solidFill>
            </a:defRPr>
          </a:pPr>
          <a:endParaRPr lang="en-US"/>
        </a:p>
      </c:txPr>
    </c:legend>
    <c:plotVisOnly val="1"/>
    <c:dispBlanksAs val="gap"/>
    <c:showDLblsOverMax val="0"/>
  </c:chart>
  <c:txPr>
    <a:bodyPr/>
    <a:lstStyle/>
    <a:p>
      <a:pPr>
        <a:defRPr sz="1100">
          <a:solidFill>
            <a:srgbClr val="545759"/>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Loss month</c:v>
                </c:pt>
              </c:strCache>
            </c:strRef>
          </c:tx>
          <c:spPr>
            <a:solidFill>
              <a:srgbClr val="F2C6CC"/>
            </a:solidFill>
          </c:spPr>
          <c:invertIfNegative val="1"/>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Sheet1!$B$2:$B$421</c:f>
              <c:numCache>
                <c:formatCode>General</c:formatCode>
                <c:ptCount val="42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0.5</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0.5</c:v>
                </c:pt>
                <c:pt idx="116">
                  <c:v>0</c:v>
                </c:pt>
                <c:pt idx="117">
                  <c:v>0</c:v>
                </c:pt>
                <c:pt idx="118">
                  <c:v>0</c:v>
                </c:pt>
                <c:pt idx="119">
                  <c:v>0.5</c:v>
                </c:pt>
                <c:pt idx="120">
                  <c:v>0</c:v>
                </c:pt>
                <c:pt idx="121">
                  <c:v>0</c:v>
                </c:pt>
                <c:pt idx="122">
                  <c:v>0</c:v>
                </c:pt>
                <c:pt idx="123">
                  <c:v>0</c:v>
                </c:pt>
                <c:pt idx="124">
                  <c:v>0</c:v>
                </c:pt>
                <c:pt idx="125">
                  <c:v>0.5</c:v>
                </c:pt>
                <c:pt idx="126">
                  <c:v>0.5</c:v>
                </c:pt>
                <c:pt idx="127">
                  <c:v>0</c:v>
                </c:pt>
                <c:pt idx="128">
                  <c:v>0</c:v>
                </c:pt>
                <c:pt idx="129">
                  <c:v>0</c:v>
                </c:pt>
                <c:pt idx="130">
                  <c:v>0</c:v>
                </c:pt>
                <c:pt idx="131">
                  <c:v>0</c:v>
                </c:pt>
                <c:pt idx="132">
                  <c:v>0</c:v>
                </c:pt>
                <c:pt idx="133">
                  <c:v>0</c:v>
                </c:pt>
                <c:pt idx="134">
                  <c:v>0.5</c:v>
                </c:pt>
                <c:pt idx="135">
                  <c:v>0.5</c:v>
                </c:pt>
                <c:pt idx="136">
                  <c:v>0.5</c:v>
                </c:pt>
                <c:pt idx="137">
                  <c:v>0.5</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0.5</c:v>
                </c:pt>
                <c:pt idx="202">
                  <c:v>0</c:v>
                </c:pt>
                <c:pt idx="203">
                  <c:v>0</c:v>
                </c:pt>
                <c:pt idx="204">
                  <c:v>0</c:v>
                </c:pt>
                <c:pt idx="205">
                  <c:v>0</c:v>
                </c:pt>
                <c:pt idx="206">
                  <c:v>0</c:v>
                </c:pt>
                <c:pt idx="207">
                  <c:v>0</c:v>
                </c:pt>
                <c:pt idx="208">
                  <c:v>0</c:v>
                </c:pt>
                <c:pt idx="209">
                  <c:v>0</c:v>
                </c:pt>
                <c:pt idx="210">
                  <c:v>0.5</c:v>
                </c:pt>
                <c:pt idx="211">
                  <c:v>0.5</c:v>
                </c:pt>
                <c:pt idx="212">
                  <c:v>0.5</c:v>
                </c:pt>
                <c:pt idx="213">
                  <c:v>0.5</c:v>
                </c:pt>
                <c:pt idx="214">
                  <c:v>0.5</c:v>
                </c:pt>
                <c:pt idx="215">
                  <c:v>0.5</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0.5</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0.5</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0.5</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0.5</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0E5-4E4F-9EAE-47E2F4B348B4}"/>
            </c:ext>
          </c:extLst>
        </c:ser>
        <c:dLbls>
          <c:showLegendKey val="0"/>
          <c:showVal val="0"/>
          <c:showCatName val="0"/>
          <c:showSerName val="0"/>
          <c:showPercent val="0"/>
          <c:showBubbleSize val="0"/>
        </c:dLbls>
        <c:gapWidth val="0"/>
        <c:axId val="-2068027336"/>
        <c:axId val="-2113994440"/>
      </c:barChart>
      <c:lineChart>
        <c:grouping val="standard"/>
        <c:varyColors val="0"/>
        <c:ser>
          <c:idx val="1"/>
          <c:order val="1"/>
          <c:tx>
            <c:strRef>
              <c:f>Sheet1!$B$1</c:f>
              <c:strCache>
                <c:ptCount val="1"/>
                <c:pt idx="0">
                  <c:v>RBP probability</c:v>
                </c:pt>
              </c:strCache>
            </c:strRef>
          </c:tx>
          <c:spPr>
            <a:ln w="19050">
              <a:solidFill>
                <a:srgbClr val="041D40"/>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Sheet1!$B$2:$B$421</c:f>
              <c:numCache>
                <c:formatCode>General</c:formatCode>
                <c:ptCount val="420"/>
                <c:pt idx="0">
                  <c:v>0.155581</c:v>
                </c:pt>
                <c:pt idx="1">
                  <c:v>0.13508100000000001</c:v>
                </c:pt>
                <c:pt idx="2">
                  <c:v>0.12587400000000001</c:v>
                </c:pt>
                <c:pt idx="3">
                  <c:v>0.110361</c:v>
                </c:pt>
                <c:pt idx="4">
                  <c:v>0.101909</c:v>
                </c:pt>
                <c:pt idx="5">
                  <c:v>0.103618</c:v>
                </c:pt>
                <c:pt idx="6">
                  <c:v>8.7443999999999994E-2</c:v>
                </c:pt>
                <c:pt idx="7">
                  <c:v>8.5774000000000003E-2</c:v>
                </c:pt>
                <c:pt idx="8">
                  <c:v>8.2890000000000005E-2</c:v>
                </c:pt>
                <c:pt idx="9">
                  <c:v>6.7665000000000003E-2</c:v>
                </c:pt>
                <c:pt idx="10">
                  <c:v>8.6652000000000007E-2</c:v>
                </c:pt>
                <c:pt idx="11">
                  <c:v>7.5850000000000001E-2</c:v>
                </c:pt>
                <c:pt idx="12">
                  <c:v>7.4356000000000005E-2</c:v>
                </c:pt>
                <c:pt idx="13">
                  <c:v>7.3773000000000005E-2</c:v>
                </c:pt>
                <c:pt idx="14">
                  <c:v>8.9758000000000004E-2</c:v>
                </c:pt>
                <c:pt idx="15">
                  <c:v>7.4759999999999993E-2</c:v>
                </c:pt>
                <c:pt idx="16">
                  <c:v>7.3232000000000005E-2</c:v>
                </c:pt>
                <c:pt idx="17">
                  <c:v>6.7926E-2</c:v>
                </c:pt>
                <c:pt idx="18">
                  <c:v>6.4454999999999998E-2</c:v>
                </c:pt>
                <c:pt idx="19">
                  <c:v>6.6211999999999993E-2</c:v>
                </c:pt>
                <c:pt idx="20">
                  <c:v>6.1614000000000002E-2</c:v>
                </c:pt>
                <c:pt idx="21">
                  <c:v>6.8531999999999996E-2</c:v>
                </c:pt>
                <c:pt idx="22">
                  <c:v>6.3148999999999997E-2</c:v>
                </c:pt>
                <c:pt idx="23">
                  <c:v>6.3516000000000003E-2</c:v>
                </c:pt>
                <c:pt idx="24">
                  <c:v>5.7438999999999997E-2</c:v>
                </c:pt>
                <c:pt idx="25">
                  <c:v>5.9855999999999999E-2</c:v>
                </c:pt>
                <c:pt idx="26">
                  <c:v>5.7285999999999997E-2</c:v>
                </c:pt>
                <c:pt idx="27">
                  <c:v>5.8439999999999999E-2</c:v>
                </c:pt>
                <c:pt idx="28">
                  <c:v>5.6278000000000002E-2</c:v>
                </c:pt>
                <c:pt idx="29">
                  <c:v>6.8946999999999994E-2</c:v>
                </c:pt>
                <c:pt idx="30">
                  <c:v>6.3367000000000007E-2</c:v>
                </c:pt>
                <c:pt idx="31">
                  <c:v>6.3941999999999999E-2</c:v>
                </c:pt>
                <c:pt idx="32">
                  <c:v>6.7493999999999998E-2</c:v>
                </c:pt>
                <c:pt idx="33">
                  <c:v>5.3870000000000001E-2</c:v>
                </c:pt>
                <c:pt idx="34">
                  <c:v>5.3761000000000003E-2</c:v>
                </c:pt>
                <c:pt idx="35">
                  <c:v>5.0382999999999997E-2</c:v>
                </c:pt>
                <c:pt idx="36">
                  <c:v>4.9942E-2</c:v>
                </c:pt>
                <c:pt idx="37">
                  <c:v>5.3058000000000001E-2</c:v>
                </c:pt>
                <c:pt idx="38">
                  <c:v>5.7750000000000003E-2</c:v>
                </c:pt>
                <c:pt idx="39">
                  <c:v>7.5956999999999997E-2</c:v>
                </c:pt>
                <c:pt idx="40">
                  <c:v>6.8834999999999993E-2</c:v>
                </c:pt>
                <c:pt idx="41">
                  <c:v>6.4222000000000001E-2</c:v>
                </c:pt>
                <c:pt idx="42">
                  <c:v>6.6913E-2</c:v>
                </c:pt>
                <c:pt idx="43">
                  <c:v>5.6207E-2</c:v>
                </c:pt>
                <c:pt idx="44">
                  <c:v>6.2045999999999997E-2</c:v>
                </c:pt>
                <c:pt idx="45">
                  <c:v>6.9411E-2</c:v>
                </c:pt>
                <c:pt idx="46">
                  <c:v>7.5635999999999995E-2</c:v>
                </c:pt>
                <c:pt idx="47">
                  <c:v>7.1651999999999993E-2</c:v>
                </c:pt>
                <c:pt idx="48">
                  <c:v>6.8532999999999997E-2</c:v>
                </c:pt>
                <c:pt idx="49">
                  <c:v>6.1532999999999997E-2</c:v>
                </c:pt>
                <c:pt idx="50">
                  <c:v>5.8055000000000002E-2</c:v>
                </c:pt>
                <c:pt idx="51">
                  <c:v>5.1339000000000003E-2</c:v>
                </c:pt>
                <c:pt idx="52">
                  <c:v>3.7711000000000001E-2</c:v>
                </c:pt>
                <c:pt idx="53">
                  <c:v>4.3402000000000003E-2</c:v>
                </c:pt>
                <c:pt idx="54">
                  <c:v>5.2069999999999998E-2</c:v>
                </c:pt>
                <c:pt idx="55">
                  <c:v>4.7548E-2</c:v>
                </c:pt>
                <c:pt idx="56">
                  <c:v>3.6021999999999998E-2</c:v>
                </c:pt>
                <c:pt idx="57">
                  <c:v>4.0906999999999999E-2</c:v>
                </c:pt>
                <c:pt idx="58">
                  <c:v>4.0571000000000003E-2</c:v>
                </c:pt>
                <c:pt idx="59">
                  <c:v>4.7265000000000001E-2</c:v>
                </c:pt>
                <c:pt idx="60">
                  <c:v>5.4933000000000003E-2</c:v>
                </c:pt>
                <c:pt idx="61">
                  <c:v>5.8484000000000001E-2</c:v>
                </c:pt>
                <c:pt idx="62">
                  <c:v>6.4160999999999996E-2</c:v>
                </c:pt>
                <c:pt idx="63">
                  <c:v>6.2636999999999998E-2</c:v>
                </c:pt>
                <c:pt idx="64">
                  <c:v>5.7411999999999998E-2</c:v>
                </c:pt>
                <c:pt idx="65">
                  <c:v>4.7440000000000003E-2</c:v>
                </c:pt>
                <c:pt idx="66">
                  <c:v>9.9127000000000007E-2</c:v>
                </c:pt>
                <c:pt idx="67">
                  <c:v>9.2117000000000004E-2</c:v>
                </c:pt>
                <c:pt idx="68">
                  <c:v>9.0966000000000005E-2</c:v>
                </c:pt>
                <c:pt idx="69">
                  <c:v>7.9047999999999993E-2</c:v>
                </c:pt>
                <c:pt idx="70">
                  <c:v>7.7800999999999995E-2</c:v>
                </c:pt>
                <c:pt idx="71">
                  <c:v>8.2316E-2</c:v>
                </c:pt>
                <c:pt idx="72">
                  <c:v>7.8534000000000007E-2</c:v>
                </c:pt>
                <c:pt idx="73">
                  <c:v>7.6386999999999997E-2</c:v>
                </c:pt>
                <c:pt idx="74">
                  <c:v>8.2535999999999998E-2</c:v>
                </c:pt>
                <c:pt idx="75">
                  <c:v>9.4635999999999998E-2</c:v>
                </c:pt>
                <c:pt idx="76">
                  <c:v>8.3456000000000002E-2</c:v>
                </c:pt>
                <c:pt idx="77">
                  <c:v>8.6885000000000004E-2</c:v>
                </c:pt>
                <c:pt idx="78">
                  <c:v>8.9284000000000002E-2</c:v>
                </c:pt>
                <c:pt idx="79">
                  <c:v>0.109763</c:v>
                </c:pt>
                <c:pt idx="80">
                  <c:v>9.7798999999999997E-2</c:v>
                </c:pt>
                <c:pt idx="81">
                  <c:v>0.13219400000000001</c:v>
                </c:pt>
                <c:pt idx="82">
                  <c:v>0.107895</c:v>
                </c:pt>
                <c:pt idx="83">
                  <c:v>0.103336</c:v>
                </c:pt>
                <c:pt idx="84">
                  <c:v>8.4328E-2</c:v>
                </c:pt>
                <c:pt idx="85">
                  <c:v>7.2833999999999996E-2</c:v>
                </c:pt>
                <c:pt idx="86">
                  <c:v>7.6987E-2</c:v>
                </c:pt>
                <c:pt idx="87">
                  <c:v>8.0849000000000004E-2</c:v>
                </c:pt>
                <c:pt idx="88">
                  <c:v>8.4369E-2</c:v>
                </c:pt>
                <c:pt idx="89">
                  <c:v>7.4947E-2</c:v>
                </c:pt>
                <c:pt idx="90">
                  <c:v>7.2134000000000004E-2</c:v>
                </c:pt>
                <c:pt idx="91">
                  <c:v>0.220274</c:v>
                </c:pt>
                <c:pt idx="92">
                  <c:v>0.202873</c:v>
                </c:pt>
                <c:pt idx="93">
                  <c:v>0.177652</c:v>
                </c:pt>
                <c:pt idx="94">
                  <c:v>0.101324</c:v>
                </c:pt>
                <c:pt idx="95">
                  <c:v>0.120674</c:v>
                </c:pt>
                <c:pt idx="96">
                  <c:v>0.14443700000000001</c:v>
                </c:pt>
                <c:pt idx="97">
                  <c:v>0.17427400000000001</c:v>
                </c:pt>
                <c:pt idx="98">
                  <c:v>0.16070300000000001</c:v>
                </c:pt>
                <c:pt idx="99">
                  <c:v>0.19006400000000001</c:v>
                </c:pt>
                <c:pt idx="100">
                  <c:v>0.13270000000000001</c:v>
                </c:pt>
                <c:pt idx="101">
                  <c:v>0.11203200000000001</c:v>
                </c:pt>
                <c:pt idx="102">
                  <c:v>0.110276</c:v>
                </c:pt>
                <c:pt idx="103">
                  <c:v>0.10394399999999999</c:v>
                </c:pt>
                <c:pt idx="104">
                  <c:v>0.12296799999999999</c:v>
                </c:pt>
                <c:pt idx="105">
                  <c:v>0.11403000000000001</c:v>
                </c:pt>
                <c:pt idx="106">
                  <c:v>7.8048000000000006E-2</c:v>
                </c:pt>
                <c:pt idx="107">
                  <c:v>5.3754000000000003E-2</c:v>
                </c:pt>
                <c:pt idx="108">
                  <c:v>8.0086000000000004E-2</c:v>
                </c:pt>
                <c:pt idx="109">
                  <c:v>9.3556E-2</c:v>
                </c:pt>
                <c:pt idx="110">
                  <c:v>9.9097000000000005E-2</c:v>
                </c:pt>
                <c:pt idx="111">
                  <c:v>0.105222</c:v>
                </c:pt>
                <c:pt idx="112">
                  <c:v>0.111155</c:v>
                </c:pt>
                <c:pt idx="113">
                  <c:v>0.118824</c:v>
                </c:pt>
                <c:pt idx="114">
                  <c:v>0.10231700000000001</c:v>
                </c:pt>
                <c:pt idx="115">
                  <c:v>5.4662000000000002E-2</c:v>
                </c:pt>
                <c:pt idx="116">
                  <c:v>7.0987999999999996E-2</c:v>
                </c:pt>
                <c:pt idx="117">
                  <c:v>6.9554000000000005E-2</c:v>
                </c:pt>
                <c:pt idx="118">
                  <c:v>0.16107399999999999</c:v>
                </c:pt>
                <c:pt idx="119">
                  <c:v>0.14286299999999999</c:v>
                </c:pt>
                <c:pt idx="120">
                  <c:v>0.12583900000000001</c:v>
                </c:pt>
                <c:pt idx="121">
                  <c:v>0.124447</c:v>
                </c:pt>
                <c:pt idx="122">
                  <c:v>0.16011700000000001</c:v>
                </c:pt>
                <c:pt idx="123">
                  <c:v>0.148761</c:v>
                </c:pt>
                <c:pt idx="124">
                  <c:v>0.121222</c:v>
                </c:pt>
                <c:pt idx="125">
                  <c:v>0.104528</c:v>
                </c:pt>
                <c:pt idx="126">
                  <c:v>0.109736</c:v>
                </c:pt>
                <c:pt idx="127">
                  <c:v>0.12475700000000001</c:v>
                </c:pt>
                <c:pt idx="128">
                  <c:v>0.16642299999999999</c:v>
                </c:pt>
                <c:pt idx="129">
                  <c:v>0.17829999999999999</c:v>
                </c:pt>
                <c:pt idx="130">
                  <c:v>0.15087700000000001</c:v>
                </c:pt>
                <c:pt idx="131">
                  <c:v>0.10102899999999999</c:v>
                </c:pt>
                <c:pt idx="132">
                  <c:v>0.13008800000000001</c:v>
                </c:pt>
                <c:pt idx="133">
                  <c:v>0.15504799999999999</c:v>
                </c:pt>
                <c:pt idx="134">
                  <c:v>0.139427</c:v>
                </c:pt>
                <c:pt idx="135">
                  <c:v>0.15276100000000001</c:v>
                </c:pt>
                <c:pt idx="136">
                  <c:v>0.13655600000000001</c:v>
                </c:pt>
                <c:pt idx="137">
                  <c:v>0.18803800000000001</c:v>
                </c:pt>
                <c:pt idx="138">
                  <c:v>0.19571</c:v>
                </c:pt>
                <c:pt idx="139">
                  <c:v>0.20406299999999999</c:v>
                </c:pt>
                <c:pt idx="140">
                  <c:v>0.21373700000000001</c:v>
                </c:pt>
                <c:pt idx="141">
                  <c:v>0.16701099999999999</c:v>
                </c:pt>
                <c:pt idx="142">
                  <c:v>0.15367900000000001</c:v>
                </c:pt>
                <c:pt idx="143">
                  <c:v>0.14299799999999999</c:v>
                </c:pt>
                <c:pt idx="144">
                  <c:v>0.14832600000000001</c:v>
                </c:pt>
                <c:pt idx="145">
                  <c:v>0.16769300000000001</c:v>
                </c:pt>
                <c:pt idx="146">
                  <c:v>0.13869799999999999</c:v>
                </c:pt>
                <c:pt idx="147">
                  <c:v>0.116815</c:v>
                </c:pt>
                <c:pt idx="148">
                  <c:v>0.119102</c:v>
                </c:pt>
                <c:pt idx="149">
                  <c:v>0.13105800000000001</c:v>
                </c:pt>
                <c:pt idx="150">
                  <c:v>0.14155899999999999</c:v>
                </c:pt>
                <c:pt idx="151">
                  <c:v>0.15763099999999999</c:v>
                </c:pt>
                <c:pt idx="152">
                  <c:v>0.15390100000000001</c:v>
                </c:pt>
                <c:pt idx="153">
                  <c:v>0.142542</c:v>
                </c:pt>
                <c:pt idx="154">
                  <c:v>0.13747200000000001</c:v>
                </c:pt>
                <c:pt idx="155">
                  <c:v>0.126469</c:v>
                </c:pt>
                <c:pt idx="156">
                  <c:v>0.111605</c:v>
                </c:pt>
                <c:pt idx="157">
                  <c:v>0.12801999999999999</c:v>
                </c:pt>
                <c:pt idx="158">
                  <c:v>0.13522200000000001</c:v>
                </c:pt>
                <c:pt idx="159">
                  <c:v>0.13686100000000001</c:v>
                </c:pt>
                <c:pt idx="160">
                  <c:v>0.14282800000000001</c:v>
                </c:pt>
                <c:pt idx="161">
                  <c:v>0.11547</c:v>
                </c:pt>
                <c:pt idx="162">
                  <c:v>0.125664</c:v>
                </c:pt>
                <c:pt idx="163">
                  <c:v>0.121757</c:v>
                </c:pt>
                <c:pt idx="164">
                  <c:v>9.8613000000000006E-2</c:v>
                </c:pt>
                <c:pt idx="165">
                  <c:v>6.5391000000000005E-2</c:v>
                </c:pt>
                <c:pt idx="166">
                  <c:v>4.1922000000000001E-2</c:v>
                </c:pt>
                <c:pt idx="167">
                  <c:v>3.9357000000000003E-2</c:v>
                </c:pt>
                <c:pt idx="168">
                  <c:v>4.9966999999999998E-2</c:v>
                </c:pt>
                <c:pt idx="169">
                  <c:v>4.3955000000000001E-2</c:v>
                </c:pt>
                <c:pt idx="170">
                  <c:v>4.6927000000000003E-2</c:v>
                </c:pt>
                <c:pt idx="171">
                  <c:v>5.9767000000000001E-2</c:v>
                </c:pt>
                <c:pt idx="172">
                  <c:v>5.7001999999999997E-2</c:v>
                </c:pt>
                <c:pt idx="173">
                  <c:v>6.3589000000000007E-2</c:v>
                </c:pt>
                <c:pt idx="174">
                  <c:v>6.7184999999999995E-2</c:v>
                </c:pt>
                <c:pt idx="175">
                  <c:v>8.5564000000000001E-2</c:v>
                </c:pt>
                <c:pt idx="176">
                  <c:v>8.0567E-2</c:v>
                </c:pt>
                <c:pt idx="177">
                  <c:v>0.114768</c:v>
                </c:pt>
                <c:pt idx="178">
                  <c:v>0.10050099999999999</c:v>
                </c:pt>
                <c:pt idx="179">
                  <c:v>9.9336999999999995E-2</c:v>
                </c:pt>
                <c:pt idx="180">
                  <c:v>9.2617000000000005E-2</c:v>
                </c:pt>
                <c:pt idx="181">
                  <c:v>0.100537</c:v>
                </c:pt>
                <c:pt idx="182">
                  <c:v>8.4901000000000004E-2</c:v>
                </c:pt>
                <c:pt idx="183">
                  <c:v>7.8529000000000002E-2</c:v>
                </c:pt>
                <c:pt idx="184">
                  <c:v>8.8756000000000002E-2</c:v>
                </c:pt>
                <c:pt idx="185">
                  <c:v>9.1925999999999994E-2</c:v>
                </c:pt>
                <c:pt idx="186">
                  <c:v>9.0283000000000002E-2</c:v>
                </c:pt>
                <c:pt idx="187">
                  <c:v>7.0500999999999994E-2</c:v>
                </c:pt>
                <c:pt idx="188">
                  <c:v>6.1027999999999999E-2</c:v>
                </c:pt>
                <c:pt idx="189">
                  <c:v>4.6708E-2</c:v>
                </c:pt>
                <c:pt idx="190">
                  <c:v>5.4073000000000003E-2</c:v>
                </c:pt>
                <c:pt idx="191">
                  <c:v>5.4890000000000001E-2</c:v>
                </c:pt>
                <c:pt idx="192">
                  <c:v>6.7400000000000002E-2</c:v>
                </c:pt>
                <c:pt idx="193">
                  <c:v>0.101618</c:v>
                </c:pt>
                <c:pt idx="194">
                  <c:v>8.2958000000000004E-2</c:v>
                </c:pt>
                <c:pt idx="195">
                  <c:v>6.5655000000000005E-2</c:v>
                </c:pt>
                <c:pt idx="196">
                  <c:v>5.3252000000000001E-2</c:v>
                </c:pt>
                <c:pt idx="197">
                  <c:v>6.7167000000000004E-2</c:v>
                </c:pt>
                <c:pt idx="198">
                  <c:v>9.3984999999999999E-2</c:v>
                </c:pt>
                <c:pt idx="199">
                  <c:v>0.112818</c:v>
                </c:pt>
                <c:pt idx="200">
                  <c:v>8.2752000000000006E-2</c:v>
                </c:pt>
                <c:pt idx="201">
                  <c:v>5.9491000000000002E-2</c:v>
                </c:pt>
                <c:pt idx="202">
                  <c:v>9.1120000000000007E-2</c:v>
                </c:pt>
                <c:pt idx="203">
                  <c:v>0.11147899999999999</c:v>
                </c:pt>
                <c:pt idx="204">
                  <c:v>0.14749699999999999</c:v>
                </c:pt>
                <c:pt idx="205">
                  <c:v>0.158891</c:v>
                </c:pt>
                <c:pt idx="206">
                  <c:v>0.16131699999999999</c:v>
                </c:pt>
                <c:pt idx="207">
                  <c:v>0.12767400000000001</c:v>
                </c:pt>
                <c:pt idx="208">
                  <c:v>0.12742300000000001</c:v>
                </c:pt>
                <c:pt idx="209">
                  <c:v>0.13916300000000001</c:v>
                </c:pt>
                <c:pt idx="210">
                  <c:v>0.135823</c:v>
                </c:pt>
                <c:pt idx="211">
                  <c:v>0.16991800000000001</c:v>
                </c:pt>
                <c:pt idx="212">
                  <c:v>0.14673900000000001</c:v>
                </c:pt>
                <c:pt idx="213">
                  <c:v>0.224026</c:v>
                </c:pt>
                <c:pt idx="214">
                  <c:v>0.25839800000000002</c:v>
                </c:pt>
                <c:pt idx="215">
                  <c:v>0.28151599999999999</c:v>
                </c:pt>
                <c:pt idx="216">
                  <c:v>0.281198</c:v>
                </c:pt>
                <c:pt idx="217">
                  <c:v>0.29154400000000003</c:v>
                </c:pt>
                <c:pt idx="218">
                  <c:v>0.30655100000000002</c:v>
                </c:pt>
                <c:pt idx="219">
                  <c:v>0.23985999999999999</c:v>
                </c:pt>
                <c:pt idx="220">
                  <c:v>0.19764300000000001</c:v>
                </c:pt>
                <c:pt idx="221">
                  <c:v>0.16545799999999999</c:v>
                </c:pt>
                <c:pt idx="222">
                  <c:v>0.15624199999999999</c:v>
                </c:pt>
                <c:pt idx="223">
                  <c:v>0.12757099999999999</c:v>
                </c:pt>
                <c:pt idx="224">
                  <c:v>9.3789999999999998E-2</c:v>
                </c:pt>
                <c:pt idx="225">
                  <c:v>9.7072000000000006E-2</c:v>
                </c:pt>
                <c:pt idx="226">
                  <c:v>0.105166</c:v>
                </c:pt>
                <c:pt idx="227">
                  <c:v>9.9164000000000002E-2</c:v>
                </c:pt>
                <c:pt idx="228">
                  <c:v>0.10617699999999999</c:v>
                </c:pt>
                <c:pt idx="229">
                  <c:v>9.0663999999999995E-2</c:v>
                </c:pt>
                <c:pt idx="230">
                  <c:v>5.4414999999999998E-2</c:v>
                </c:pt>
                <c:pt idx="231">
                  <c:v>5.8033000000000001E-2</c:v>
                </c:pt>
                <c:pt idx="232">
                  <c:v>0.135292</c:v>
                </c:pt>
                <c:pt idx="233">
                  <c:v>0.169458</c:v>
                </c:pt>
                <c:pt idx="234">
                  <c:v>0.149066</c:v>
                </c:pt>
                <c:pt idx="235">
                  <c:v>0.13538900000000001</c:v>
                </c:pt>
                <c:pt idx="236">
                  <c:v>8.1504999999999994E-2</c:v>
                </c:pt>
                <c:pt idx="237">
                  <c:v>7.1370000000000003E-2</c:v>
                </c:pt>
                <c:pt idx="238">
                  <c:v>5.9198000000000001E-2</c:v>
                </c:pt>
                <c:pt idx="239">
                  <c:v>3.9955999999999998E-2</c:v>
                </c:pt>
                <c:pt idx="240">
                  <c:v>5.0261E-2</c:v>
                </c:pt>
                <c:pt idx="241">
                  <c:v>4.8927999999999999E-2</c:v>
                </c:pt>
                <c:pt idx="242">
                  <c:v>5.2546000000000002E-2</c:v>
                </c:pt>
                <c:pt idx="243">
                  <c:v>5.0923000000000003E-2</c:v>
                </c:pt>
                <c:pt idx="244">
                  <c:v>5.8266999999999999E-2</c:v>
                </c:pt>
                <c:pt idx="245">
                  <c:v>6.8371000000000001E-2</c:v>
                </c:pt>
                <c:pt idx="246">
                  <c:v>8.9357000000000006E-2</c:v>
                </c:pt>
                <c:pt idx="247">
                  <c:v>0.186811</c:v>
                </c:pt>
                <c:pt idx="248">
                  <c:v>0.19837299999999999</c:v>
                </c:pt>
                <c:pt idx="249">
                  <c:v>0.170151</c:v>
                </c:pt>
                <c:pt idx="250">
                  <c:v>0.14680000000000001</c:v>
                </c:pt>
                <c:pt idx="251">
                  <c:v>0.117067</c:v>
                </c:pt>
                <c:pt idx="252">
                  <c:v>0.10868899999999999</c:v>
                </c:pt>
                <c:pt idx="253">
                  <c:v>8.0863000000000004E-2</c:v>
                </c:pt>
                <c:pt idx="254">
                  <c:v>6.8909999999999999E-2</c:v>
                </c:pt>
                <c:pt idx="255">
                  <c:v>8.4556000000000006E-2</c:v>
                </c:pt>
                <c:pt idx="256">
                  <c:v>0.113797</c:v>
                </c:pt>
                <c:pt idx="257">
                  <c:v>0.109472</c:v>
                </c:pt>
                <c:pt idx="258">
                  <c:v>0.102648</c:v>
                </c:pt>
                <c:pt idx="259">
                  <c:v>6.4036999999999997E-2</c:v>
                </c:pt>
                <c:pt idx="260">
                  <c:v>6.4319000000000001E-2</c:v>
                </c:pt>
                <c:pt idx="261">
                  <c:v>8.1002000000000005E-2</c:v>
                </c:pt>
                <c:pt idx="262">
                  <c:v>5.9211E-2</c:v>
                </c:pt>
                <c:pt idx="263">
                  <c:v>5.1479999999999998E-2</c:v>
                </c:pt>
                <c:pt idx="264">
                  <c:v>3.8781999999999997E-2</c:v>
                </c:pt>
                <c:pt idx="265">
                  <c:v>4.8714E-2</c:v>
                </c:pt>
                <c:pt idx="266">
                  <c:v>3.8350000000000002E-2</c:v>
                </c:pt>
                <c:pt idx="267">
                  <c:v>4.6226000000000003E-2</c:v>
                </c:pt>
                <c:pt idx="268">
                  <c:v>3.5782000000000001E-2</c:v>
                </c:pt>
                <c:pt idx="269">
                  <c:v>6.3505000000000006E-2</c:v>
                </c:pt>
                <c:pt idx="270">
                  <c:v>3.8295999999999997E-2</c:v>
                </c:pt>
                <c:pt idx="271">
                  <c:v>4.7507000000000001E-2</c:v>
                </c:pt>
                <c:pt idx="272">
                  <c:v>2.7969000000000001E-2</c:v>
                </c:pt>
                <c:pt idx="273">
                  <c:v>3.0821000000000001E-2</c:v>
                </c:pt>
                <c:pt idx="274">
                  <c:v>2.4677999999999999E-2</c:v>
                </c:pt>
                <c:pt idx="275">
                  <c:v>2.5864000000000002E-2</c:v>
                </c:pt>
                <c:pt idx="276">
                  <c:v>5.1443999999999997E-2</c:v>
                </c:pt>
                <c:pt idx="277">
                  <c:v>4.1325000000000001E-2</c:v>
                </c:pt>
                <c:pt idx="278">
                  <c:v>3.8996000000000003E-2</c:v>
                </c:pt>
                <c:pt idx="279">
                  <c:v>4.3825999999999997E-2</c:v>
                </c:pt>
                <c:pt idx="280">
                  <c:v>3.4827999999999998E-2</c:v>
                </c:pt>
                <c:pt idx="281">
                  <c:v>2.5052000000000001E-2</c:v>
                </c:pt>
                <c:pt idx="282">
                  <c:v>2.2504E-2</c:v>
                </c:pt>
                <c:pt idx="283">
                  <c:v>2.1444000000000001E-2</c:v>
                </c:pt>
                <c:pt idx="284">
                  <c:v>3.3140999999999997E-2</c:v>
                </c:pt>
                <c:pt idx="285">
                  <c:v>4.2934E-2</c:v>
                </c:pt>
                <c:pt idx="286">
                  <c:v>2.7727999999999999E-2</c:v>
                </c:pt>
                <c:pt idx="287">
                  <c:v>4.4298999999999998E-2</c:v>
                </c:pt>
                <c:pt idx="288">
                  <c:v>8.7331000000000006E-2</c:v>
                </c:pt>
                <c:pt idx="289">
                  <c:v>6.0780000000000001E-2</c:v>
                </c:pt>
                <c:pt idx="290">
                  <c:v>6.0099E-2</c:v>
                </c:pt>
                <c:pt idx="291">
                  <c:v>4.2526000000000001E-2</c:v>
                </c:pt>
                <c:pt idx="292">
                  <c:v>5.1720000000000002E-2</c:v>
                </c:pt>
                <c:pt idx="293">
                  <c:v>6.5701999999999997E-2</c:v>
                </c:pt>
                <c:pt idx="294">
                  <c:v>6.6931000000000004E-2</c:v>
                </c:pt>
                <c:pt idx="295">
                  <c:v>0.139566</c:v>
                </c:pt>
                <c:pt idx="296">
                  <c:v>0.13780600000000001</c:v>
                </c:pt>
                <c:pt idx="297">
                  <c:v>0.135462</c:v>
                </c:pt>
                <c:pt idx="298">
                  <c:v>9.5000000000000001E-2</c:v>
                </c:pt>
                <c:pt idx="299">
                  <c:v>0.109221</c:v>
                </c:pt>
                <c:pt idx="300">
                  <c:v>0.16113</c:v>
                </c:pt>
                <c:pt idx="301">
                  <c:v>0.17044799999999999</c:v>
                </c:pt>
                <c:pt idx="302">
                  <c:v>0.111281</c:v>
                </c:pt>
                <c:pt idx="303">
                  <c:v>7.1809999999999999E-2</c:v>
                </c:pt>
                <c:pt idx="304">
                  <c:v>5.2629000000000002E-2</c:v>
                </c:pt>
                <c:pt idx="305">
                  <c:v>9.6138000000000001E-2</c:v>
                </c:pt>
                <c:pt idx="306">
                  <c:v>5.1145000000000003E-2</c:v>
                </c:pt>
                <c:pt idx="307">
                  <c:v>3.3057000000000003E-2</c:v>
                </c:pt>
                <c:pt idx="308">
                  <c:v>4.4733000000000002E-2</c:v>
                </c:pt>
                <c:pt idx="309">
                  <c:v>3.9807000000000002E-2</c:v>
                </c:pt>
                <c:pt idx="310">
                  <c:v>2.8202999999999999E-2</c:v>
                </c:pt>
                <c:pt idx="311">
                  <c:v>2.1780999999999998E-2</c:v>
                </c:pt>
                <c:pt idx="312">
                  <c:v>2.7654000000000001E-2</c:v>
                </c:pt>
                <c:pt idx="313">
                  <c:v>2.7881E-2</c:v>
                </c:pt>
                <c:pt idx="314">
                  <c:v>3.5289000000000001E-2</c:v>
                </c:pt>
                <c:pt idx="315">
                  <c:v>3.2117E-2</c:v>
                </c:pt>
                <c:pt idx="316">
                  <c:v>3.6087000000000001E-2</c:v>
                </c:pt>
                <c:pt idx="317">
                  <c:v>3.4695999999999998E-2</c:v>
                </c:pt>
                <c:pt idx="318">
                  <c:v>2.0275999999999999E-2</c:v>
                </c:pt>
                <c:pt idx="319">
                  <c:v>2.8212999999999998E-2</c:v>
                </c:pt>
                <c:pt idx="320">
                  <c:v>2.3845000000000002E-2</c:v>
                </c:pt>
                <c:pt idx="321">
                  <c:v>2.2672000000000001E-2</c:v>
                </c:pt>
                <c:pt idx="322">
                  <c:v>1.9279999999999999E-2</c:v>
                </c:pt>
                <c:pt idx="323">
                  <c:v>1.9051999999999999E-2</c:v>
                </c:pt>
                <c:pt idx="324">
                  <c:v>2.7373000000000001E-2</c:v>
                </c:pt>
                <c:pt idx="325">
                  <c:v>8.7869000000000003E-2</c:v>
                </c:pt>
                <c:pt idx="326">
                  <c:v>0.11770700000000001</c:v>
                </c:pt>
                <c:pt idx="327">
                  <c:v>0.12400899999999999</c:v>
                </c:pt>
                <c:pt idx="328">
                  <c:v>8.2885E-2</c:v>
                </c:pt>
                <c:pt idx="329">
                  <c:v>7.2096999999999994E-2</c:v>
                </c:pt>
                <c:pt idx="330">
                  <c:v>5.7822999999999999E-2</c:v>
                </c:pt>
                <c:pt idx="331">
                  <c:v>4.9216000000000003E-2</c:v>
                </c:pt>
                <c:pt idx="332">
                  <c:v>3.9917000000000001E-2</c:v>
                </c:pt>
                <c:pt idx="333">
                  <c:v>0.12239899999999999</c:v>
                </c:pt>
                <c:pt idx="334">
                  <c:v>0.110135</c:v>
                </c:pt>
                <c:pt idx="335">
                  <c:v>0.16150300000000001</c:v>
                </c:pt>
                <c:pt idx="336">
                  <c:v>0.117607</c:v>
                </c:pt>
                <c:pt idx="337">
                  <c:v>0.11171300000000001</c:v>
                </c:pt>
                <c:pt idx="338">
                  <c:v>8.0655000000000004E-2</c:v>
                </c:pt>
                <c:pt idx="339">
                  <c:v>7.1233000000000005E-2</c:v>
                </c:pt>
                <c:pt idx="340">
                  <c:v>0.101008</c:v>
                </c:pt>
                <c:pt idx="341">
                  <c:v>7.4456999999999995E-2</c:v>
                </c:pt>
                <c:pt idx="342">
                  <c:v>7.6096999999999998E-2</c:v>
                </c:pt>
                <c:pt idx="343">
                  <c:v>0.100802</c:v>
                </c:pt>
                <c:pt idx="344">
                  <c:v>7.1042999999999995E-2</c:v>
                </c:pt>
                <c:pt idx="345">
                  <c:v>7.5233999999999995E-2</c:v>
                </c:pt>
                <c:pt idx="346">
                  <c:v>5.6916000000000001E-2</c:v>
                </c:pt>
                <c:pt idx="347">
                  <c:v>6.5523999999999999E-2</c:v>
                </c:pt>
                <c:pt idx="348">
                  <c:v>6.6767999999999994E-2</c:v>
                </c:pt>
                <c:pt idx="349">
                  <c:v>0.20005200000000001</c:v>
                </c:pt>
                <c:pt idx="350">
                  <c:v>0.36366100000000001</c:v>
                </c:pt>
                <c:pt idx="351">
                  <c:v>0.25251699999999999</c:v>
                </c:pt>
                <c:pt idx="352">
                  <c:v>0.30448700000000001</c:v>
                </c:pt>
                <c:pt idx="353">
                  <c:v>0.18798699999999999</c:v>
                </c:pt>
                <c:pt idx="354">
                  <c:v>0.16677900000000001</c:v>
                </c:pt>
                <c:pt idx="355">
                  <c:v>0.126275</c:v>
                </c:pt>
                <c:pt idx="356">
                  <c:v>0.12064900000000001</c:v>
                </c:pt>
                <c:pt idx="357">
                  <c:v>0.13975599999999999</c:v>
                </c:pt>
                <c:pt idx="358">
                  <c:v>0.13880700000000001</c:v>
                </c:pt>
                <c:pt idx="359">
                  <c:v>9.0956999999999996E-2</c:v>
                </c:pt>
                <c:pt idx="360">
                  <c:v>9.0467000000000006E-2</c:v>
                </c:pt>
                <c:pt idx="361">
                  <c:v>8.9468000000000006E-2</c:v>
                </c:pt>
                <c:pt idx="362">
                  <c:v>7.5204999999999994E-2</c:v>
                </c:pt>
                <c:pt idx="363">
                  <c:v>6.1889E-2</c:v>
                </c:pt>
                <c:pt idx="364">
                  <c:v>3.9959000000000001E-2</c:v>
                </c:pt>
                <c:pt idx="365">
                  <c:v>5.2063999999999999E-2</c:v>
                </c:pt>
                <c:pt idx="366">
                  <c:v>7.1523000000000003E-2</c:v>
                </c:pt>
                <c:pt idx="367">
                  <c:v>6.7865999999999996E-2</c:v>
                </c:pt>
                <c:pt idx="368">
                  <c:v>0.13414699999999999</c:v>
                </c:pt>
                <c:pt idx="369">
                  <c:v>8.5764000000000007E-2</c:v>
                </c:pt>
                <c:pt idx="370">
                  <c:v>0.11845799999999999</c:v>
                </c:pt>
                <c:pt idx="371">
                  <c:v>8.9288000000000006E-2</c:v>
                </c:pt>
                <c:pt idx="372">
                  <c:v>0.132441</c:v>
                </c:pt>
                <c:pt idx="373">
                  <c:v>0.144595</c:v>
                </c:pt>
                <c:pt idx="374">
                  <c:v>0.13891000000000001</c:v>
                </c:pt>
                <c:pt idx="375">
                  <c:v>0.15510599999999999</c:v>
                </c:pt>
                <c:pt idx="376">
                  <c:v>0.150529</c:v>
                </c:pt>
                <c:pt idx="377">
                  <c:v>0.218278</c:v>
                </c:pt>
                <c:pt idx="378">
                  <c:v>0.16502900000000001</c:v>
                </c:pt>
                <c:pt idx="379">
                  <c:v>0.15926899999999999</c:v>
                </c:pt>
                <c:pt idx="380">
                  <c:v>0.15454999999999999</c:v>
                </c:pt>
                <c:pt idx="381">
                  <c:v>0.15717400000000001</c:v>
                </c:pt>
                <c:pt idx="382">
                  <c:v>0.12970100000000001</c:v>
                </c:pt>
                <c:pt idx="383">
                  <c:v>0.12081500000000001</c:v>
                </c:pt>
                <c:pt idx="384">
                  <c:v>0.11153</c:v>
                </c:pt>
                <c:pt idx="385">
                  <c:v>0.122182</c:v>
                </c:pt>
                <c:pt idx="386">
                  <c:v>9.4561000000000006E-2</c:v>
                </c:pt>
                <c:pt idx="387">
                  <c:v>9.6730999999999998E-2</c:v>
                </c:pt>
                <c:pt idx="388">
                  <c:v>8.6771000000000001E-2</c:v>
                </c:pt>
                <c:pt idx="389">
                  <c:v>7.46E-2</c:v>
                </c:pt>
                <c:pt idx="390">
                  <c:v>6.1366999999999998E-2</c:v>
                </c:pt>
                <c:pt idx="391">
                  <c:v>5.9491000000000002E-2</c:v>
                </c:pt>
                <c:pt idx="392">
                  <c:v>9.6379999999999993E-2</c:v>
                </c:pt>
                <c:pt idx="393">
                  <c:v>0.119417</c:v>
                </c:pt>
                <c:pt idx="394">
                  <c:v>6.4630000000000007E-2</c:v>
                </c:pt>
                <c:pt idx="395">
                  <c:v>5.3859999999999998E-2</c:v>
                </c:pt>
                <c:pt idx="396">
                  <c:v>4.1154000000000003E-2</c:v>
                </c:pt>
                <c:pt idx="397">
                  <c:v>3.7892000000000002E-2</c:v>
                </c:pt>
                <c:pt idx="398">
                  <c:v>3.6784999999999998E-2</c:v>
                </c:pt>
                <c:pt idx="399">
                  <c:v>4.9473000000000003E-2</c:v>
                </c:pt>
                <c:pt idx="400">
                  <c:v>4.5927000000000003E-2</c:v>
                </c:pt>
                <c:pt idx="401">
                  <c:v>4.2143E-2</c:v>
                </c:pt>
                <c:pt idx="402">
                  <c:v>4.8385999999999998E-2</c:v>
                </c:pt>
                <c:pt idx="403">
                  <c:v>5.0915000000000002E-2</c:v>
                </c:pt>
                <c:pt idx="404">
                  <c:v>4.8638000000000001E-2</c:v>
                </c:pt>
                <c:pt idx="405">
                  <c:v>4.9298000000000002E-2</c:v>
                </c:pt>
                <c:pt idx="406">
                  <c:v>4.3864E-2</c:v>
                </c:pt>
                <c:pt idx="407">
                  <c:v>6.1032000000000003E-2</c:v>
                </c:pt>
                <c:pt idx="408">
                  <c:v>4.8092000000000003E-2</c:v>
                </c:pt>
                <c:pt idx="409">
                  <c:v>7.5773999999999994E-2</c:v>
                </c:pt>
                <c:pt idx="410">
                  <c:v>9.2600000000000002E-2</c:v>
                </c:pt>
                <c:pt idx="411">
                  <c:v>0.15679199999999999</c:v>
                </c:pt>
                <c:pt idx="412">
                  <c:v>0.134492</c:v>
                </c:pt>
                <c:pt idx="413">
                  <c:v>9.6987000000000004E-2</c:v>
                </c:pt>
                <c:pt idx="414">
                  <c:v>4.0492E-2</c:v>
                </c:pt>
                <c:pt idx="415">
                  <c:v>4.5039000000000003E-2</c:v>
                </c:pt>
                <c:pt idx="416">
                  <c:v>4.6018000000000003E-2</c:v>
                </c:pt>
                <c:pt idx="417">
                  <c:v>5.1573000000000001E-2</c:v>
                </c:pt>
                <c:pt idx="418">
                  <c:v>5.8680000000000003E-2</c:v>
                </c:pt>
                <c:pt idx="419">
                  <c:v>5.6176999999999998E-2</c:v>
                </c:pt>
              </c:numCache>
            </c:numRef>
          </c:val>
          <c:smooth val="0"/>
          <c:extLst>
            <c:ext xmlns:c16="http://schemas.microsoft.com/office/drawing/2014/chart" uri="{C3380CC4-5D6E-409C-BE32-E72D297353CC}">
              <c16:uniqueId val="{00000001-40E5-4E4F-9EAE-47E2F4B348B4}"/>
            </c:ext>
          </c:extLst>
        </c:ser>
        <c:ser>
          <c:idx val="2"/>
          <c:order val="2"/>
          <c:tx>
            <c:strRef>
              <c:f>Sheet1!$C$1</c:f>
              <c:strCache>
                <c:ptCount val="1"/>
                <c:pt idx="0">
                  <c:v>10% threshold</c:v>
                </c:pt>
              </c:strCache>
            </c:strRef>
          </c:tx>
          <c:spPr>
            <a:ln w="15875">
              <a:solidFill>
                <a:srgbClr val="A31F34"/>
              </a:solidFill>
            </a:ln>
          </c:spPr>
          <c:marker>
            <c:symbol val="none"/>
          </c:marker>
          <c:cat>
            <c:numRef>
              <c:f>Sheet1!$A$2:$A$421</c:f>
              <c:numCache>
                <c:formatCode>yyyy\-mm\-dd</c:formatCode>
                <c:ptCount val="420"/>
                <c:pt idx="0">
                  <c:v>33269</c:v>
                </c:pt>
                <c:pt idx="1">
                  <c:v>33297</c:v>
                </c:pt>
                <c:pt idx="2">
                  <c:v>33328</c:v>
                </c:pt>
                <c:pt idx="3">
                  <c:v>33358</c:v>
                </c:pt>
                <c:pt idx="4">
                  <c:v>33389</c:v>
                </c:pt>
                <c:pt idx="5">
                  <c:v>33419</c:v>
                </c:pt>
                <c:pt idx="6">
                  <c:v>33450</c:v>
                </c:pt>
                <c:pt idx="7">
                  <c:v>33481</c:v>
                </c:pt>
                <c:pt idx="8">
                  <c:v>33511</c:v>
                </c:pt>
                <c:pt idx="9">
                  <c:v>33542</c:v>
                </c:pt>
                <c:pt idx="10">
                  <c:v>33572</c:v>
                </c:pt>
                <c:pt idx="11">
                  <c:v>33603</c:v>
                </c:pt>
                <c:pt idx="12">
                  <c:v>33634</c:v>
                </c:pt>
                <c:pt idx="13">
                  <c:v>33663</c:v>
                </c:pt>
                <c:pt idx="14">
                  <c:v>33694</c:v>
                </c:pt>
                <c:pt idx="15">
                  <c:v>33724</c:v>
                </c:pt>
                <c:pt idx="16">
                  <c:v>33755</c:v>
                </c:pt>
                <c:pt idx="17">
                  <c:v>33785</c:v>
                </c:pt>
                <c:pt idx="18">
                  <c:v>33816</c:v>
                </c:pt>
                <c:pt idx="19">
                  <c:v>33847</c:v>
                </c:pt>
                <c:pt idx="20">
                  <c:v>33877</c:v>
                </c:pt>
                <c:pt idx="21">
                  <c:v>33908</c:v>
                </c:pt>
                <c:pt idx="22">
                  <c:v>33938</c:v>
                </c:pt>
                <c:pt idx="23">
                  <c:v>33969</c:v>
                </c:pt>
                <c:pt idx="24">
                  <c:v>34000</c:v>
                </c:pt>
                <c:pt idx="25">
                  <c:v>34028</c:v>
                </c:pt>
                <c:pt idx="26">
                  <c:v>34059</c:v>
                </c:pt>
                <c:pt idx="27">
                  <c:v>34089</c:v>
                </c:pt>
                <c:pt idx="28">
                  <c:v>34120</c:v>
                </c:pt>
                <c:pt idx="29">
                  <c:v>34150</c:v>
                </c:pt>
                <c:pt idx="30">
                  <c:v>34181</c:v>
                </c:pt>
                <c:pt idx="31">
                  <c:v>34212</c:v>
                </c:pt>
                <c:pt idx="32">
                  <c:v>34242</c:v>
                </c:pt>
                <c:pt idx="33">
                  <c:v>34273</c:v>
                </c:pt>
                <c:pt idx="34">
                  <c:v>34303</c:v>
                </c:pt>
                <c:pt idx="35">
                  <c:v>34334</c:v>
                </c:pt>
                <c:pt idx="36">
                  <c:v>34365</c:v>
                </c:pt>
                <c:pt idx="37">
                  <c:v>34393</c:v>
                </c:pt>
                <c:pt idx="38">
                  <c:v>34424</c:v>
                </c:pt>
                <c:pt idx="39">
                  <c:v>34454</c:v>
                </c:pt>
                <c:pt idx="40">
                  <c:v>34485</c:v>
                </c:pt>
                <c:pt idx="41">
                  <c:v>34515</c:v>
                </c:pt>
                <c:pt idx="42">
                  <c:v>34546</c:v>
                </c:pt>
                <c:pt idx="43">
                  <c:v>34577</c:v>
                </c:pt>
                <c:pt idx="44">
                  <c:v>34607</c:v>
                </c:pt>
                <c:pt idx="45">
                  <c:v>34638</c:v>
                </c:pt>
                <c:pt idx="46">
                  <c:v>34668</c:v>
                </c:pt>
                <c:pt idx="47">
                  <c:v>34699</c:v>
                </c:pt>
                <c:pt idx="48">
                  <c:v>34730</c:v>
                </c:pt>
                <c:pt idx="49">
                  <c:v>34758</c:v>
                </c:pt>
                <c:pt idx="50">
                  <c:v>34789</c:v>
                </c:pt>
                <c:pt idx="51">
                  <c:v>34819</c:v>
                </c:pt>
                <c:pt idx="52">
                  <c:v>34850</c:v>
                </c:pt>
                <c:pt idx="53">
                  <c:v>34880</c:v>
                </c:pt>
                <c:pt idx="54">
                  <c:v>34911</c:v>
                </c:pt>
                <c:pt idx="55">
                  <c:v>34942</c:v>
                </c:pt>
                <c:pt idx="56">
                  <c:v>34972</c:v>
                </c:pt>
                <c:pt idx="57">
                  <c:v>35003</c:v>
                </c:pt>
                <c:pt idx="58">
                  <c:v>35033</c:v>
                </c:pt>
                <c:pt idx="59">
                  <c:v>35064</c:v>
                </c:pt>
                <c:pt idx="60">
                  <c:v>35095</c:v>
                </c:pt>
                <c:pt idx="61">
                  <c:v>35124</c:v>
                </c:pt>
                <c:pt idx="62">
                  <c:v>35155</c:v>
                </c:pt>
                <c:pt idx="63">
                  <c:v>35185</c:v>
                </c:pt>
                <c:pt idx="64">
                  <c:v>35216</c:v>
                </c:pt>
                <c:pt idx="65">
                  <c:v>35246</c:v>
                </c:pt>
                <c:pt idx="66">
                  <c:v>35277</c:v>
                </c:pt>
                <c:pt idx="67">
                  <c:v>35308</c:v>
                </c:pt>
                <c:pt idx="68">
                  <c:v>35338</c:v>
                </c:pt>
                <c:pt idx="69">
                  <c:v>35369</c:v>
                </c:pt>
                <c:pt idx="70">
                  <c:v>35399</c:v>
                </c:pt>
                <c:pt idx="71">
                  <c:v>35430</c:v>
                </c:pt>
                <c:pt idx="72">
                  <c:v>35461</c:v>
                </c:pt>
                <c:pt idx="73">
                  <c:v>35489</c:v>
                </c:pt>
                <c:pt idx="74">
                  <c:v>35520</c:v>
                </c:pt>
                <c:pt idx="75">
                  <c:v>35550</c:v>
                </c:pt>
                <c:pt idx="76">
                  <c:v>35581</c:v>
                </c:pt>
                <c:pt idx="77">
                  <c:v>35611</c:v>
                </c:pt>
                <c:pt idx="78">
                  <c:v>35642</c:v>
                </c:pt>
                <c:pt idx="79">
                  <c:v>35673</c:v>
                </c:pt>
                <c:pt idx="80">
                  <c:v>35703</c:v>
                </c:pt>
                <c:pt idx="81">
                  <c:v>35734</c:v>
                </c:pt>
                <c:pt idx="82">
                  <c:v>35764</c:v>
                </c:pt>
                <c:pt idx="83">
                  <c:v>35795</c:v>
                </c:pt>
                <c:pt idx="84">
                  <c:v>35826</c:v>
                </c:pt>
                <c:pt idx="85">
                  <c:v>35854</c:v>
                </c:pt>
                <c:pt idx="86">
                  <c:v>35885</c:v>
                </c:pt>
                <c:pt idx="87">
                  <c:v>35915</c:v>
                </c:pt>
                <c:pt idx="88">
                  <c:v>35946</c:v>
                </c:pt>
                <c:pt idx="89">
                  <c:v>35976</c:v>
                </c:pt>
                <c:pt idx="90">
                  <c:v>36007</c:v>
                </c:pt>
                <c:pt idx="91">
                  <c:v>36038</c:v>
                </c:pt>
                <c:pt idx="92">
                  <c:v>36068</c:v>
                </c:pt>
                <c:pt idx="93">
                  <c:v>36099</c:v>
                </c:pt>
                <c:pt idx="94">
                  <c:v>36129</c:v>
                </c:pt>
                <c:pt idx="95">
                  <c:v>36160</c:v>
                </c:pt>
                <c:pt idx="96">
                  <c:v>36191</c:v>
                </c:pt>
                <c:pt idx="97">
                  <c:v>36219</c:v>
                </c:pt>
                <c:pt idx="98">
                  <c:v>36250</c:v>
                </c:pt>
                <c:pt idx="99">
                  <c:v>36280</c:v>
                </c:pt>
                <c:pt idx="100">
                  <c:v>36311</c:v>
                </c:pt>
                <c:pt idx="101">
                  <c:v>36341</c:v>
                </c:pt>
                <c:pt idx="102">
                  <c:v>36372</c:v>
                </c:pt>
                <c:pt idx="103">
                  <c:v>36403</c:v>
                </c:pt>
                <c:pt idx="104">
                  <c:v>36433</c:v>
                </c:pt>
                <c:pt idx="105">
                  <c:v>36464</c:v>
                </c:pt>
                <c:pt idx="106">
                  <c:v>36494</c:v>
                </c:pt>
                <c:pt idx="107">
                  <c:v>36525</c:v>
                </c:pt>
                <c:pt idx="108">
                  <c:v>36556</c:v>
                </c:pt>
                <c:pt idx="109">
                  <c:v>36585</c:v>
                </c:pt>
                <c:pt idx="110">
                  <c:v>36616</c:v>
                </c:pt>
                <c:pt idx="111">
                  <c:v>36646</c:v>
                </c:pt>
                <c:pt idx="112">
                  <c:v>36677</c:v>
                </c:pt>
                <c:pt idx="113">
                  <c:v>36707</c:v>
                </c:pt>
                <c:pt idx="114">
                  <c:v>36738</c:v>
                </c:pt>
                <c:pt idx="115">
                  <c:v>36769</c:v>
                </c:pt>
                <c:pt idx="116">
                  <c:v>36799</c:v>
                </c:pt>
                <c:pt idx="117">
                  <c:v>36830</c:v>
                </c:pt>
                <c:pt idx="118">
                  <c:v>36860</c:v>
                </c:pt>
                <c:pt idx="119">
                  <c:v>36891</c:v>
                </c:pt>
                <c:pt idx="120">
                  <c:v>36922</c:v>
                </c:pt>
                <c:pt idx="121">
                  <c:v>36950</c:v>
                </c:pt>
                <c:pt idx="122">
                  <c:v>36981</c:v>
                </c:pt>
                <c:pt idx="123">
                  <c:v>37011</c:v>
                </c:pt>
                <c:pt idx="124">
                  <c:v>37042</c:v>
                </c:pt>
                <c:pt idx="125">
                  <c:v>37072</c:v>
                </c:pt>
                <c:pt idx="126">
                  <c:v>37103</c:v>
                </c:pt>
                <c:pt idx="127">
                  <c:v>37134</c:v>
                </c:pt>
                <c:pt idx="128">
                  <c:v>37164</c:v>
                </c:pt>
                <c:pt idx="129">
                  <c:v>37195</c:v>
                </c:pt>
                <c:pt idx="130">
                  <c:v>37225</c:v>
                </c:pt>
                <c:pt idx="131">
                  <c:v>37256</c:v>
                </c:pt>
                <c:pt idx="132">
                  <c:v>37287</c:v>
                </c:pt>
                <c:pt idx="133">
                  <c:v>37315</c:v>
                </c:pt>
                <c:pt idx="134">
                  <c:v>37346</c:v>
                </c:pt>
                <c:pt idx="135">
                  <c:v>37376</c:v>
                </c:pt>
                <c:pt idx="136">
                  <c:v>37407</c:v>
                </c:pt>
                <c:pt idx="137">
                  <c:v>37437</c:v>
                </c:pt>
                <c:pt idx="138">
                  <c:v>37468</c:v>
                </c:pt>
                <c:pt idx="139">
                  <c:v>37499</c:v>
                </c:pt>
                <c:pt idx="140">
                  <c:v>37529</c:v>
                </c:pt>
                <c:pt idx="141">
                  <c:v>37560</c:v>
                </c:pt>
                <c:pt idx="142">
                  <c:v>37590</c:v>
                </c:pt>
                <c:pt idx="143">
                  <c:v>37621</c:v>
                </c:pt>
                <c:pt idx="144">
                  <c:v>37652</c:v>
                </c:pt>
                <c:pt idx="145">
                  <c:v>37680</c:v>
                </c:pt>
                <c:pt idx="146">
                  <c:v>37711</c:v>
                </c:pt>
                <c:pt idx="147">
                  <c:v>37741</c:v>
                </c:pt>
                <c:pt idx="148">
                  <c:v>37772</c:v>
                </c:pt>
                <c:pt idx="149">
                  <c:v>37802</c:v>
                </c:pt>
                <c:pt idx="150">
                  <c:v>37833</c:v>
                </c:pt>
                <c:pt idx="151">
                  <c:v>37864</c:v>
                </c:pt>
                <c:pt idx="152">
                  <c:v>37894</c:v>
                </c:pt>
                <c:pt idx="153">
                  <c:v>37925</c:v>
                </c:pt>
                <c:pt idx="154">
                  <c:v>37955</c:v>
                </c:pt>
                <c:pt idx="155">
                  <c:v>37986</c:v>
                </c:pt>
                <c:pt idx="156">
                  <c:v>38017</c:v>
                </c:pt>
                <c:pt idx="157">
                  <c:v>38046</c:v>
                </c:pt>
                <c:pt idx="158">
                  <c:v>38077</c:v>
                </c:pt>
                <c:pt idx="159">
                  <c:v>38107</c:v>
                </c:pt>
                <c:pt idx="160">
                  <c:v>38138</c:v>
                </c:pt>
                <c:pt idx="161">
                  <c:v>38168</c:v>
                </c:pt>
                <c:pt idx="162">
                  <c:v>38199</c:v>
                </c:pt>
                <c:pt idx="163">
                  <c:v>38230</c:v>
                </c:pt>
                <c:pt idx="164">
                  <c:v>38260</c:v>
                </c:pt>
                <c:pt idx="165">
                  <c:v>38291</c:v>
                </c:pt>
                <c:pt idx="166">
                  <c:v>38321</c:v>
                </c:pt>
                <c:pt idx="167">
                  <c:v>38352</c:v>
                </c:pt>
                <c:pt idx="168">
                  <c:v>38383</c:v>
                </c:pt>
                <c:pt idx="169">
                  <c:v>38411</c:v>
                </c:pt>
                <c:pt idx="170">
                  <c:v>38442</c:v>
                </c:pt>
                <c:pt idx="171">
                  <c:v>38472</c:v>
                </c:pt>
                <c:pt idx="172">
                  <c:v>38503</c:v>
                </c:pt>
                <c:pt idx="173">
                  <c:v>38533</c:v>
                </c:pt>
                <c:pt idx="174">
                  <c:v>38564</c:v>
                </c:pt>
                <c:pt idx="175">
                  <c:v>38595</c:v>
                </c:pt>
                <c:pt idx="176">
                  <c:v>38625</c:v>
                </c:pt>
                <c:pt idx="177">
                  <c:v>38656</c:v>
                </c:pt>
                <c:pt idx="178">
                  <c:v>38686</c:v>
                </c:pt>
                <c:pt idx="179">
                  <c:v>38717</c:v>
                </c:pt>
                <c:pt idx="180">
                  <c:v>38748</c:v>
                </c:pt>
                <c:pt idx="181">
                  <c:v>38776</c:v>
                </c:pt>
                <c:pt idx="182">
                  <c:v>38807</c:v>
                </c:pt>
                <c:pt idx="183">
                  <c:v>38837</c:v>
                </c:pt>
                <c:pt idx="184">
                  <c:v>38868</c:v>
                </c:pt>
                <c:pt idx="185">
                  <c:v>38898</c:v>
                </c:pt>
                <c:pt idx="186">
                  <c:v>38929</c:v>
                </c:pt>
                <c:pt idx="187">
                  <c:v>38960</c:v>
                </c:pt>
                <c:pt idx="188">
                  <c:v>38990</c:v>
                </c:pt>
                <c:pt idx="189">
                  <c:v>39021</c:v>
                </c:pt>
                <c:pt idx="190">
                  <c:v>39051</c:v>
                </c:pt>
                <c:pt idx="191">
                  <c:v>39082</c:v>
                </c:pt>
                <c:pt idx="192">
                  <c:v>39113</c:v>
                </c:pt>
                <c:pt idx="193">
                  <c:v>39141</c:v>
                </c:pt>
                <c:pt idx="194">
                  <c:v>39172</c:v>
                </c:pt>
                <c:pt idx="195">
                  <c:v>39202</c:v>
                </c:pt>
                <c:pt idx="196">
                  <c:v>39233</c:v>
                </c:pt>
                <c:pt idx="197">
                  <c:v>39263</c:v>
                </c:pt>
                <c:pt idx="198">
                  <c:v>39294</c:v>
                </c:pt>
                <c:pt idx="199">
                  <c:v>39325</c:v>
                </c:pt>
                <c:pt idx="200">
                  <c:v>39355</c:v>
                </c:pt>
                <c:pt idx="201">
                  <c:v>39386</c:v>
                </c:pt>
                <c:pt idx="202">
                  <c:v>39416</c:v>
                </c:pt>
                <c:pt idx="203">
                  <c:v>39447</c:v>
                </c:pt>
                <c:pt idx="204">
                  <c:v>39478</c:v>
                </c:pt>
                <c:pt idx="205">
                  <c:v>39507</c:v>
                </c:pt>
                <c:pt idx="206">
                  <c:v>39538</c:v>
                </c:pt>
                <c:pt idx="207">
                  <c:v>39568</c:v>
                </c:pt>
                <c:pt idx="208">
                  <c:v>39599</c:v>
                </c:pt>
                <c:pt idx="209">
                  <c:v>39629</c:v>
                </c:pt>
                <c:pt idx="210">
                  <c:v>39660</c:v>
                </c:pt>
                <c:pt idx="211">
                  <c:v>39691</c:v>
                </c:pt>
                <c:pt idx="212">
                  <c:v>39721</c:v>
                </c:pt>
                <c:pt idx="213">
                  <c:v>39752</c:v>
                </c:pt>
                <c:pt idx="214">
                  <c:v>39782</c:v>
                </c:pt>
                <c:pt idx="215">
                  <c:v>39813</c:v>
                </c:pt>
                <c:pt idx="216">
                  <c:v>39844</c:v>
                </c:pt>
                <c:pt idx="217">
                  <c:v>39872</c:v>
                </c:pt>
                <c:pt idx="218">
                  <c:v>39903</c:v>
                </c:pt>
                <c:pt idx="219">
                  <c:v>39933</c:v>
                </c:pt>
                <c:pt idx="220">
                  <c:v>39964</c:v>
                </c:pt>
                <c:pt idx="221">
                  <c:v>39994</c:v>
                </c:pt>
                <c:pt idx="222">
                  <c:v>40025</c:v>
                </c:pt>
                <c:pt idx="223">
                  <c:v>40056</c:v>
                </c:pt>
                <c:pt idx="224">
                  <c:v>40086</c:v>
                </c:pt>
                <c:pt idx="225">
                  <c:v>40117</c:v>
                </c:pt>
                <c:pt idx="226">
                  <c:v>40147</c:v>
                </c:pt>
                <c:pt idx="227">
                  <c:v>40178</c:v>
                </c:pt>
                <c:pt idx="228">
                  <c:v>40209</c:v>
                </c:pt>
                <c:pt idx="229">
                  <c:v>40237</c:v>
                </c:pt>
                <c:pt idx="230">
                  <c:v>40268</c:v>
                </c:pt>
                <c:pt idx="231">
                  <c:v>40298</c:v>
                </c:pt>
                <c:pt idx="232">
                  <c:v>40329</c:v>
                </c:pt>
                <c:pt idx="233">
                  <c:v>40359</c:v>
                </c:pt>
                <c:pt idx="234">
                  <c:v>40390</c:v>
                </c:pt>
                <c:pt idx="235">
                  <c:v>40421</c:v>
                </c:pt>
                <c:pt idx="236">
                  <c:v>40451</c:v>
                </c:pt>
                <c:pt idx="237">
                  <c:v>40482</c:v>
                </c:pt>
                <c:pt idx="238">
                  <c:v>40512</c:v>
                </c:pt>
                <c:pt idx="239">
                  <c:v>40543</c:v>
                </c:pt>
                <c:pt idx="240">
                  <c:v>40574</c:v>
                </c:pt>
                <c:pt idx="241">
                  <c:v>40602</c:v>
                </c:pt>
                <c:pt idx="242">
                  <c:v>40633</c:v>
                </c:pt>
                <c:pt idx="243">
                  <c:v>40663</c:v>
                </c:pt>
                <c:pt idx="244">
                  <c:v>40694</c:v>
                </c:pt>
                <c:pt idx="245">
                  <c:v>40724</c:v>
                </c:pt>
                <c:pt idx="246">
                  <c:v>40755</c:v>
                </c:pt>
                <c:pt idx="247">
                  <c:v>40786</c:v>
                </c:pt>
                <c:pt idx="248">
                  <c:v>40816</c:v>
                </c:pt>
                <c:pt idx="249">
                  <c:v>40847</c:v>
                </c:pt>
                <c:pt idx="250">
                  <c:v>40877</c:v>
                </c:pt>
                <c:pt idx="251">
                  <c:v>40908</c:v>
                </c:pt>
                <c:pt idx="252">
                  <c:v>40939</c:v>
                </c:pt>
                <c:pt idx="253">
                  <c:v>40968</c:v>
                </c:pt>
                <c:pt idx="254">
                  <c:v>40999</c:v>
                </c:pt>
                <c:pt idx="255">
                  <c:v>41029</c:v>
                </c:pt>
                <c:pt idx="256">
                  <c:v>41060</c:v>
                </c:pt>
                <c:pt idx="257">
                  <c:v>41090</c:v>
                </c:pt>
                <c:pt idx="258">
                  <c:v>41121</c:v>
                </c:pt>
                <c:pt idx="259">
                  <c:v>41152</c:v>
                </c:pt>
                <c:pt idx="260">
                  <c:v>41182</c:v>
                </c:pt>
                <c:pt idx="261">
                  <c:v>41213</c:v>
                </c:pt>
                <c:pt idx="262">
                  <c:v>41243</c:v>
                </c:pt>
                <c:pt idx="263">
                  <c:v>41274</c:v>
                </c:pt>
                <c:pt idx="264">
                  <c:v>41305</c:v>
                </c:pt>
                <c:pt idx="265">
                  <c:v>41333</c:v>
                </c:pt>
                <c:pt idx="266">
                  <c:v>41364</c:v>
                </c:pt>
                <c:pt idx="267">
                  <c:v>41394</c:v>
                </c:pt>
                <c:pt idx="268">
                  <c:v>41425</c:v>
                </c:pt>
                <c:pt idx="269">
                  <c:v>41455</c:v>
                </c:pt>
                <c:pt idx="270">
                  <c:v>41486</c:v>
                </c:pt>
                <c:pt idx="271">
                  <c:v>41517</c:v>
                </c:pt>
                <c:pt idx="272">
                  <c:v>41547</c:v>
                </c:pt>
                <c:pt idx="273">
                  <c:v>41578</c:v>
                </c:pt>
                <c:pt idx="274">
                  <c:v>41608</c:v>
                </c:pt>
                <c:pt idx="275">
                  <c:v>41639</c:v>
                </c:pt>
                <c:pt idx="276">
                  <c:v>41670</c:v>
                </c:pt>
                <c:pt idx="277">
                  <c:v>41698</c:v>
                </c:pt>
                <c:pt idx="278">
                  <c:v>41729</c:v>
                </c:pt>
                <c:pt idx="279">
                  <c:v>41759</c:v>
                </c:pt>
                <c:pt idx="280">
                  <c:v>41790</c:v>
                </c:pt>
                <c:pt idx="281">
                  <c:v>41820</c:v>
                </c:pt>
                <c:pt idx="282">
                  <c:v>41851</c:v>
                </c:pt>
                <c:pt idx="283">
                  <c:v>41882</c:v>
                </c:pt>
                <c:pt idx="284">
                  <c:v>41912</c:v>
                </c:pt>
                <c:pt idx="285">
                  <c:v>41943</c:v>
                </c:pt>
                <c:pt idx="286">
                  <c:v>41973</c:v>
                </c:pt>
                <c:pt idx="287">
                  <c:v>42004</c:v>
                </c:pt>
                <c:pt idx="288">
                  <c:v>42035</c:v>
                </c:pt>
                <c:pt idx="289">
                  <c:v>42063</c:v>
                </c:pt>
                <c:pt idx="290">
                  <c:v>42094</c:v>
                </c:pt>
                <c:pt idx="291">
                  <c:v>42124</c:v>
                </c:pt>
                <c:pt idx="292">
                  <c:v>42155</c:v>
                </c:pt>
                <c:pt idx="293">
                  <c:v>42185</c:v>
                </c:pt>
                <c:pt idx="294">
                  <c:v>42216</c:v>
                </c:pt>
                <c:pt idx="295">
                  <c:v>42247</c:v>
                </c:pt>
                <c:pt idx="296">
                  <c:v>42277</c:v>
                </c:pt>
                <c:pt idx="297">
                  <c:v>42308</c:v>
                </c:pt>
                <c:pt idx="298">
                  <c:v>42338</c:v>
                </c:pt>
                <c:pt idx="299">
                  <c:v>42369</c:v>
                </c:pt>
                <c:pt idx="300">
                  <c:v>42400</c:v>
                </c:pt>
                <c:pt idx="301">
                  <c:v>42429</c:v>
                </c:pt>
                <c:pt idx="302">
                  <c:v>42460</c:v>
                </c:pt>
                <c:pt idx="303">
                  <c:v>42490</c:v>
                </c:pt>
                <c:pt idx="304">
                  <c:v>42521</c:v>
                </c:pt>
                <c:pt idx="305">
                  <c:v>42551</c:v>
                </c:pt>
                <c:pt idx="306">
                  <c:v>42582</c:v>
                </c:pt>
                <c:pt idx="307">
                  <c:v>42613</c:v>
                </c:pt>
                <c:pt idx="308">
                  <c:v>42643</c:v>
                </c:pt>
                <c:pt idx="309">
                  <c:v>42674</c:v>
                </c:pt>
                <c:pt idx="310">
                  <c:v>42704</c:v>
                </c:pt>
                <c:pt idx="311">
                  <c:v>42735</c:v>
                </c:pt>
                <c:pt idx="312">
                  <c:v>42766</c:v>
                </c:pt>
                <c:pt idx="313">
                  <c:v>42794</c:v>
                </c:pt>
                <c:pt idx="314">
                  <c:v>42825</c:v>
                </c:pt>
                <c:pt idx="315">
                  <c:v>42855</c:v>
                </c:pt>
                <c:pt idx="316">
                  <c:v>42886</c:v>
                </c:pt>
                <c:pt idx="317">
                  <c:v>42916</c:v>
                </c:pt>
                <c:pt idx="318">
                  <c:v>42947</c:v>
                </c:pt>
                <c:pt idx="319">
                  <c:v>42978</c:v>
                </c:pt>
                <c:pt idx="320">
                  <c:v>43008</c:v>
                </c:pt>
                <c:pt idx="321">
                  <c:v>43039</c:v>
                </c:pt>
                <c:pt idx="322">
                  <c:v>43069</c:v>
                </c:pt>
                <c:pt idx="323">
                  <c:v>43100</c:v>
                </c:pt>
                <c:pt idx="324">
                  <c:v>43131</c:v>
                </c:pt>
                <c:pt idx="325">
                  <c:v>43159</c:v>
                </c:pt>
                <c:pt idx="326">
                  <c:v>43190</c:v>
                </c:pt>
                <c:pt idx="327">
                  <c:v>43220</c:v>
                </c:pt>
                <c:pt idx="328">
                  <c:v>43251</c:v>
                </c:pt>
                <c:pt idx="329">
                  <c:v>43281</c:v>
                </c:pt>
                <c:pt idx="330">
                  <c:v>43312</c:v>
                </c:pt>
                <c:pt idx="331">
                  <c:v>43343</c:v>
                </c:pt>
                <c:pt idx="332">
                  <c:v>43373</c:v>
                </c:pt>
                <c:pt idx="333">
                  <c:v>43404</c:v>
                </c:pt>
                <c:pt idx="334">
                  <c:v>43434</c:v>
                </c:pt>
                <c:pt idx="335">
                  <c:v>43465</c:v>
                </c:pt>
                <c:pt idx="336">
                  <c:v>43496</c:v>
                </c:pt>
                <c:pt idx="337">
                  <c:v>43524</c:v>
                </c:pt>
                <c:pt idx="338">
                  <c:v>43555</c:v>
                </c:pt>
                <c:pt idx="339">
                  <c:v>43585</c:v>
                </c:pt>
                <c:pt idx="340">
                  <c:v>43616</c:v>
                </c:pt>
                <c:pt idx="341">
                  <c:v>43646</c:v>
                </c:pt>
                <c:pt idx="342">
                  <c:v>43677</c:v>
                </c:pt>
                <c:pt idx="343">
                  <c:v>43708</c:v>
                </c:pt>
                <c:pt idx="344">
                  <c:v>43738</c:v>
                </c:pt>
                <c:pt idx="345">
                  <c:v>43769</c:v>
                </c:pt>
                <c:pt idx="346">
                  <c:v>43799</c:v>
                </c:pt>
                <c:pt idx="347">
                  <c:v>43830</c:v>
                </c:pt>
                <c:pt idx="348">
                  <c:v>43861</c:v>
                </c:pt>
                <c:pt idx="349">
                  <c:v>43890</c:v>
                </c:pt>
                <c:pt idx="350">
                  <c:v>43921</c:v>
                </c:pt>
                <c:pt idx="351">
                  <c:v>43951</c:v>
                </c:pt>
                <c:pt idx="352">
                  <c:v>43982</c:v>
                </c:pt>
                <c:pt idx="353">
                  <c:v>44012</c:v>
                </c:pt>
                <c:pt idx="354">
                  <c:v>44043</c:v>
                </c:pt>
                <c:pt idx="355">
                  <c:v>44074</c:v>
                </c:pt>
                <c:pt idx="356">
                  <c:v>44104</c:v>
                </c:pt>
                <c:pt idx="357">
                  <c:v>44135</c:v>
                </c:pt>
                <c:pt idx="358">
                  <c:v>44165</c:v>
                </c:pt>
                <c:pt idx="359">
                  <c:v>44196</c:v>
                </c:pt>
                <c:pt idx="360">
                  <c:v>44227</c:v>
                </c:pt>
                <c:pt idx="361">
                  <c:v>44255</c:v>
                </c:pt>
                <c:pt idx="362">
                  <c:v>44286</c:v>
                </c:pt>
                <c:pt idx="363">
                  <c:v>44316</c:v>
                </c:pt>
                <c:pt idx="364">
                  <c:v>44347</c:v>
                </c:pt>
                <c:pt idx="365">
                  <c:v>44377</c:v>
                </c:pt>
                <c:pt idx="366">
                  <c:v>44408</c:v>
                </c:pt>
                <c:pt idx="367">
                  <c:v>44439</c:v>
                </c:pt>
                <c:pt idx="368">
                  <c:v>44469</c:v>
                </c:pt>
                <c:pt idx="369">
                  <c:v>44500</c:v>
                </c:pt>
                <c:pt idx="370">
                  <c:v>44530</c:v>
                </c:pt>
                <c:pt idx="371">
                  <c:v>44561</c:v>
                </c:pt>
                <c:pt idx="372">
                  <c:v>44592</c:v>
                </c:pt>
                <c:pt idx="373">
                  <c:v>44620</c:v>
                </c:pt>
                <c:pt idx="374">
                  <c:v>44651</c:v>
                </c:pt>
                <c:pt idx="375">
                  <c:v>44681</c:v>
                </c:pt>
                <c:pt idx="376">
                  <c:v>44712</c:v>
                </c:pt>
                <c:pt idx="377">
                  <c:v>44742</c:v>
                </c:pt>
                <c:pt idx="378">
                  <c:v>44773</c:v>
                </c:pt>
                <c:pt idx="379">
                  <c:v>44804</c:v>
                </c:pt>
                <c:pt idx="380">
                  <c:v>44834</c:v>
                </c:pt>
                <c:pt idx="381">
                  <c:v>44865</c:v>
                </c:pt>
                <c:pt idx="382">
                  <c:v>44895</c:v>
                </c:pt>
                <c:pt idx="383">
                  <c:v>44926</c:v>
                </c:pt>
                <c:pt idx="384">
                  <c:v>44957</c:v>
                </c:pt>
                <c:pt idx="385">
                  <c:v>44985</c:v>
                </c:pt>
                <c:pt idx="386">
                  <c:v>45016</c:v>
                </c:pt>
                <c:pt idx="387">
                  <c:v>45046</c:v>
                </c:pt>
                <c:pt idx="388">
                  <c:v>45077</c:v>
                </c:pt>
                <c:pt idx="389">
                  <c:v>45107</c:v>
                </c:pt>
                <c:pt idx="390">
                  <c:v>45138</c:v>
                </c:pt>
                <c:pt idx="391">
                  <c:v>45169</c:v>
                </c:pt>
                <c:pt idx="392">
                  <c:v>45199</c:v>
                </c:pt>
                <c:pt idx="393">
                  <c:v>45230</c:v>
                </c:pt>
                <c:pt idx="394">
                  <c:v>45260</c:v>
                </c:pt>
                <c:pt idx="395">
                  <c:v>45291</c:v>
                </c:pt>
                <c:pt idx="396">
                  <c:v>45322</c:v>
                </c:pt>
                <c:pt idx="397">
                  <c:v>45351</c:v>
                </c:pt>
                <c:pt idx="398">
                  <c:v>45382</c:v>
                </c:pt>
                <c:pt idx="399">
                  <c:v>45412</c:v>
                </c:pt>
                <c:pt idx="400">
                  <c:v>45443</c:v>
                </c:pt>
                <c:pt idx="401">
                  <c:v>45473</c:v>
                </c:pt>
                <c:pt idx="402">
                  <c:v>45504</c:v>
                </c:pt>
                <c:pt idx="403">
                  <c:v>45535</c:v>
                </c:pt>
                <c:pt idx="404">
                  <c:v>45565</c:v>
                </c:pt>
                <c:pt idx="405">
                  <c:v>45596</c:v>
                </c:pt>
                <c:pt idx="406">
                  <c:v>45626</c:v>
                </c:pt>
                <c:pt idx="407">
                  <c:v>45657</c:v>
                </c:pt>
                <c:pt idx="408">
                  <c:v>45688</c:v>
                </c:pt>
                <c:pt idx="409">
                  <c:v>45716</c:v>
                </c:pt>
                <c:pt idx="410">
                  <c:v>45747</c:v>
                </c:pt>
                <c:pt idx="411">
                  <c:v>45777</c:v>
                </c:pt>
                <c:pt idx="412">
                  <c:v>45808</c:v>
                </c:pt>
                <c:pt idx="413">
                  <c:v>45838</c:v>
                </c:pt>
                <c:pt idx="414">
                  <c:v>45869</c:v>
                </c:pt>
                <c:pt idx="415">
                  <c:v>45900</c:v>
                </c:pt>
                <c:pt idx="416">
                  <c:v>45930</c:v>
                </c:pt>
                <c:pt idx="417">
                  <c:v>45961</c:v>
                </c:pt>
                <c:pt idx="418">
                  <c:v>45991</c:v>
                </c:pt>
                <c:pt idx="419">
                  <c:v>46022</c:v>
                </c:pt>
              </c:numCache>
            </c:numRef>
          </c:cat>
          <c:val>
            <c:numRef>
              <c:f>Sheet1!$C$2:$C$421</c:f>
              <c:numCache>
                <c:formatCode>General</c:formatCode>
                <c:ptCount val="420"/>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pt idx="81">
                  <c:v>0.1</c:v>
                </c:pt>
                <c:pt idx="82">
                  <c:v>0.1</c:v>
                </c:pt>
                <c:pt idx="83">
                  <c:v>0.1</c:v>
                </c:pt>
                <c:pt idx="84">
                  <c:v>0.1</c:v>
                </c:pt>
                <c:pt idx="85">
                  <c:v>0.1</c:v>
                </c:pt>
                <c:pt idx="86">
                  <c:v>0.1</c:v>
                </c:pt>
                <c:pt idx="87">
                  <c:v>0.1</c:v>
                </c:pt>
                <c:pt idx="88">
                  <c:v>0.1</c:v>
                </c:pt>
                <c:pt idx="89">
                  <c:v>0.1</c:v>
                </c:pt>
                <c:pt idx="90">
                  <c:v>0.1</c:v>
                </c:pt>
                <c:pt idx="91">
                  <c:v>0.1</c:v>
                </c:pt>
                <c:pt idx="92">
                  <c:v>0.1</c:v>
                </c:pt>
                <c:pt idx="93">
                  <c:v>0.1</c:v>
                </c:pt>
                <c:pt idx="94">
                  <c:v>0.1</c:v>
                </c:pt>
                <c:pt idx="95">
                  <c:v>0.1</c:v>
                </c:pt>
                <c:pt idx="96">
                  <c:v>0.1</c:v>
                </c:pt>
                <c:pt idx="97">
                  <c:v>0.1</c:v>
                </c:pt>
                <c:pt idx="98">
                  <c:v>0.1</c:v>
                </c:pt>
                <c:pt idx="99">
                  <c:v>0.1</c:v>
                </c:pt>
                <c:pt idx="100">
                  <c:v>0.1</c:v>
                </c:pt>
                <c:pt idx="101">
                  <c:v>0.1</c:v>
                </c:pt>
                <c:pt idx="102">
                  <c:v>0.1</c:v>
                </c:pt>
                <c:pt idx="103">
                  <c:v>0.1</c:v>
                </c:pt>
                <c:pt idx="104">
                  <c:v>0.1</c:v>
                </c:pt>
                <c:pt idx="105">
                  <c:v>0.1</c:v>
                </c:pt>
                <c:pt idx="106">
                  <c:v>0.1</c:v>
                </c:pt>
                <c:pt idx="107">
                  <c:v>0.1</c:v>
                </c:pt>
                <c:pt idx="108">
                  <c:v>0.1</c:v>
                </c:pt>
                <c:pt idx="109">
                  <c:v>0.1</c:v>
                </c:pt>
                <c:pt idx="110">
                  <c:v>0.1</c:v>
                </c:pt>
                <c:pt idx="111">
                  <c:v>0.1</c:v>
                </c:pt>
                <c:pt idx="112">
                  <c:v>0.1</c:v>
                </c:pt>
                <c:pt idx="113">
                  <c:v>0.1</c:v>
                </c:pt>
                <c:pt idx="114">
                  <c:v>0.1</c:v>
                </c:pt>
                <c:pt idx="115">
                  <c:v>0.1</c:v>
                </c:pt>
                <c:pt idx="116">
                  <c:v>0.1</c:v>
                </c:pt>
                <c:pt idx="117">
                  <c:v>0.1</c:v>
                </c:pt>
                <c:pt idx="118">
                  <c:v>0.1</c:v>
                </c:pt>
                <c:pt idx="119">
                  <c:v>0.1</c:v>
                </c:pt>
                <c:pt idx="120">
                  <c:v>0.1</c:v>
                </c:pt>
                <c:pt idx="121">
                  <c:v>0.1</c:v>
                </c:pt>
                <c:pt idx="122">
                  <c:v>0.1</c:v>
                </c:pt>
                <c:pt idx="123">
                  <c:v>0.1</c:v>
                </c:pt>
                <c:pt idx="124">
                  <c:v>0.1</c:v>
                </c:pt>
                <c:pt idx="125">
                  <c:v>0.1</c:v>
                </c:pt>
                <c:pt idx="126">
                  <c:v>0.1</c:v>
                </c:pt>
                <c:pt idx="127">
                  <c:v>0.1</c:v>
                </c:pt>
                <c:pt idx="128">
                  <c:v>0.1</c:v>
                </c:pt>
                <c:pt idx="129">
                  <c:v>0.1</c:v>
                </c:pt>
                <c:pt idx="130">
                  <c:v>0.1</c:v>
                </c:pt>
                <c:pt idx="131">
                  <c:v>0.1</c:v>
                </c:pt>
                <c:pt idx="132">
                  <c:v>0.1</c:v>
                </c:pt>
                <c:pt idx="133">
                  <c:v>0.1</c:v>
                </c:pt>
                <c:pt idx="134">
                  <c:v>0.1</c:v>
                </c:pt>
                <c:pt idx="135">
                  <c:v>0.1</c:v>
                </c:pt>
                <c:pt idx="136">
                  <c:v>0.1</c:v>
                </c:pt>
                <c:pt idx="137">
                  <c:v>0.1</c:v>
                </c:pt>
                <c:pt idx="138">
                  <c:v>0.1</c:v>
                </c:pt>
                <c:pt idx="139">
                  <c:v>0.1</c:v>
                </c:pt>
                <c:pt idx="140">
                  <c:v>0.1</c:v>
                </c:pt>
                <c:pt idx="141">
                  <c:v>0.1</c:v>
                </c:pt>
                <c:pt idx="142">
                  <c:v>0.1</c:v>
                </c:pt>
                <c:pt idx="143">
                  <c:v>0.1</c:v>
                </c:pt>
                <c:pt idx="144">
                  <c:v>0.1</c:v>
                </c:pt>
                <c:pt idx="145">
                  <c:v>0.1</c:v>
                </c:pt>
                <c:pt idx="146">
                  <c:v>0.1</c:v>
                </c:pt>
                <c:pt idx="147">
                  <c:v>0.1</c:v>
                </c:pt>
                <c:pt idx="148">
                  <c:v>0.1</c:v>
                </c:pt>
                <c:pt idx="149">
                  <c:v>0.1</c:v>
                </c:pt>
                <c:pt idx="150">
                  <c:v>0.1</c:v>
                </c:pt>
                <c:pt idx="151">
                  <c:v>0.1</c:v>
                </c:pt>
                <c:pt idx="152">
                  <c:v>0.1</c:v>
                </c:pt>
                <c:pt idx="153">
                  <c:v>0.1</c:v>
                </c:pt>
                <c:pt idx="154">
                  <c:v>0.1</c:v>
                </c:pt>
                <c:pt idx="155">
                  <c:v>0.1</c:v>
                </c:pt>
                <c:pt idx="156">
                  <c:v>0.1</c:v>
                </c:pt>
                <c:pt idx="157">
                  <c:v>0.1</c:v>
                </c:pt>
                <c:pt idx="158">
                  <c:v>0.1</c:v>
                </c:pt>
                <c:pt idx="159">
                  <c:v>0.1</c:v>
                </c:pt>
                <c:pt idx="160">
                  <c:v>0.1</c:v>
                </c:pt>
                <c:pt idx="161">
                  <c:v>0.1</c:v>
                </c:pt>
                <c:pt idx="162">
                  <c:v>0.1</c:v>
                </c:pt>
                <c:pt idx="163">
                  <c:v>0.1</c:v>
                </c:pt>
                <c:pt idx="164">
                  <c:v>0.1</c:v>
                </c:pt>
                <c:pt idx="165">
                  <c:v>0.1</c:v>
                </c:pt>
                <c:pt idx="166">
                  <c:v>0.1</c:v>
                </c:pt>
                <c:pt idx="167">
                  <c:v>0.1</c:v>
                </c:pt>
                <c:pt idx="168">
                  <c:v>0.1</c:v>
                </c:pt>
                <c:pt idx="169">
                  <c:v>0.1</c:v>
                </c:pt>
                <c:pt idx="170">
                  <c:v>0.1</c:v>
                </c:pt>
                <c:pt idx="171">
                  <c:v>0.1</c:v>
                </c:pt>
                <c:pt idx="172">
                  <c:v>0.1</c:v>
                </c:pt>
                <c:pt idx="173">
                  <c:v>0.1</c:v>
                </c:pt>
                <c:pt idx="174">
                  <c:v>0.1</c:v>
                </c:pt>
                <c:pt idx="175">
                  <c:v>0.1</c:v>
                </c:pt>
                <c:pt idx="176">
                  <c:v>0.1</c:v>
                </c:pt>
                <c:pt idx="177">
                  <c:v>0.1</c:v>
                </c:pt>
                <c:pt idx="178">
                  <c:v>0.1</c:v>
                </c:pt>
                <c:pt idx="179">
                  <c:v>0.1</c:v>
                </c:pt>
                <c:pt idx="180">
                  <c:v>0.1</c:v>
                </c:pt>
                <c:pt idx="181">
                  <c:v>0.1</c:v>
                </c:pt>
                <c:pt idx="182">
                  <c:v>0.1</c:v>
                </c:pt>
                <c:pt idx="183">
                  <c:v>0.1</c:v>
                </c:pt>
                <c:pt idx="184">
                  <c:v>0.1</c:v>
                </c:pt>
                <c:pt idx="185">
                  <c:v>0.1</c:v>
                </c:pt>
                <c:pt idx="186">
                  <c:v>0.1</c:v>
                </c:pt>
                <c:pt idx="187">
                  <c:v>0.1</c:v>
                </c:pt>
                <c:pt idx="188">
                  <c:v>0.1</c:v>
                </c:pt>
                <c:pt idx="189">
                  <c:v>0.1</c:v>
                </c:pt>
                <c:pt idx="190">
                  <c:v>0.1</c:v>
                </c:pt>
                <c:pt idx="191">
                  <c:v>0.1</c:v>
                </c:pt>
                <c:pt idx="192">
                  <c:v>0.1</c:v>
                </c:pt>
                <c:pt idx="193">
                  <c:v>0.1</c:v>
                </c:pt>
                <c:pt idx="194">
                  <c:v>0.1</c:v>
                </c:pt>
                <c:pt idx="195">
                  <c:v>0.1</c:v>
                </c:pt>
                <c:pt idx="196">
                  <c:v>0.1</c:v>
                </c:pt>
                <c:pt idx="197">
                  <c:v>0.1</c:v>
                </c:pt>
                <c:pt idx="198">
                  <c:v>0.1</c:v>
                </c:pt>
                <c:pt idx="199">
                  <c:v>0.1</c:v>
                </c:pt>
                <c:pt idx="200">
                  <c:v>0.1</c:v>
                </c:pt>
                <c:pt idx="201">
                  <c:v>0.1</c:v>
                </c:pt>
                <c:pt idx="202">
                  <c:v>0.1</c:v>
                </c:pt>
                <c:pt idx="203">
                  <c:v>0.1</c:v>
                </c:pt>
                <c:pt idx="204">
                  <c:v>0.1</c:v>
                </c:pt>
                <c:pt idx="205">
                  <c:v>0.1</c:v>
                </c:pt>
                <c:pt idx="206">
                  <c:v>0.1</c:v>
                </c:pt>
                <c:pt idx="207">
                  <c:v>0.1</c:v>
                </c:pt>
                <c:pt idx="208">
                  <c:v>0.1</c:v>
                </c:pt>
                <c:pt idx="209">
                  <c:v>0.1</c:v>
                </c:pt>
                <c:pt idx="210">
                  <c:v>0.1</c:v>
                </c:pt>
                <c:pt idx="211">
                  <c:v>0.1</c:v>
                </c:pt>
                <c:pt idx="212">
                  <c:v>0.1</c:v>
                </c:pt>
                <c:pt idx="213">
                  <c:v>0.1</c:v>
                </c:pt>
                <c:pt idx="214">
                  <c:v>0.1</c:v>
                </c:pt>
                <c:pt idx="215">
                  <c:v>0.1</c:v>
                </c:pt>
                <c:pt idx="216">
                  <c:v>0.1</c:v>
                </c:pt>
                <c:pt idx="217">
                  <c:v>0.1</c:v>
                </c:pt>
                <c:pt idx="218">
                  <c:v>0.1</c:v>
                </c:pt>
                <c:pt idx="219">
                  <c:v>0.1</c:v>
                </c:pt>
                <c:pt idx="220">
                  <c:v>0.1</c:v>
                </c:pt>
                <c:pt idx="221">
                  <c:v>0.1</c:v>
                </c:pt>
                <c:pt idx="222">
                  <c:v>0.1</c:v>
                </c:pt>
                <c:pt idx="223">
                  <c:v>0.1</c:v>
                </c:pt>
                <c:pt idx="224">
                  <c:v>0.1</c:v>
                </c:pt>
                <c:pt idx="225">
                  <c:v>0.1</c:v>
                </c:pt>
                <c:pt idx="226">
                  <c:v>0.1</c:v>
                </c:pt>
                <c:pt idx="227">
                  <c:v>0.1</c:v>
                </c:pt>
                <c:pt idx="228">
                  <c:v>0.1</c:v>
                </c:pt>
                <c:pt idx="229">
                  <c:v>0.1</c:v>
                </c:pt>
                <c:pt idx="230">
                  <c:v>0.1</c:v>
                </c:pt>
                <c:pt idx="231">
                  <c:v>0.1</c:v>
                </c:pt>
                <c:pt idx="232">
                  <c:v>0.1</c:v>
                </c:pt>
                <c:pt idx="233">
                  <c:v>0.1</c:v>
                </c:pt>
                <c:pt idx="234">
                  <c:v>0.1</c:v>
                </c:pt>
                <c:pt idx="235">
                  <c:v>0.1</c:v>
                </c:pt>
                <c:pt idx="236">
                  <c:v>0.1</c:v>
                </c:pt>
                <c:pt idx="237">
                  <c:v>0.1</c:v>
                </c:pt>
                <c:pt idx="238">
                  <c:v>0.1</c:v>
                </c:pt>
                <c:pt idx="239">
                  <c:v>0.1</c:v>
                </c:pt>
                <c:pt idx="240">
                  <c:v>0.1</c:v>
                </c:pt>
                <c:pt idx="241">
                  <c:v>0.1</c:v>
                </c:pt>
                <c:pt idx="242">
                  <c:v>0.1</c:v>
                </c:pt>
                <c:pt idx="243">
                  <c:v>0.1</c:v>
                </c:pt>
                <c:pt idx="244">
                  <c:v>0.1</c:v>
                </c:pt>
                <c:pt idx="245">
                  <c:v>0.1</c:v>
                </c:pt>
                <c:pt idx="246">
                  <c:v>0.1</c:v>
                </c:pt>
                <c:pt idx="247">
                  <c:v>0.1</c:v>
                </c:pt>
                <c:pt idx="248">
                  <c:v>0.1</c:v>
                </c:pt>
                <c:pt idx="249">
                  <c:v>0.1</c:v>
                </c:pt>
                <c:pt idx="250">
                  <c:v>0.1</c:v>
                </c:pt>
                <c:pt idx="251">
                  <c:v>0.1</c:v>
                </c:pt>
                <c:pt idx="252">
                  <c:v>0.1</c:v>
                </c:pt>
                <c:pt idx="253">
                  <c:v>0.1</c:v>
                </c:pt>
                <c:pt idx="254">
                  <c:v>0.1</c:v>
                </c:pt>
                <c:pt idx="255">
                  <c:v>0.1</c:v>
                </c:pt>
                <c:pt idx="256">
                  <c:v>0.1</c:v>
                </c:pt>
                <c:pt idx="257">
                  <c:v>0.1</c:v>
                </c:pt>
                <c:pt idx="258">
                  <c:v>0.1</c:v>
                </c:pt>
                <c:pt idx="259">
                  <c:v>0.1</c:v>
                </c:pt>
                <c:pt idx="260">
                  <c:v>0.1</c:v>
                </c:pt>
                <c:pt idx="261">
                  <c:v>0.1</c:v>
                </c:pt>
                <c:pt idx="262">
                  <c:v>0.1</c:v>
                </c:pt>
                <c:pt idx="263">
                  <c:v>0.1</c:v>
                </c:pt>
                <c:pt idx="264">
                  <c:v>0.1</c:v>
                </c:pt>
                <c:pt idx="265">
                  <c:v>0.1</c:v>
                </c:pt>
                <c:pt idx="266">
                  <c:v>0.1</c:v>
                </c:pt>
                <c:pt idx="267">
                  <c:v>0.1</c:v>
                </c:pt>
                <c:pt idx="268">
                  <c:v>0.1</c:v>
                </c:pt>
                <c:pt idx="269">
                  <c:v>0.1</c:v>
                </c:pt>
                <c:pt idx="270">
                  <c:v>0.1</c:v>
                </c:pt>
                <c:pt idx="271">
                  <c:v>0.1</c:v>
                </c:pt>
                <c:pt idx="272">
                  <c:v>0.1</c:v>
                </c:pt>
                <c:pt idx="273">
                  <c:v>0.1</c:v>
                </c:pt>
                <c:pt idx="274">
                  <c:v>0.1</c:v>
                </c:pt>
                <c:pt idx="275">
                  <c:v>0.1</c:v>
                </c:pt>
                <c:pt idx="276">
                  <c:v>0.1</c:v>
                </c:pt>
                <c:pt idx="277">
                  <c:v>0.1</c:v>
                </c:pt>
                <c:pt idx="278">
                  <c:v>0.1</c:v>
                </c:pt>
                <c:pt idx="279">
                  <c:v>0.1</c:v>
                </c:pt>
                <c:pt idx="280">
                  <c:v>0.1</c:v>
                </c:pt>
                <c:pt idx="281">
                  <c:v>0.1</c:v>
                </c:pt>
                <c:pt idx="282">
                  <c:v>0.1</c:v>
                </c:pt>
                <c:pt idx="283">
                  <c:v>0.1</c:v>
                </c:pt>
                <c:pt idx="284">
                  <c:v>0.1</c:v>
                </c:pt>
                <c:pt idx="285">
                  <c:v>0.1</c:v>
                </c:pt>
                <c:pt idx="286">
                  <c:v>0.1</c:v>
                </c:pt>
                <c:pt idx="287">
                  <c:v>0.1</c:v>
                </c:pt>
                <c:pt idx="288">
                  <c:v>0.1</c:v>
                </c:pt>
                <c:pt idx="289">
                  <c:v>0.1</c:v>
                </c:pt>
                <c:pt idx="290">
                  <c:v>0.1</c:v>
                </c:pt>
                <c:pt idx="291">
                  <c:v>0.1</c:v>
                </c:pt>
                <c:pt idx="292">
                  <c:v>0.1</c:v>
                </c:pt>
                <c:pt idx="293">
                  <c:v>0.1</c:v>
                </c:pt>
                <c:pt idx="294">
                  <c:v>0.1</c:v>
                </c:pt>
                <c:pt idx="295">
                  <c:v>0.1</c:v>
                </c:pt>
                <c:pt idx="296">
                  <c:v>0.1</c:v>
                </c:pt>
                <c:pt idx="297">
                  <c:v>0.1</c:v>
                </c:pt>
                <c:pt idx="298">
                  <c:v>0.1</c:v>
                </c:pt>
                <c:pt idx="299">
                  <c:v>0.1</c:v>
                </c:pt>
                <c:pt idx="300">
                  <c:v>0.1</c:v>
                </c:pt>
                <c:pt idx="301">
                  <c:v>0.1</c:v>
                </c:pt>
                <c:pt idx="302">
                  <c:v>0.1</c:v>
                </c:pt>
                <c:pt idx="303">
                  <c:v>0.1</c:v>
                </c:pt>
                <c:pt idx="304">
                  <c:v>0.1</c:v>
                </c:pt>
                <c:pt idx="305">
                  <c:v>0.1</c:v>
                </c:pt>
                <c:pt idx="306">
                  <c:v>0.1</c:v>
                </c:pt>
                <c:pt idx="307">
                  <c:v>0.1</c:v>
                </c:pt>
                <c:pt idx="308">
                  <c:v>0.1</c:v>
                </c:pt>
                <c:pt idx="309">
                  <c:v>0.1</c:v>
                </c:pt>
                <c:pt idx="310">
                  <c:v>0.1</c:v>
                </c:pt>
                <c:pt idx="311">
                  <c:v>0.1</c:v>
                </c:pt>
                <c:pt idx="312">
                  <c:v>0.1</c:v>
                </c:pt>
                <c:pt idx="313">
                  <c:v>0.1</c:v>
                </c:pt>
                <c:pt idx="314">
                  <c:v>0.1</c:v>
                </c:pt>
                <c:pt idx="315">
                  <c:v>0.1</c:v>
                </c:pt>
                <c:pt idx="316">
                  <c:v>0.1</c:v>
                </c:pt>
                <c:pt idx="317">
                  <c:v>0.1</c:v>
                </c:pt>
                <c:pt idx="318">
                  <c:v>0.1</c:v>
                </c:pt>
                <c:pt idx="319">
                  <c:v>0.1</c:v>
                </c:pt>
                <c:pt idx="320">
                  <c:v>0.1</c:v>
                </c:pt>
                <c:pt idx="321">
                  <c:v>0.1</c:v>
                </c:pt>
                <c:pt idx="322">
                  <c:v>0.1</c:v>
                </c:pt>
                <c:pt idx="323">
                  <c:v>0.1</c:v>
                </c:pt>
                <c:pt idx="324">
                  <c:v>0.1</c:v>
                </c:pt>
                <c:pt idx="325">
                  <c:v>0.1</c:v>
                </c:pt>
                <c:pt idx="326">
                  <c:v>0.1</c:v>
                </c:pt>
                <c:pt idx="327">
                  <c:v>0.1</c:v>
                </c:pt>
                <c:pt idx="328">
                  <c:v>0.1</c:v>
                </c:pt>
                <c:pt idx="329">
                  <c:v>0.1</c:v>
                </c:pt>
                <c:pt idx="330">
                  <c:v>0.1</c:v>
                </c:pt>
                <c:pt idx="331">
                  <c:v>0.1</c:v>
                </c:pt>
                <c:pt idx="332">
                  <c:v>0.1</c:v>
                </c:pt>
                <c:pt idx="333">
                  <c:v>0.1</c:v>
                </c:pt>
                <c:pt idx="334">
                  <c:v>0.1</c:v>
                </c:pt>
                <c:pt idx="335">
                  <c:v>0.1</c:v>
                </c:pt>
                <c:pt idx="336">
                  <c:v>0.1</c:v>
                </c:pt>
                <c:pt idx="337">
                  <c:v>0.1</c:v>
                </c:pt>
                <c:pt idx="338">
                  <c:v>0.1</c:v>
                </c:pt>
                <c:pt idx="339">
                  <c:v>0.1</c:v>
                </c:pt>
                <c:pt idx="340">
                  <c:v>0.1</c:v>
                </c:pt>
                <c:pt idx="341">
                  <c:v>0.1</c:v>
                </c:pt>
                <c:pt idx="342">
                  <c:v>0.1</c:v>
                </c:pt>
                <c:pt idx="343">
                  <c:v>0.1</c:v>
                </c:pt>
                <c:pt idx="344">
                  <c:v>0.1</c:v>
                </c:pt>
                <c:pt idx="345">
                  <c:v>0.1</c:v>
                </c:pt>
                <c:pt idx="346">
                  <c:v>0.1</c:v>
                </c:pt>
                <c:pt idx="347">
                  <c:v>0.1</c:v>
                </c:pt>
                <c:pt idx="348">
                  <c:v>0.1</c:v>
                </c:pt>
                <c:pt idx="349">
                  <c:v>0.1</c:v>
                </c:pt>
                <c:pt idx="350">
                  <c:v>0.1</c:v>
                </c:pt>
                <c:pt idx="351">
                  <c:v>0.1</c:v>
                </c:pt>
                <c:pt idx="352">
                  <c:v>0.1</c:v>
                </c:pt>
                <c:pt idx="353">
                  <c:v>0.1</c:v>
                </c:pt>
                <c:pt idx="354">
                  <c:v>0.1</c:v>
                </c:pt>
                <c:pt idx="355">
                  <c:v>0.1</c:v>
                </c:pt>
                <c:pt idx="356">
                  <c:v>0.1</c:v>
                </c:pt>
                <c:pt idx="357">
                  <c:v>0.1</c:v>
                </c:pt>
                <c:pt idx="358">
                  <c:v>0.1</c:v>
                </c:pt>
                <c:pt idx="359">
                  <c:v>0.1</c:v>
                </c:pt>
                <c:pt idx="360">
                  <c:v>0.1</c:v>
                </c:pt>
                <c:pt idx="361">
                  <c:v>0.1</c:v>
                </c:pt>
                <c:pt idx="362">
                  <c:v>0.1</c:v>
                </c:pt>
                <c:pt idx="363">
                  <c:v>0.1</c:v>
                </c:pt>
                <c:pt idx="364">
                  <c:v>0.1</c:v>
                </c:pt>
                <c:pt idx="365">
                  <c:v>0.1</c:v>
                </c:pt>
                <c:pt idx="366">
                  <c:v>0.1</c:v>
                </c:pt>
                <c:pt idx="367">
                  <c:v>0.1</c:v>
                </c:pt>
                <c:pt idx="368">
                  <c:v>0.1</c:v>
                </c:pt>
                <c:pt idx="369">
                  <c:v>0.1</c:v>
                </c:pt>
                <c:pt idx="370">
                  <c:v>0.1</c:v>
                </c:pt>
                <c:pt idx="371">
                  <c:v>0.1</c:v>
                </c:pt>
                <c:pt idx="372">
                  <c:v>0.1</c:v>
                </c:pt>
                <c:pt idx="373">
                  <c:v>0.1</c:v>
                </c:pt>
                <c:pt idx="374">
                  <c:v>0.1</c:v>
                </c:pt>
                <c:pt idx="375">
                  <c:v>0.1</c:v>
                </c:pt>
                <c:pt idx="376">
                  <c:v>0.1</c:v>
                </c:pt>
                <c:pt idx="377">
                  <c:v>0.1</c:v>
                </c:pt>
                <c:pt idx="378">
                  <c:v>0.1</c:v>
                </c:pt>
                <c:pt idx="379">
                  <c:v>0.1</c:v>
                </c:pt>
                <c:pt idx="380">
                  <c:v>0.1</c:v>
                </c:pt>
                <c:pt idx="381">
                  <c:v>0.1</c:v>
                </c:pt>
                <c:pt idx="382">
                  <c:v>0.1</c:v>
                </c:pt>
                <c:pt idx="383">
                  <c:v>0.1</c:v>
                </c:pt>
                <c:pt idx="384">
                  <c:v>0.1</c:v>
                </c:pt>
                <c:pt idx="385">
                  <c:v>0.1</c:v>
                </c:pt>
                <c:pt idx="386">
                  <c:v>0.1</c:v>
                </c:pt>
                <c:pt idx="387">
                  <c:v>0.1</c:v>
                </c:pt>
                <c:pt idx="388">
                  <c:v>0.1</c:v>
                </c:pt>
                <c:pt idx="389">
                  <c:v>0.1</c:v>
                </c:pt>
                <c:pt idx="390">
                  <c:v>0.1</c:v>
                </c:pt>
                <c:pt idx="391">
                  <c:v>0.1</c:v>
                </c:pt>
                <c:pt idx="392">
                  <c:v>0.1</c:v>
                </c:pt>
                <c:pt idx="393">
                  <c:v>0.1</c:v>
                </c:pt>
                <c:pt idx="394">
                  <c:v>0.1</c:v>
                </c:pt>
                <c:pt idx="395">
                  <c:v>0.1</c:v>
                </c:pt>
                <c:pt idx="396">
                  <c:v>0.1</c:v>
                </c:pt>
                <c:pt idx="397">
                  <c:v>0.1</c:v>
                </c:pt>
                <c:pt idx="398">
                  <c:v>0.1</c:v>
                </c:pt>
                <c:pt idx="399">
                  <c:v>0.1</c:v>
                </c:pt>
                <c:pt idx="400">
                  <c:v>0.1</c:v>
                </c:pt>
                <c:pt idx="401">
                  <c:v>0.1</c:v>
                </c:pt>
                <c:pt idx="402">
                  <c:v>0.1</c:v>
                </c:pt>
                <c:pt idx="403">
                  <c:v>0.1</c:v>
                </c:pt>
                <c:pt idx="404">
                  <c:v>0.1</c:v>
                </c:pt>
                <c:pt idx="405">
                  <c:v>0.1</c:v>
                </c:pt>
                <c:pt idx="406">
                  <c:v>0.1</c:v>
                </c:pt>
                <c:pt idx="407">
                  <c:v>0.1</c:v>
                </c:pt>
                <c:pt idx="408">
                  <c:v>0.1</c:v>
                </c:pt>
                <c:pt idx="409">
                  <c:v>0.1</c:v>
                </c:pt>
                <c:pt idx="410">
                  <c:v>0.1</c:v>
                </c:pt>
                <c:pt idx="411">
                  <c:v>0.1</c:v>
                </c:pt>
                <c:pt idx="412">
                  <c:v>0.1</c:v>
                </c:pt>
                <c:pt idx="413">
                  <c:v>0.1</c:v>
                </c:pt>
                <c:pt idx="414">
                  <c:v>0.1</c:v>
                </c:pt>
                <c:pt idx="415">
                  <c:v>0.1</c:v>
                </c:pt>
                <c:pt idx="416">
                  <c:v>0.1</c:v>
                </c:pt>
                <c:pt idx="417">
                  <c:v>0.1</c:v>
                </c:pt>
                <c:pt idx="418">
                  <c:v>0.1</c:v>
                </c:pt>
                <c:pt idx="419">
                  <c:v>0.1</c:v>
                </c:pt>
              </c:numCache>
            </c:numRef>
          </c:val>
          <c:smooth val="0"/>
          <c:extLst>
            <c:ext xmlns:c16="http://schemas.microsoft.com/office/drawing/2014/chart" uri="{C3380CC4-5D6E-409C-BE32-E72D297353CC}">
              <c16:uniqueId val="{00000002-40E5-4E4F-9EAE-47E2F4B348B4}"/>
            </c:ext>
          </c:extLst>
        </c:ser>
        <c:dLbls>
          <c:showLegendKey val="0"/>
          <c:showVal val="0"/>
          <c:showCatName val="0"/>
          <c:showSerName val="0"/>
          <c:showPercent val="0"/>
          <c:showBubbleSize val="0"/>
        </c:dLbls>
        <c:marker val="1"/>
        <c:smooth val="0"/>
        <c:axId val="-2068027336"/>
        <c:axId val="-2113994440"/>
      </c:lineChart>
      <c:dateAx>
        <c:axId val="-2068027336"/>
        <c:scaling>
          <c:orientation val="minMax"/>
        </c:scaling>
        <c:delete val="0"/>
        <c:axPos val="b"/>
        <c:numFmt formatCode="yyyy" sourceLinked="0"/>
        <c:majorTickMark val="out"/>
        <c:minorTickMark val="none"/>
        <c:tickLblPos val="low"/>
        <c:spPr>
          <a:ln>
            <a:solidFill>
              <a:srgbClr val="C9C8C7"/>
            </a:solidFill>
          </a:ln>
        </c:spPr>
        <c:txPr>
          <a:bodyPr/>
          <a:lstStyle/>
          <a:p>
            <a:pPr>
              <a:defRPr sz="1100"/>
            </a:pPr>
            <a:endParaRPr lang="en-US"/>
          </a:p>
        </c:txPr>
        <c:crossAx val="-2113994440"/>
        <c:crosses val="autoZero"/>
        <c:auto val="1"/>
        <c:lblOffset val="100"/>
        <c:baseTimeUnit val="months"/>
        <c:majorUnit val="5"/>
        <c:majorTimeUnit val="years"/>
      </c:dateAx>
      <c:valAx>
        <c:axId val="-2113994440"/>
        <c:scaling>
          <c:orientation val="minMax"/>
          <c:max val="0.5"/>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endParaRPr lang="en-US"/>
          </a:p>
        </c:txPr>
        <c:crossAx val="-2068027336"/>
        <c:crosses val="autoZero"/>
        <c:crossBetween val="between"/>
      </c:valAx>
    </c:plotArea>
    <c:legend>
      <c:legendPos val="t"/>
      <c:overlay val="0"/>
      <c:txPr>
        <a:bodyPr/>
        <a:lstStyle/>
        <a:p>
          <a:pPr>
            <a:defRPr sz="1400">
              <a:solidFill>
                <a:srgbClr val="545759"/>
              </a:solidFill>
            </a:defRPr>
          </a:pPr>
          <a:endParaRPr lang="en-US"/>
        </a:p>
      </c:txPr>
    </c:legend>
    <c:plotVisOnly val="1"/>
    <c:dispBlanksAs val="gap"/>
    <c:showDLblsOverMax val="1"/>
  </c:chart>
  <c:txPr>
    <a:bodyPr/>
    <a:lstStyle/>
    <a:p>
      <a:pPr>
        <a:defRPr sz="1100">
          <a:solidFill>
            <a:srgbClr val="545759"/>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2781E1-E7C6-4A49-9D67-2D42C6274E9E}" type="datetimeFigureOut">
              <a:rPr lang="en-GB" smtClean="0"/>
              <a:t>21/10/2026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9C831-25D6-44EC-814F-AB09CD1A7512}" type="slidenum">
              <a:rPr lang="en-GB" smtClean="0"/>
              <a:t>‹#›</a:t>
            </a:fld>
            <a:endParaRPr lang="en-GB" dirty="0"/>
          </a:p>
        </p:txBody>
      </p:sp>
    </p:spTree>
    <p:extLst>
      <p:ext uri="{BB962C8B-B14F-4D97-AF65-F5344CB8AC3E}">
        <p14:creationId xmlns:p14="http://schemas.microsoft.com/office/powerpoint/2010/main" val="2088209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9C831-25D6-44EC-814F-AB09CD1A7512}" type="slidenum">
              <a:rPr lang="en-GB" smtClean="0"/>
              <a:t>1</a:t>
            </a:fld>
            <a:endParaRPr lang="en-GB" dirty="0"/>
          </a:p>
        </p:txBody>
      </p:sp>
    </p:spTree>
    <p:extLst>
      <p:ext uri="{BB962C8B-B14F-4D97-AF65-F5344CB8AC3E}">
        <p14:creationId xmlns:p14="http://schemas.microsoft.com/office/powerpoint/2010/main" val="758297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9C831-25D6-44EC-814F-AB09CD1A7512}" type="slidenum">
              <a:rPr lang="en-GB" smtClean="0"/>
              <a:t>2</a:t>
            </a:fld>
            <a:endParaRPr lang="en-GB" dirty="0"/>
          </a:p>
        </p:txBody>
      </p:sp>
    </p:spTree>
    <p:extLst>
      <p:ext uri="{BB962C8B-B14F-4D97-AF65-F5344CB8AC3E}">
        <p14:creationId xmlns:p14="http://schemas.microsoft.com/office/powerpoint/2010/main" val="3961508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the first part of our analysis, we set a baseline: a normal distribution with the historical mean and volatility of total return. Over 1928–2026, the normal gives a 9.0% chance that a three-month window ends down 10% or more (about 106 of 1,182 windows). In fact, 6.9% did, 81 windows, so over the full sample the normal overstates losses. That’s because of the Great Depression, a period of very high volatility, which pushes the full-sample volatility up. If we leave it out and look at the period since 1976, the picture reverses: the normal gives only a 3.1% chance, about 19 of 606 windows, against the 4.5%, or 27 windows, that actually happened. Since 1976, losses came about one and a half times as often as the normal allows, because real returns have fatter tails than a normal curve.</a:t>
            </a:r>
          </a:p>
          <a:p>
            <a:endParaRPr lang="en-US" dirty="0"/>
          </a:p>
          <a:p>
            <a:endParaRPr lang="en-US" dirty="0"/>
          </a:p>
          <a:p>
            <a:r>
              <a:rPr lang="en-US" dirty="0"/>
              <a:t>----</a:t>
            </a:r>
          </a:p>
          <a:p>
            <a:r>
              <a:rPr dirty="0"/>
              <a:t>Why the normal overpredicts over 1928–2026 but underpredicts since 1976. The Depression era, 1928–1945, had about 35% volatility a year, with swings both ways (three-month returns from −45% to +93%). It pulls the full-sample volatility up to 19.9%, so the normal expects more 10% losses (9.0%) than happened (6.9%). Outside it, volatility is about 14–15% a year and the normal underpredicts in every period (1946–1975: 3.1% against 4.4%; since 1976: 3.1% against 4.5%), because real returns have fatter tails than a normal curve: crashes such as 1987, 2008 and 2020 come more often than it allows. 1973–74 adds only 5 of the 81 windows.</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chart shows what actually happened: every rolling three-month window since 1928, with the −10% line. 81 windows ended below it, and they’re far from evenly spread. Almost half, 38, are in the Depression era, 1928 to 1945, which is why the full-sample normal overstates losses. From 1991 to 2025, the period we test our models on, 21 windows ended down 10% or more. The windows overlap, so those 21 come from 12 separate episodes: the dot-com bust, the financial crisis, COVID, and the 2022 sell-off among them. That’s 21 of 420 month-ends, a 5% base rate: one month in twenty. That’s the bar every model has to beat.</a:t>
            </a:r>
          </a:p>
          <a:p>
            <a:endParaRPr lang="en-US" dirty="0"/>
          </a:p>
          <a:p>
            <a:r>
              <a:rPr lang="en-US" dirty="0"/>
              <a:t>-- </a:t>
            </a:r>
            <a:r>
              <a:rPr lang="en-US" dirty="0" err="1"/>
              <a:t>QnA</a:t>
            </a:r>
            <a:endParaRPr lang="en-US" dirty="0"/>
          </a:p>
          <a:p>
            <a:endParaRPr lang="en-US" dirty="0"/>
          </a:p>
          <a:p>
            <a:r>
              <a:rPr lang="en-US" dirty="0"/>
              <a:t>Backup: the full-sample normal expects 38 losses in the test window, but only because it includes the Depression. A normal fitted to 1991–2025 alone expects about 12, so about 1.7 times as many losses happened as it allows.</a:t>
            </a:r>
          </a:p>
          <a:p>
            <a:pPr rtl="0"/>
            <a:r>
              <a:rPr lang="en-US" dirty="0"/>
              <a:t>- 21 loss windows start in: 1998, 2000–02, the dot-com bust, 2007–08, the financial crisis, 2010, 2011, 2018, December 2019, which runs into COVID, 2022</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1991–2025, </a:t>
            </a:r>
            <a:r>
              <a:rPr lang="en-US" b="1" dirty="0"/>
              <a:t>11.5% historical mean and 14.3% historical volatility a year</a:t>
            </a:r>
            <a:r>
              <a:rPr lang="en-US" dirty="0"/>
              <a:t>.</a:t>
            </a:r>
          </a:p>
          <a:p>
            <a:endParaRPr lang="en-US" dirty="0"/>
          </a:p>
          <a:p>
            <a:r>
              <a:rPr dirty="0"/>
              <a:t>The 1991–2025 test window has 420 month-ends, and 21 of them (5.0%) were followed by a 10% loss. The full-sample normal (9.0% a window) expects 38 there, so over the test window it overpredicts, as over 1928–2026. But a normal fitted to 1991–2025 alone (11.5% mean, 14.3% volatility a year) gives 2.9% a window and expects only 12, so about 1.7 times as many losses happened as it allows: the same fat tails as since 1976, on the period we test 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two predictors ourselves. The absorption ratio asks whether all industries are moving as one: that is fragility, and it tends to show before a fall, though with many false alarms (no spike before losses that began in calm markets, such as Dec 2019 and Mar 2022). GARCH measures how rough the market is getting, so it sees a crisis once it has started. Correlation 0.27 (absorption-ratio shift against GARCH volatility, monthly to 2025, as on the next slide), against 0.78 between GARCH and trailing volatility. Payoff: the absorption-ratio shift is in RBP's top two almost everywhere.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showed two predictors that barely overlap (absorption ratio and GARCH, 0.26). Here is the same check for all thirteen. Most pairs are weakly related: 60 of 78 below 0.3, median 0.16. The few strong pairs are expected: the economy shows up in both industrial production and unemployment, and GARCH and trailing volatility measure the same thing two ways. So each predictor brings something the others do not, and every method gets the same thirteen.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Logit: only 3 of 13 predictors significant (inflation t = 3.0, CAPE 2.3, past return -2.0); volatility is not (-1.0). Penalized logit: L2 penalty chosen on 1961-1990, trained from 1930; ranking by permutation importance, full sample 1930-2026. Plain logit: 72 warnings, 1.4% right. Inflation is the thread: every model puts it in its top two.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credit joins inflation; volatility drops to the bottom. Boosting: valuation past a level is the clearest zone. Rankings by permutation importance, fitted on 1930-2026 (in sample). Settings for both chosen on 1961-1990.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share of losses preceded by a warning first (Kritzman's row), then true positives against the 5% base rate. At best a third of the 21 losses had a warning (boosting, 7). The logit's and the network's warnings were right less often than the base rate. The normal warns almost every month: 86% of losses, but right 6% of the time. Handover to Flynn: none of these warns before more than a third of the losses, because each learns one rule; RBP looks up the past months most like today.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9C831-25D6-44EC-814F-AB09CD1A7512}" type="slidenum">
              <a:rPr lang="en-GB" smtClean="0"/>
              <a:t>25</a:t>
            </a:fld>
            <a:endParaRPr lang="en-GB" dirty="0"/>
          </a:p>
        </p:txBody>
      </p:sp>
    </p:spTree>
    <p:extLst>
      <p:ext uri="{BB962C8B-B14F-4D97-AF65-F5344CB8AC3E}">
        <p14:creationId xmlns:p14="http://schemas.microsoft.com/office/powerpoint/2010/main" val="4148501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emf"/><Relationship Id="rId3"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 Id="rId3" Type="http://schemas.openxmlformats.org/officeDocument/2006/relationships/image" Target="../media/image13.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emf"/><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sv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2A61CD0-B138-1043-27D1-632003B59B1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sp>
        <p:nvSpPr>
          <p:cNvPr id="7" name="Rectangle 6">
            <a:extLst>
              <a:ext uri="{FF2B5EF4-FFF2-40B4-BE49-F238E27FC236}">
                <a16:creationId xmlns:a16="http://schemas.microsoft.com/office/drawing/2014/main" id="{89ADAE2A-CB2A-E72F-9C7D-D8D7F626C077}"/>
              </a:ext>
            </a:extLst>
          </p:cNvPr>
          <p:cNvSpPr/>
          <p:nvPr userDrawn="1"/>
        </p:nvSpPr>
        <p:spPr>
          <a:xfrm>
            <a:off x="0" y="0"/>
            <a:ext cx="89789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0D4913-F329-4D65-645B-D2932962997E}"/>
              </a:ext>
            </a:extLst>
          </p:cNvPr>
          <p:cNvSpPr>
            <a:spLocks noGrp="1"/>
          </p:cNvSpPr>
          <p:nvPr>
            <p:ph type="ctrTitle"/>
          </p:nvPr>
        </p:nvSpPr>
        <p:spPr>
          <a:xfrm>
            <a:off x="685800" y="1357313"/>
            <a:ext cx="5778499" cy="2387600"/>
          </a:xfrm>
        </p:spPr>
        <p:txBody>
          <a:bodyPr lIns="0" anchor="b">
            <a:normAutofit/>
          </a:bodyPr>
          <a:lstStyle>
            <a:lvl1pPr algn="l">
              <a:defRPr sz="4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195E623-2193-8E27-78A2-0971D65529E7}"/>
              </a:ext>
            </a:extLst>
          </p:cNvPr>
          <p:cNvSpPr>
            <a:spLocks noGrp="1"/>
          </p:cNvSpPr>
          <p:nvPr>
            <p:ph type="subTitle" idx="1"/>
          </p:nvPr>
        </p:nvSpPr>
        <p:spPr>
          <a:xfrm>
            <a:off x="685799" y="3946525"/>
            <a:ext cx="5778499" cy="1982787"/>
          </a:xfrm>
        </p:spPr>
        <p:txBody>
          <a:bodyPr lIns="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6" name="Group 15">
            <a:extLst>
              <a:ext uri="{FF2B5EF4-FFF2-40B4-BE49-F238E27FC236}">
                <a16:creationId xmlns:a16="http://schemas.microsoft.com/office/drawing/2014/main" id="{22A554BD-8CA8-4205-DCC4-56988352E882}"/>
              </a:ext>
            </a:extLst>
          </p:cNvPr>
          <p:cNvGrpSpPr/>
          <p:nvPr userDrawn="1"/>
        </p:nvGrpSpPr>
        <p:grpSpPr>
          <a:xfrm>
            <a:off x="7730083" y="-644486"/>
            <a:ext cx="1461294" cy="7639463"/>
            <a:chOff x="7691423" y="-603211"/>
            <a:chExt cx="1461294" cy="7639463"/>
          </a:xfrm>
        </p:grpSpPr>
        <p:sp>
          <p:nvSpPr>
            <p:cNvPr id="12" name="TextBox 11">
              <a:extLst>
                <a:ext uri="{FF2B5EF4-FFF2-40B4-BE49-F238E27FC236}">
                  <a16:creationId xmlns:a16="http://schemas.microsoft.com/office/drawing/2014/main" id="{6B25A6BD-9378-9505-D1F3-CD3C9CFF85D6}"/>
                </a:ext>
              </a:extLst>
            </p:cNvPr>
            <p:cNvSpPr txBox="1"/>
            <p:nvPr userDrawn="1"/>
          </p:nvSpPr>
          <p:spPr>
            <a:xfrm rot="16200000">
              <a:off x="4297424" y="2790788"/>
              <a:ext cx="7634383" cy="846386"/>
            </a:xfrm>
            <a:prstGeom prst="rect">
              <a:avLst/>
            </a:prstGeom>
            <a:noFill/>
          </p:spPr>
          <p:txBody>
            <a:bodyPr wrap="square" rtlCol="0">
              <a:spAutoFit/>
            </a:bodyPr>
            <a:lstStyle/>
            <a:p>
              <a:r>
                <a:rPr lang="en-US" sz="4900" b="0" i="0" dirty="0">
                  <a:solidFill>
                    <a:schemeClr val="accent5"/>
                  </a:solidFill>
                  <a:latin typeface="+mj-lt"/>
                </a:rPr>
                <a:t>MIT </a:t>
              </a:r>
              <a:r>
                <a:rPr lang="en-US" sz="4900" b="0" i="0" cap="all" baseline="0" dirty="0">
                  <a:solidFill>
                    <a:schemeClr val="accent5"/>
                  </a:solidFill>
                  <a:latin typeface="+mj-lt"/>
                </a:rPr>
                <a:t>SLOAN</a:t>
              </a:r>
              <a:r>
                <a:rPr lang="en-US" sz="4900" b="0" i="0" dirty="0">
                  <a:solidFill>
                    <a:schemeClr val="accent5"/>
                  </a:solidFill>
                  <a:latin typeface="+mj-lt"/>
                </a:rPr>
                <a:t> SCHOOL</a:t>
              </a:r>
            </a:p>
          </p:txBody>
        </p:sp>
        <p:sp>
          <p:nvSpPr>
            <p:cNvPr id="13" name="TextBox 12">
              <a:extLst>
                <a:ext uri="{FF2B5EF4-FFF2-40B4-BE49-F238E27FC236}">
                  <a16:creationId xmlns:a16="http://schemas.microsoft.com/office/drawing/2014/main" id="{86209969-3E83-BC9E-D2F6-E11D3CCC6FB7}"/>
                </a:ext>
              </a:extLst>
            </p:cNvPr>
            <p:cNvSpPr txBox="1"/>
            <p:nvPr userDrawn="1"/>
          </p:nvSpPr>
          <p:spPr>
            <a:xfrm rot="16200000">
              <a:off x="4912332" y="2795868"/>
              <a:ext cx="7634383" cy="846386"/>
            </a:xfrm>
            <a:prstGeom prst="rect">
              <a:avLst/>
            </a:prstGeom>
            <a:noFill/>
          </p:spPr>
          <p:txBody>
            <a:bodyPr wrap="square" rtlCol="0">
              <a:spAutoFit/>
            </a:bodyPr>
            <a:lstStyle/>
            <a:p>
              <a:r>
                <a:rPr lang="en-US" sz="4900" b="0" i="0" dirty="0">
                  <a:solidFill>
                    <a:schemeClr val="accent5"/>
                  </a:solidFill>
                  <a:latin typeface="+mj-lt"/>
                </a:rPr>
                <a:t>OF MANAGEMENT</a:t>
              </a:r>
            </a:p>
          </p:txBody>
        </p:sp>
      </p:grpSp>
      <p:grpSp>
        <p:nvGrpSpPr>
          <p:cNvPr id="4" name="Group 3">
            <a:extLst>
              <a:ext uri="{FF2B5EF4-FFF2-40B4-BE49-F238E27FC236}">
                <a16:creationId xmlns:a16="http://schemas.microsoft.com/office/drawing/2014/main" id="{6BEB7494-E12C-D294-4DD7-39A7DD1DB733}"/>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A12406A0-E1A7-7DAA-7AF8-A645B963CE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4635F40B-06C2-7C05-2D3C-33E425113DC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Rectangle 8">
            <a:extLst>
              <a:ext uri="{FF2B5EF4-FFF2-40B4-BE49-F238E27FC236}">
                <a16:creationId xmlns:a16="http://schemas.microsoft.com/office/drawing/2014/main" id="{8F6C6259-9F86-7D33-FE4A-34EE0B4C8D42}"/>
              </a:ext>
            </a:extLst>
          </p:cNvPr>
          <p:cNvSpPr/>
          <p:nvPr userDrawn="1"/>
        </p:nvSpPr>
        <p:spPr>
          <a:xfrm>
            <a:off x="8975226" y="0"/>
            <a:ext cx="28098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38D1214-C72A-FFE7-D988-73510431B3C0}"/>
              </a:ext>
            </a:extLst>
          </p:cNvPr>
          <p:cNvSpPr/>
          <p:nvPr userDrawn="1"/>
        </p:nvSpPr>
        <p:spPr>
          <a:xfrm flipV="1">
            <a:off x="0" y="-54033"/>
            <a:ext cx="12192000" cy="54033"/>
          </a:xfrm>
          <a:prstGeom prst="rect">
            <a:avLst/>
          </a:prstGeom>
          <a:solidFill>
            <a:srgbClr val="E6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E409124-932C-BCCF-1CC6-A6167E73034E}"/>
              </a:ext>
            </a:extLst>
          </p:cNvPr>
          <p:cNvSpPr/>
          <p:nvPr userDrawn="1"/>
        </p:nvSpPr>
        <p:spPr>
          <a:xfrm>
            <a:off x="0" y="6857999"/>
            <a:ext cx="12192000" cy="53341"/>
          </a:xfrm>
          <a:prstGeom prst="rect">
            <a:avLst/>
          </a:prstGeom>
          <a:solidFill>
            <a:srgbClr val="E7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0096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Re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2A61CD0-B138-1043-27D1-632003B59B1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sp>
        <p:nvSpPr>
          <p:cNvPr id="7" name="Rectangle 6">
            <a:extLst>
              <a:ext uri="{FF2B5EF4-FFF2-40B4-BE49-F238E27FC236}">
                <a16:creationId xmlns:a16="http://schemas.microsoft.com/office/drawing/2014/main" id="{89ADAE2A-CB2A-E72F-9C7D-D8D7F626C077}"/>
              </a:ext>
            </a:extLst>
          </p:cNvPr>
          <p:cNvSpPr/>
          <p:nvPr userDrawn="1"/>
        </p:nvSpPr>
        <p:spPr>
          <a:xfrm>
            <a:off x="0" y="0"/>
            <a:ext cx="8978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0D4913-F329-4D65-645B-D2932962997E}"/>
              </a:ext>
            </a:extLst>
          </p:cNvPr>
          <p:cNvSpPr>
            <a:spLocks noGrp="1"/>
          </p:cNvSpPr>
          <p:nvPr>
            <p:ph type="ctrTitle"/>
          </p:nvPr>
        </p:nvSpPr>
        <p:spPr>
          <a:xfrm>
            <a:off x="685800" y="1357313"/>
            <a:ext cx="5778499" cy="2387600"/>
          </a:xfrm>
        </p:spPr>
        <p:txBody>
          <a:bodyPr lIns="0" anchor="b">
            <a:normAutofit/>
          </a:bodyPr>
          <a:lstStyle>
            <a:lvl1pPr algn="l">
              <a:defRPr sz="4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195E623-2193-8E27-78A2-0971D65529E7}"/>
              </a:ext>
            </a:extLst>
          </p:cNvPr>
          <p:cNvSpPr>
            <a:spLocks noGrp="1"/>
          </p:cNvSpPr>
          <p:nvPr>
            <p:ph type="subTitle" idx="1"/>
          </p:nvPr>
        </p:nvSpPr>
        <p:spPr>
          <a:xfrm>
            <a:off x="685799" y="3946525"/>
            <a:ext cx="5778499" cy="1982787"/>
          </a:xfrm>
        </p:spPr>
        <p:txBody>
          <a:bodyPr lIns="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6" name="Group 15">
            <a:extLst>
              <a:ext uri="{FF2B5EF4-FFF2-40B4-BE49-F238E27FC236}">
                <a16:creationId xmlns:a16="http://schemas.microsoft.com/office/drawing/2014/main" id="{22A554BD-8CA8-4205-DCC4-56988352E882}"/>
              </a:ext>
            </a:extLst>
          </p:cNvPr>
          <p:cNvGrpSpPr/>
          <p:nvPr userDrawn="1"/>
        </p:nvGrpSpPr>
        <p:grpSpPr>
          <a:xfrm>
            <a:off x="7730083" y="-644486"/>
            <a:ext cx="1461294" cy="7639463"/>
            <a:chOff x="7691423" y="-603211"/>
            <a:chExt cx="1461294" cy="7639463"/>
          </a:xfrm>
        </p:grpSpPr>
        <p:sp>
          <p:nvSpPr>
            <p:cNvPr id="12" name="TextBox 11">
              <a:extLst>
                <a:ext uri="{FF2B5EF4-FFF2-40B4-BE49-F238E27FC236}">
                  <a16:creationId xmlns:a16="http://schemas.microsoft.com/office/drawing/2014/main" id="{6B25A6BD-9378-9505-D1F3-CD3C9CFF85D6}"/>
                </a:ext>
              </a:extLst>
            </p:cNvPr>
            <p:cNvSpPr txBox="1"/>
            <p:nvPr userDrawn="1"/>
          </p:nvSpPr>
          <p:spPr>
            <a:xfrm rot="16200000">
              <a:off x="4297424" y="2790788"/>
              <a:ext cx="7634383" cy="846386"/>
            </a:xfrm>
            <a:prstGeom prst="rect">
              <a:avLst/>
            </a:prstGeom>
            <a:noFill/>
          </p:spPr>
          <p:txBody>
            <a:bodyPr wrap="square" rtlCol="0">
              <a:spAutoFit/>
            </a:bodyPr>
            <a:lstStyle/>
            <a:p>
              <a:r>
                <a:rPr lang="en-US" sz="4900" b="0" i="0" dirty="0">
                  <a:solidFill>
                    <a:schemeClr val="accent1">
                      <a:lumMod val="40000"/>
                      <a:lumOff val="60000"/>
                    </a:schemeClr>
                  </a:solidFill>
                  <a:latin typeface="+mj-lt"/>
                </a:rPr>
                <a:t>MIT </a:t>
              </a:r>
              <a:r>
                <a:rPr lang="en-US" sz="4900" b="0" i="0" cap="all" baseline="0" dirty="0">
                  <a:solidFill>
                    <a:schemeClr val="accent1">
                      <a:lumMod val="40000"/>
                      <a:lumOff val="60000"/>
                    </a:schemeClr>
                  </a:solidFill>
                  <a:latin typeface="+mj-lt"/>
                </a:rPr>
                <a:t>SLOAN</a:t>
              </a:r>
              <a:r>
                <a:rPr lang="en-US" sz="4900" b="0" i="0" dirty="0">
                  <a:solidFill>
                    <a:schemeClr val="accent1">
                      <a:lumMod val="40000"/>
                      <a:lumOff val="60000"/>
                    </a:schemeClr>
                  </a:solidFill>
                  <a:latin typeface="+mj-lt"/>
                </a:rPr>
                <a:t> SCHOOL</a:t>
              </a:r>
            </a:p>
          </p:txBody>
        </p:sp>
        <p:sp>
          <p:nvSpPr>
            <p:cNvPr id="13" name="TextBox 12">
              <a:extLst>
                <a:ext uri="{FF2B5EF4-FFF2-40B4-BE49-F238E27FC236}">
                  <a16:creationId xmlns:a16="http://schemas.microsoft.com/office/drawing/2014/main" id="{86209969-3E83-BC9E-D2F6-E11D3CCC6FB7}"/>
                </a:ext>
              </a:extLst>
            </p:cNvPr>
            <p:cNvSpPr txBox="1"/>
            <p:nvPr userDrawn="1"/>
          </p:nvSpPr>
          <p:spPr>
            <a:xfrm rot="16200000">
              <a:off x="4912332" y="2795868"/>
              <a:ext cx="7634383" cy="846386"/>
            </a:xfrm>
            <a:prstGeom prst="rect">
              <a:avLst/>
            </a:prstGeom>
            <a:noFill/>
          </p:spPr>
          <p:txBody>
            <a:bodyPr wrap="square" rtlCol="0">
              <a:spAutoFit/>
            </a:bodyPr>
            <a:lstStyle/>
            <a:p>
              <a:r>
                <a:rPr lang="en-US" sz="4900" b="0" i="0" dirty="0">
                  <a:solidFill>
                    <a:schemeClr val="accent1">
                      <a:lumMod val="40000"/>
                      <a:lumOff val="60000"/>
                    </a:schemeClr>
                  </a:solidFill>
                  <a:latin typeface="+mj-lt"/>
                </a:rPr>
                <a:t>OF MANAGEMENT</a:t>
              </a:r>
            </a:p>
          </p:txBody>
        </p:sp>
      </p:grpSp>
      <p:grpSp>
        <p:nvGrpSpPr>
          <p:cNvPr id="4" name="Group 3">
            <a:extLst>
              <a:ext uri="{FF2B5EF4-FFF2-40B4-BE49-F238E27FC236}">
                <a16:creationId xmlns:a16="http://schemas.microsoft.com/office/drawing/2014/main" id="{6BEB7494-E12C-D294-4DD7-39A7DD1DB733}"/>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A12406A0-E1A7-7DAA-7AF8-A645B963CE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4635F40B-06C2-7C05-2D3C-33E425113DC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Rectangle 8">
            <a:extLst>
              <a:ext uri="{FF2B5EF4-FFF2-40B4-BE49-F238E27FC236}">
                <a16:creationId xmlns:a16="http://schemas.microsoft.com/office/drawing/2014/main" id="{8F6C6259-9F86-7D33-FE4A-34EE0B4C8D42}"/>
              </a:ext>
            </a:extLst>
          </p:cNvPr>
          <p:cNvSpPr/>
          <p:nvPr userDrawn="1"/>
        </p:nvSpPr>
        <p:spPr>
          <a:xfrm>
            <a:off x="8975226" y="0"/>
            <a:ext cx="28098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38D1214-C72A-FFE7-D988-73510431B3C0}"/>
              </a:ext>
            </a:extLst>
          </p:cNvPr>
          <p:cNvSpPr/>
          <p:nvPr userDrawn="1"/>
        </p:nvSpPr>
        <p:spPr>
          <a:xfrm flipV="1">
            <a:off x="0" y="-54033"/>
            <a:ext cx="12192000" cy="54033"/>
          </a:xfrm>
          <a:prstGeom prst="rect">
            <a:avLst/>
          </a:prstGeom>
          <a:solidFill>
            <a:srgbClr val="E6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E409124-932C-BCCF-1CC6-A6167E73034E}"/>
              </a:ext>
            </a:extLst>
          </p:cNvPr>
          <p:cNvSpPr/>
          <p:nvPr userDrawn="1"/>
        </p:nvSpPr>
        <p:spPr>
          <a:xfrm>
            <a:off x="0" y="6857999"/>
            <a:ext cx="12192000" cy="53341"/>
          </a:xfrm>
          <a:prstGeom prst="rect">
            <a:avLst/>
          </a:prstGeom>
          <a:solidFill>
            <a:srgbClr val="E7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948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Thankyou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8044FEA-3420-3365-5C7F-8D55D1AE74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20" name="Freeform: Shape 19">
            <a:extLst>
              <a:ext uri="{FF2B5EF4-FFF2-40B4-BE49-F238E27FC236}">
                <a16:creationId xmlns:a16="http://schemas.microsoft.com/office/drawing/2014/main" id="{4422479C-507E-B87F-5466-445E2536DF4D}"/>
              </a:ext>
            </a:extLst>
          </p:cNvPr>
          <p:cNvSpPr>
            <a:spLocks/>
          </p:cNvSpPr>
          <p:nvPr userDrawn="1"/>
        </p:nvSpPr>
        <p:spPr>
          <a:xfrm>
            <a:off x="0" y="1"/>
            <a:ext cx="12184379" cy="6832602"/>
          </a:xfrm>
          <a:custGeom>
            <a:avLst/>
            <a:gdLst>
              <a:gd name="connsiteX0" fmla="*/ 6871216 w 12184379"/>
              <a:gd name="connsiteY0" fmla="*/ 6386557 h 6832602"/>
              <a:gd name="connsiteX1" fmla="*/ 6954027 w 12184379"/>
              <a:gd name="connsiteY1" fmla="*/ 6832602 h 6832602"/>
              <a:gd name="connsiteX2" fmla="*/ 6676616 w 12184379"/>
              <a:gd name="connsiteY2" fmla="*/ 6832602 h 6832602"/>
              <a:gd name="connsiteX3" fmla="*/ 4641471 w 12184379"/>
              <a:gd name="connsiteY3" fmla="*/ 6386557 h 6832602"/>
              <a:gd name="connsiteX4" fmla="*/ 4837046 w 12184379"/>
              <a:gd name="connsiteY4" fmla="*/ 6832602 h 6832602"/>
              <a:gd name="connsiteX5" fmla="*/ 4558078 w 12184379"/>
              <a:gd name="connsiteY5" fmla="*/ 6832602 h 6832602"/>
              <a:gd name="connsiteX6" fmla="*/ 10994765 w 12184379"/>
              <a:gd name="connsiteY6" fmla="*/ 5475866 h 6832602"/>
              <a:gd name="connsiteX7" fmla="*/ 12184379 w 12184379"/>
              <a:gd name="connsiteY7" fmla="*/ 5475866 h 6832602"/>
              <a:gd name="connsiteX8" fmla="*/ 12184379 w 12184379"/>
              <a:gd name="connsiteY8" fmla="*/ 6832602 h 6832602"/>
              <a:gd name="connsiteX9" fmla="*/ 10994765 w 12184379"/>
              <a:gd name="connsiteY9" fmla="*/ 6832602 h 6832602"/>
              <a:gd name="connsiteX10" fmla="*/ 0 w 12184379"/>
              <a:gd name="connsiteY10" fmla="*/ 0 h 6832602"/>
              <a:gd name="connsiteX11" fmla="*/ 12184379 w 12184379"/>
              <a:gd name="connsiteY11" fmla="*/ 0 h 6832602"/>
              <a:gd name="connsiteX12" fmla="*/ 12184379 w 12184379"/>
              <a:gd name="connsiteY12" fmla="*/ 4542583 h 6832602"/>
              <a:gd name="connsiteX13" fmla="*/ 9341882 w 12184379"/>
              <a:gd name="connsiteY13" fmla="*/ 4542583 h 6832602"/>
              <a:gd name="connsiteX14" fmla="*/ 9341882 w 12184379"/>
              <a:gd name="connsiteY14" fmla="*/ 5475866 h 6832602"/>
              <a:gd name="connsiteX15" fmla="*/ 9808101 w 12184379"/>
              <a:gd name="connsiteY15" fmla="*/ 5475866 h 6832602"/>
              <a:gd name="connsiteX16" fmla="*/ 9808101 w 12184379"/>
              <a:gd name="connsiteY16" fmla="*/ 6832602 h 6832602"/>
              <a:gd name="connsiteX17" fmla="*/ 9240319 w 12184379"/>
              <a:gd name="connsiteY17" fmla="*/ 6832602 h 6832602"/>
              <a:gd name="connsiteX18" fmla="*/ 9240319 w 12184379"/>
              <a:gd name="connsiteY18" fmla="*/ 4542583 h 6832602"/>
              <a:gd name="connsiteX19" fmla="*/ 8110244 w 12184379"/>
              <a:gd name="connsiteY19" fmla="*/ 4542583 h 6832602"/>
              <a:gd name="connsiteX20" fmla="*/ 8110244 w 12184379"/>
              <a:gd name="connsiteY20" fmla="*/ 6832602 h 6832602"/>
              <a:gd name="connsiteX21" fmla="*/ 8008681 w 12184379"/>
              <a:gd name="connsiteY21" fmla="*/ 6832602 h 6832602"/>
              <a:gd name="connsiteX22" fmla="*/ 8008681 w 12184379"/>
              <a:gd name="connsiteY22" fmla="*/ 6433009 h 6832602"/>
              <a:gd name="connsiteX23" fmla="*/ 7993690 w 12184379"/>
              <a:gd name="connsiteY23" fmla="*/ 6351928 h 6832602"/>
              <a:gd name="connsiteX24" fmla="*/ 7656906 w 12184379"/>
              <a:gd name="connsiteY24" fmla="*/ 4542583 h 6832602"/>
              <a:gd name="connsiteX25" fmla="*/ 6525352 w 12184379"/>
              <a:gd name="connsiteY25" fmla="*/ 4542583 h 6832602"/>
              <a:gd name="connsiteX26" fmla="*/ 5758456 w 12184379"/>
              <a:gd name="connsiteY26" fmla="*/ 6379166 h 6832602"/>
              <a:gd name="connsiteX27" fmla="*/ 4991558 w 12184379"/>
              <a:gd name="connsiteY27" fmla="*/ 4542583 h 6832602"/>
              <a:gd name="connsiteX28" fmla="*/ 3854515 w 12184379"/>
              <a:gd name="connsiteY28" fmla="*/ 4542583 h 6832602"/>
              <a:gd name="connsiteX29" fmla="*/ 3428765 w 12184379"/>
              <a:gd name="connsiteY29" fmla="*/ 6832602 h 6832602"/>
              <a:gd name="connsiteX30" fmla="*/ 0 w 12184379"/>
              <a:gd name="connsiteY30" fmla="*/ 6832602 h 683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379" h="6832602">
                <a:moveTo>
                  <a:pt x="6871216" y="6386557"/>
                </a:moveTo>
                <a:lnTo>
                  <a:pt x="6954027" y="6832602"/>
                </a:lnTo>
                <a:lnTo>
                  <a:pt x="6676616" y="6832602"/>
                </a:lnTo>
                <a:close/>
                <a:moveTo>
                  <a:pt x="4641471" y="6386557"/>
                </a:moveTo>
                <a:lnTo>
                  <a:pt x="4837046" y="6832602"/>
                </a:lnTo>
                <a:lnTo>
                  <a:pt x="4558078" y="6832602"/>
                </a:lnTo>
                <a:close/>
                <a:moveTo>
                  <a:pt x="10994765" y="5475866"/>
                </a:moveTo>
                <a:lnTo>
                  <a:pt x="12184379" y="5475866"/>
                </a:lnTo>
                <a:lnTo>
                  <a:pt x="12184379" y="6832602"/>
                </a:lnTo>
                <a:lnTo>
                  <a:pt x="10994765" y="6832602"/>
                </a:lnTo>
                <a:close/>
                <a:moveTo>
                  <a:pt x="0" y="0"/>
                </a:moveTo>
                <a:lnTo>
                  <a:pt x="12184379" y="0"/>
                </a:lnTo>
                <a:lnTo>
                  <a:pt x="12184379" y="4542583"/>
                </a:lnTo>
                <a:lnTo>
                  <a:pt x="9341882" y="4542583"/>
                </a:lnTo>
                <a:lnTo>
                  <a:pt x="9341882" y="5475866"/>
                </a:lnTo>
                <a:lnTo>
                  <a:pt x="9808101" y="5475866"/>
                </a:lnTo>
                <a:lnTo>
                  <a:pt x="9808101" y="6832602"/>
                </a:lnTo>
                <a:lnTo>
                  <a:pt x="9240319" y="6832602"/>
                </a:lnTo>
                <a:lnTo>
                  <a:pt x="9240319" y="4542583"/>
                </a:lnTo>
                <a:lnTo>
                  <a:pt x="8110244" y="4542583"/>
                </a:lnTo>
                <a:lnTo>
                  <a:pt x="8110244" y="6832602"/>
                </a:lnTo>
                <a:lnTo>
                  <a:pt x="8008681" y="6832602"/>
                </a:lnTo>
                <a:lnTo>
                  <a:pt x="8008681" y="6433009"/>
                </a:lnTo>
                <a:lnTo>
                  <a:pt x="7993690" y="6351928"/>
                </a:lnTo>
                <a:lnTo>
                  <a:pt x="7656906" y="4542583"/>
                </a:lnTo>
                <a:lnTo>
                  <a:pt x="6525352" y="4542583"/>
                </a:lnTo>
                <a:lnTo>
                  <a:pt x="5758456" y="6379166"/>
                </a:lnTo>
                <a:lnTo>
                  <a:pt x="4991558" y="4542583"/>
                </a:lnTo>
                <a:lnTo>
                  <a:pt x="3854515" y="4542583"/>
                </a:lnTo>
                <a:lnTo>
                  <a:pt x="3428765" y="6832602"/>
                </a:lnTo>
                <a:lnTo>
                  <a:pt x="0" y="6832602"/>
                </a:lnTo>
                <a:close/>
              </a:path>
            </a:pathLst>
          </a:custGeom>
          <a:gradFill flip="none" rotWithShape="1">
            <a:gsLst>
              <a:gs pos="97000">
                <a:schemeClr val="bg1">
                  <a:alpha val="45000"/>
                </a:schemeClr>
              </a:gs>
              <a:gs pos="29000">
                <a:schemeClr val="bg1">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Title 1">
            <a:extLst>
              <a:ext uri="{FF2B5EF4-FFF2-40B4-BE49-F238E27FC236}">
                <a16:creationId xmlns:a16="http://schemas.microsoft.com/office/drawing/2014/main" id="{75D1128D-FD75-0B04-8503-C11BB85DA3BD}"/>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dirty="0"/>
              <a:t>CLICK TO EDIT MASTER </a:t>
            </a:r>
            <a:r>
              <a:rPr lang="en-US"/>
              <a:t>TITLE STYLE</a:t>
            </a:r>
            <a:endParaRPr lang="en-US" dirty="0"/>
          </a:p>
        </p:txBody>
      </p:sp>
      <p:sp>
        <p:nvSpPr>
          <p:cNvPr id="6" name="Subtitle 2">
            <a:extLst>
              <a:ext uri="{FF2B5EF4-FFF2-40B4-BE49-F238E27FC236}">
                <a16:creationId xmlns:a16="http://schemas.microsoft.com/office/drawing/2014/main" id="{456F01DA-701F-B638-53F9-D766C78FCFD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2" name="Graphic 21">
            <a:extLst>
              <a:ext uri="{FF2B5EF4-FFF2-40B4-BE49-F238E27FC236}">
                <a16:creationId xmlns:a16="http://schemas.microsoft.com/office/drawing/2014/main" id="{D8BC064D-F7A4-E590-C99B-884EE50A150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85798" y="6118859"/>
            <a:ext cx="983672" cy="573779"/>
          </a:xfrm>
          <a:prstGeom prst="rect">
            <a:avLst/>
          </a:prstGeom>
        </p:spPr>
      </p:pic>
    </p:spTree>
    <p:extLst>
      <p:ext uri="{BB962C8B-B14F-4D97-AF65-F5344CB8AC3E}">
        <p14:creationId xmlns:p14="http://schemas.microsoft.com/office/powerpoint/2010/main" val="1359289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Thankyou 2">
    <p:spTree>
      <p:nvGrpSpPr>
        <p:cNvPr id="1" name=""/>
        <p:cNvGrpSpPr/>
        <p:nvPr/>
      </p:nvGrpSpPr>
      <p:grpSpPr>
        <a:xfrm>
          <a:off x="0" y="0"/>
          <a:ext cx="0" cy="0"/>
          <a:chOff x="0" y="0"/>
          <a:chExt cx="0" cy="0"/>
        </a:xfrm>
      </p:grpSpPr>
      <p:pic>
        <p:nvPicPr>
          <p:cNvPr id="4" name="Picture 3" descr="A picture containing outdoor&#10;&#10;Description automatically generated">
            <a:extLst>
              <a:ext uri="{FF2B5EF4-FFF2-40B4-BE49-F238E27FC236}">
                <a16:creationId xmlns:a16="http://schemas.microsoft.com/office/drawing/2014/main" id="{ED47DE7D-F084-F661-F611-143E7B6416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userDrawn="1"/>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alpha val="59000"/>
              </a:schemeClr>
            </a:solidFill>
            <a:ln w="21101"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alpha val="59000"/>
              </a:schemeClr>
            </a:solidFill>
            <a:ln w="21101"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alpha val="59000"/>
              </a:schemeClr>
            </a:solidFill>
            <a:ln w="21101" cap="flat">
              <a:noFill/>
              <a:prstDash val="solid"/>
              <a:miter/>
            </a:ln>
          </p:spPr>
          <p:txBody>
            <a:bodyPr rtlCol="0" anchor="ctr"/>
            <a:lstStyle/>
            <a:p>
              <a:endParaRPr lang="en-US" dirty="0"/>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85798" y="6118859"/>
            <a:ext cx="983672" cy="573779"/>
          </a:xfrm>
          <a:prstGeom prst="rect">
            <a:avLst/>
          </a:prstGeom>
        </p:spPr>
      </p:pic>
      <p:sp>
        <p:nvSpPr>
          <p:cNvPr id="3" name="Title 1">
            <a:extLst>
              <a:ext uri="{FF2B5EF4-FFF2-40B4-BE49-F238E27FC236}">
                <a16:creationId xmlns:a16="http://schemas.microsoft.com/office/drawing/2014/main" id="{6AECBC0C-EA2E-5A1F-9C2A-4F81259D224E}"/>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dirty="0"/>
              <a:t>CLICK TO EDIT MASTER </a:t>
            </a:r>
            <a:r>
              <a:rPr lang="en-US"/>
              <a:t>TITLE STYLE</a:t>
            </a:r>
            <a:endParaRPr lang="en-US" dirty="0"/>
          </a:p>
        </p:txBody>
      </p:sp>
      <p:sp>
        <p:nvSpPr>
          <p:cNvPr id="5" name="Subtitle 2">
            <a:extLst>
              <a:ext uri="{FF2B5EF4-FFF2-40B4-BE49-F238E27FC236}">
                <a16:creationId xmlns:a16="http://schemas.microsoft.com/office/drawing/2014/main" id="{EFDE34AE-FEE0-11E9-2732-4FD831D6ED77}"/>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93057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hankyou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userDrawn="1"/>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52000"/>
              </a:schemeClr>
            </a:solidFill>
            <a:ln w="21101"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52000"/>
              </a:schemeClr>
            </a:solidFill>
            <a:ln w="21101"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52000"/>
              </a:schemeClr>
            </a:solidFill>
            <a:ln w="21101" cap="flat">
              <a:noFill/>
              <a:prstDash val="solid"/>
              <a:miter/>
            </a:ln>
          </p:spPr>
          <p:txBody>
            <a:bodyPr rtlCol="0" anchor="ctr"/>
            <a:lstStyle/>
            <a:p>
              <a:endParaRPr lang="en-US" dirty="0"/>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601A0210-4B5E-74B2-1F4F-045CDE01C4BD}"/>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dirty="0"/>
              <a:t>CLICK TO EDIT MASTER </a:t>
            </a:r>
            <a:r>
              <a:rPr lang="en-US"/>
              <a:t>TITLE STYLE</a:t>
            </a:r>
            <a:endParaRPr lang="en-US" dirty="0"/>
          </a:p>
        </p:txBody>
      </p:sp>
      <p:sp>
        <p:nvSpPr>
          <p:cNvPr id="3" name="Subtitle 2">
            <a:extLst>
              <a:ext uri="{FF2B5EF4-FFF2-40B4-BE49-F238E27FC236}">
                <a16:creationId xmlns:a16="http://schemas.microsoft.com/office/drawing/2014/main" id="{5D72E9D6-B71D-4B67-1D85-441DF8E2F0C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57600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hankyou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userDrawn="1"/>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52000"/>
              </a:schemeClr>
            </a:solidFill>
            <a:ln w="21101"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52000"/>
              </a:schemeClr>
            </a:solidFill>
            <a:ln w="21101"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52000"/>
              </a:schemeClr>
            </a:solidFill>
            <a:ln w="21101" cap="flat">
              <a:noFill/>
              <a:prstDash val="solid"/>
              <a:miter/>
            </a:ln>
          </p:spPr>
          <p:txBody>
            <a:bodyPr rtlCol="0" anchor="ctr"/>
            <a:lstStyle/>
            <a:p>
              <a:endParaRPr lang="en-US" dirty="0"/>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A96C8873-EF46-C297-C618-AB48A19F24FA}"/>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dirty="0"/>
              <a:t>CLICK TO EDIT MASTER </a:t>
            </a:r>
            <a:r>
              <a:rPr lang="en-US"/>
              <a:t>TITLE STYLE</a:t>
            </a:r>
            <a:endParaRPr lang="en-US" dirty="0"/>
          </a:p>
        </p:txBody>
      </p:sp>
      <p:sp>
        <p:nvSpPr>
          <p:cNvPr id="3" name="Subtitle 2">
            <a:extLst>
              <a:ext uri="{FF2B5EF4-FFF2-40B4-BE49-F238E27FC236}">
                <a16:creationId xmlns:a16="http://schemas.microsoft.com/office/drawing/2014/main" id="{10350DC3-1D69-A9B2-D7AC-502BCDAE38A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28149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Thankyou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userDrawn="1"/>
        </p:nvGrpSpPr>
        <p:grpSpPr>
          <a:xfrm>
            <a:off x="-1" y="0"/>
            <a:ext cx="12191999"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61000"/>
              </a:schemeClr>
            </a:solidFill>
            <a:ln w="21101"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61000"/>
              </a:schemeClr>
            </a:solidFill>
            <a:ln w="21101"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61000"/>
              </a:schemeClr>
            </a:solidFill>
            <a:ln w="21101" cap="flat">
              <a:noFill/>
              <a:prstDash val="solid"/>
              <a:miter/>
            </a:ln>
          </p:spPr>
          <p:txBody>
            <a:bodyPr rtlCol="0" anchor="ctr"/>
            <a:lstStyle/>
            <a:p>
              <a:endParaRPr lang="en-US" dirty="0"/>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5DE14751-ED5E-934B-300E-A1CEFC5C3566}"/>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dirty="0"/>
              <a:t>CLICK TO EDIT MASTER </a:t>
            </a:r>
            <a:r>
              <a:rPr lang="en-US"/>
              <a:t>TITLE STYLE</a:t>
            </a:r>
            <a:endParaRPr lang="en-US" dirty="0"/>
          </a:p>
        </p:txBody>
      </p:sp>
      <p:sp>
        <p:nvSpPr>
          <p:cNvPr id="3" name="Subtitle 2">
            <a:extLst>
              <a:ext uri="{FF2B5EF4-FFF2-40B4-BE49-F238E27FC236}">
                <a16:creationId xmlns:a16="http://schemas.microsoft.com/office/drawing/2014/main" id="{F9DC887C-8DAA-398B-015F-A4E60BC1ED2B}"/>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68293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F7990-2BD8-E503-0275-74D9B96D6A8C}"/>
              </a:ext>
            </a:extLst>
          </p:cNvPr>
          <p:cNvSpPr/>
          <p:nvPr userDrawn="1"/>
        </p:nvSpPr>
        <p:spPr>
          <a:xfrm>
            <a:off x="8978900" y="0"/>
            <a:ext cx="32131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D91659E-DC65-F72C-8260-49162C21956C}"/>
              </a:ext>
            </a:extLst>
          </p:cNvPr>
          <p:cNvSpPr/>
          <p:nvPr userDrawn="1"/>
        </p:nvSpPr>
        <p:spPr>
          <a:xfrm>
            <a:off x="0" y="0"/>
            <a:ext cx="8978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6AE600C-095F-A8B5-B4A3-2124C1D63F11}"/>
              </a:ext>
            </a:extLst>
          </p:cNvPr>
          <p:cNvSpPr txBox="1"/>
          <p:nvPr userDrawn="1"/>
        </p:nvSpPr>
        <p:spPr>
          <a:xfrm rot="16200000">
            <a:off x="4267254" y="2507873"/>
            <a:ext cx="8489011" cy="1785104"/>
          </a:xfrm>
          <a:prstGeom prst="rect">
            <a:avLst/>
          </a:prstGeom>
          <a:noFill/>
        </p:spPr>
        <p:txBody>
          <a:bodyPr wrap="square" rtlCol="0" anchor="ctr">
            <a:spAutoFit/>
          </a:bodyPr>
          <a:lstStyle/>
          <a:p>
            <a:pPr algn="ctr"/>
            <a:r>
              <a:rPr lang="en-US" sz="11100" b="1" spc="420" baseline="0" dirty="0">
                <a:solidFill>
                  <a:schemeClr val="bg1"/>
                </a:solidFill>
                <a:latin typeface="+mj-lt"/>
              </a:rPr>
              <a:t>AGENDA</a:t>
            </a:r>
          </a:p>
        </p:txBody>
      </p:sp>
      <p:pic>
        <p:nvPicPr>
          <p:cNvPr id="3" name="Graphic 2">
            <a:extLst>
              <a:ext uri="{FF2B5EF4-FFF2-40B4-BE49-F238E27FC236}">
                <a16:creationId xmlns:a16="http://schemas.microsoft.com/office/drawing/2014/main" id="{82A8A8C4-518C-851A-1906-4045EE9F30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10" name="Group 9">
            <a:extLst>
              <a:ext uri="{FF2B5EF4-FFF2-40B4-BE49-F238E27FC236}">
                <a16:creationId xmlns:a16="http://schemas.microsoft.com/office/drawing/2014/main" id="{2521F3B8-3FF9-7F1F-745F-558C2BB58674}"/>
              </a:ext>
            </a:extLst>
          </p:cNvPr>
          <p:cNvGrpSpPr/>
          <p:nvPr userDrawn="1"/>
        </p:nvGrpSpPr>
        <p:grpSpPr>
          <a:xfrm>
            <a:off x="11236328" y="0"/>
            <a:ext cx="280986" cy="1282539"/>
            <a:chOff x="11222692" y="155575"/>
            <a:chExt cx="280986" cy="1282539"/>
          </a:xfrm>
          <a:solidFill>
            <a:schemeClr val="accent1"/>
          </a:solidFill>
        </p:grpSpPr>
        <p:pic>
          <p:nvPicPr>
            <p:cNvPr id="11" name="Graphic 10">
              <a:extLst>
                <a:ext uri="{FF2B5EF4-FFF2-40B4-BE49-F238E27FC236}">
                  <a16:creationId xmlns:a16="http://schemas.microsoft.com/office/drawing/2014/main" id="{C377DD66-EF21-DE7D-9686-498D54A378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2" name="Rectangle 11">
              <a:extLst>
                <a:ext uri="{FF2B5EF4-FFF2-40B4-BE49-F238E27FC236}">
                  <a16:creationId xmlns:a16="http://schemas.microsoft.com/office/drawing/2014/main" id="{C4AD4FB3-0EF8-81B8-7322-849CBCA598E9}"/>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9BAD889D-EDFC-0177-A040-BF66F2582C7C}"/>
              </a:ext>
            </a:extLst>
          </p:cNvPr>
          <p:cNvGrpSpPr/>
          <p:nvPr userDrawn="1"/>
        </p:nvGrpSpPr>
        <p:grpSpPr>
          <a:xfrm>
            <a:off x="-1518920" y="0"/>
            <a:ext cx="1248590" cy="1459230"/>
            <a:chOff x="-2206171" y="0"/>
            <a:chExt cx="1973942" cy="1372002"/>
          </a:xfrm>
        </p:grpSpPr>
        <p:sp>
          <p:nvSpPr>
            <p:cNvPr id="6" name="Rectangle 5">
              <a:extLst>
                <a:ext uri="{FF2B5EF4-FFF2-40B4-BE49-F238E27FC236}">
                  <a16:creationId xmlns:a16="http://schemas.microsoft.com/office/drawing/2014/main" id="{FC7F971C-54B8-0734-5BFF-F4279CB9167D}"/>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8" name="Rectangle 7">
              <a:extLst>
                <a:ext uri="{FF2B5EF4-FFF2-40B4-BE49-F238E27FC236}">
                  <a16:creationId xmlns:a16="http://schemas.microsoft.com/office/drawing/2014/main" id="{93D00CD4-E8FA-20CB-E4CE-720D6D45A106}"/>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This agenda layout is designed to use with a pre formatted agenda table, which can be found in toolkit slides. </a:t>
              </a:r>
            </a:p>
          </p:txBody>
        </p:sp>
      </p:grpSp>
    </p:spTree>
    <p:extLst>
      <p:ext uri="{BB962C8B-B14F-4D97-AF65-F5344CB8AC3E}">
        <p14:creationId xmlns:p14="http://schemas.microsoft.com/office/powerpoint/2010/main" val="1698086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F7990-2BD8-E503-0275-74D9B96D6A8C}"/>
              </a:ext>
            </a:extLst>
          </p:cNvPr>
          <p:cNvSpPr/>
          <p:nvPr userDrawn="1"/>
        </p:nvSpPr>
        <p:spPr>
          <a:xfrm>
            <a:off x="8978900" y="0"/>
            <a:ext cx="32131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D91659E-DC65-F72C-8260-49162C21956C}"/>
              </a:ext>
            </a:extLst>
          </p:cNvPr>
          <p:cNvSpPr/>
          <p:nvPr userDrawn="1"/>
        </p:nvSpPr>
        <p:spPr>
          <a:xfrm>
            <a:off x="0" y="0"/>
            <a:ext cx="89789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6AE600C-095F-A8B5-B4A3-2124C1D63F11}"/>
              </a:ext>
            </a:extLst>
          </p:cNvPr>
          <p:cNvSpPr txBox="1"/>
          <p:nvPr userDrawn="1"/>
        </p:nvSpPr>
        <p:spPr>
          <a:xfrm rot="16200000">
            <a:off x="4267254" y="2507873"/>
            <a:ext cx="8489011" cy="1785104"/>
          </a:xfrm>
          <a:prstGeom prst="rect">
            <a:avLst/>
          </a:prstGeom>
          <a:noFill/>
        </p:spPr>
        <p:txBody>
          <a:bodyPr wrap="square" rtlCol="0" anchor="ctr">
            <a:spAutoFit/>
          </a:bodyPr>
          <a:lstStyle/>
          <a:p>
            <a:pPr algn="ctr"/>
            <a:r>
              <a:rPr lang="en-US" sz="11100" b="1" spc="420" baseline="0" dirty="0">
                <a:solidFill>
                  <a:schemeClr val="bg1"/>
                </a:solidFill>
                <a:latin typeface="+mj-lt"/>
              </a:rPr>
              <a:t>AGENDA</a:t>
            </a:r>
          </a:p>
        </p:txBody>
      </p:sp>
      <p:pic>
        <p:nvPicPr>
          <p:cNvPr id="3" name="Graphic 2">
            <a:extLst>
              <a:ext uri="{FF2B5EF4-FFF2-40B4-BE49-F238E27FC236}">
                <a16:creationId xmlns:a16="http://schemas.microsoft.com/office/drawing/2014/main" id="{82A8A8C4-518C-851A-1906-4045EE9F30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10" name="Group 9">
            <a:extLst>
              <a:ext uri="{FF2B5EF4-FFF2-40B4-BE49-F238E27FC236}">
                <a16:creationId xmlns:a16="http://schemas.microsoft.com/office/drawing/2014/main" id="{2521F3B8-3FF9-7F1F-745F-558C2BB58674}"/>
              </a:ext>
            </a:extLst>
          </p:cNvPr>
          <p:cNvGrpSpPr/>
          <p:nvPr userDrawn="1"/>
        </p:nvGrpSpPr>
        <p:grpSpPr>
          <a:xfrm>
            <a:off x="11236328" y="0"/>
            <a:ext cx="280986" cy="1282539"/>
            <a:chOff x="11222692" y="155575"/>
            <a:chExt cx="280986" cy="1282539"/>
          </a:xfrm>
          <a:solidFill>
            <a:schemeClr val="accent1"/>
          </a:solidFill>
        </p:grpSpPr>
        <p:pic>
          <p:nvPicPr>
            <p:cNvPr id="11" name="Graphic 10">
              <a:extLst>
                <a:ext uri="{FF2B5EF4-FFF2-40B4-BE49-F238E27FC236}">
                  <a16:creationId xmlns:a16="http://schemas.microsoft.com/office/drawing/2014/main" id="{C377DD66-EF21-DE7D-9686-498D54A378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2" name="Rectangle 11">
              <a:extLst>
                <a:ext uri="{FF2B5EF4-FFF2-40B4-BE49-F238E27FC236}">
                  <a16:creationId xmlns:a16="http://schemas.microsoft.com/office/drawing/2014/main" id="{C4AD4FB3-0EF8-81B8-7322-849CBCA598E9}"/>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 name="Group 3">
            <a:extLst>
              <a:ext uri="{FF2B5EF4-FFF2-40B4-BE49-F238E27FC236}">
                <a16:creationId xmlns:a16="http://schemas.microsoft.com/office/drawing/2014/main" id="{B4C9DD02-A40E-C712-AC41-61256082FFB0}"/>
              </a:ext>
            </a:extLst>
          </p:cNvPr>
          <p:cNvGrpSpPr/>
          <p:nvPr userDrawn="1"/>
        </p:nvGrpSpPr>
        <p:grpSpPr>
          <a:xfrm>
            <a:off x="-1518920" y="0"/>
            <a:ext cx="1248590" cy="1459230"/>
            <a:chOff x="-2206171" y="0"/>
            <a:chExt cx="1973942" cy="1372002"/>
          </a:xfrm>
        </p:grpSpPr>
        <p:sp>
          <p:nvSpPr>
            <p:cNvPr id="6" name="Rectangle 5">
              <a:extLst>
                <a:ext uri="{FF2B5EF4-FFF2-40B4-BE49-F238E27FC236}">
                  <a16:creationId xmlns:a16="http://schemas.microsoft.com/office/drawing/2014/main" id="{7D2827CB-0E93-A64E-7DFE-E0326F07416D}"/>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8" name="Rectangle 7">
              <a:extLst>
                <a:ext uri="{FF2B5EF4-FFF2-40B4-BE49-F238E27FC236}">
                  <a16:creationId xmlns:a16="http://schemas.microsoft.com/office/drawing/2014/main" id="{6FCF495F-F735-EBA4-7535-23737BAA051E}"/>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This agenda layout is designed to use with a pre formatted agenda table, which can be found in toolkit slides. </a:t>
              </a:r>
            </a:p>
          </p:txBody>
        </p:sp>
      </p:grpSp>
    </p:spTree>
    <p:extLst>
      <p:ext uri="{BB962C8B-B14F-4D97-AF65-F5344CB8AC3E}">
        <p14:creationId xmlns:p14="http://schemas.microsoft.com/office/powerpoint/2010/main" val="1408637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112E952A-3F90-548F-5C27-FC50939984B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064125"/>
            <a:ext cx="9067800" cy="1815510"/>
          </a:xfrm>
          <a:prstGeom prst="rect">
            <a:avLst/>
          </a:prstGeom>
        </p:spPr>
      </p:pic>
      <p:sp>
        <p:nvSpPr>
          <p:cNvPr id="11" name="Text Placeholder 7">
            <a:extLst>
              <a:ext uri="{FF2B5EF4-FFF2-40B4-BE49-F238E27FC236}">
                <a16:creationId xmlns:a16="http://schemas.microsoft.com/office/drawing/2014/main" id="{4B36E4B3-450A-BF90-FCB3-EC0F09D2F748}"/>
              </a:ext>
            </a:extLst>
          </p:cNvPr>
          <p:cNvSpPr>
            <a:spLocks noGrp="1"/>
          </p:cNvSpPr>
          <p:nvPr>
            <p:ph type="body" sz="quarter" idx="12" hasCustomPrompt="1"/>
          </p:nvPr>
        </p:nvSpPr>
        <p:spPr>
          <a:xfrm>
            <a:off x="692150" y="1347624"/>
            <a:ext cx="2519364" cy="369332"/>
          </a:xfrm>
        </p:spPr>
        <p:txBody>
          <a:bodyPr wrap="square">
            <a:normAutofit/>
          </a:bodyPr>
          <a:lstStyle>
            <a:lvl1pPr marL="0" indent="0">
              <a:buNone/>
              <a:defRPr sz="1800" b="1">
                <a:solidFill>
                  <a:schemeClr val="accent4"/>
                </a:solidFill>
              </a:defRPr>
            </a:lvl1pPr>
          </a:lstStyle>
          <a:p>
            <a:pPr lvl="0"/>
            <a:r>
              <a:rPr lang="en-US" dirty="0"/>
              <a:t>01. </a:t>
            </a:r>
            <a:r>
              <a:rPr lang="en-US"/>
              <a:t>Section Name</a:t>
            </a:r>
            <a:endParaRPr lang="en-US" dirty="0"/>
          </a:p>
        </p:txBody>
      </p:sp>
      <p:sp>
        <p:nvSpPr>
          <p:cNvPr id="17" name="Text Placeholder 16">
            <a:extLst>
              <a:ext uri="{FF2B5EF4-FFF2-40B4-BE49-F238E27FC236}">
                <a16:creationId xmlns:a16="http://schemas.microsoft.com/office/drawing/2014/main" id="{104653AD-CABA-4E21-7FF7-5D87185C055F}"/>
              </a:ext>
            </a:extLst>
          </p:cNvPr>
          <p:cNvSpPr>
            <a:spLocks noGrp="1"/>
          </p:cNvSpPr>
          <p:nvPr>
            <p:ph type="body" sz="quarter" idx="18" hasCustomPrompt="1"/>
          </p:nvPr>
        </p:nvSpPr>
        <p:spPr>
          <a:xfrm>
            <a:off x="685801" y="1716956"/>
            <a:ext cx="2519364" cy="1113557"/>
          </a:xfrm>
        </p:spPr>
        <p:txBody>
          <a:bodyPr>
            <a:normAutofit/>
          </a:bodyPr>
          <a:lstStyle>
            <a:lvl1pPr marL="0" indent="0">
              <a:buNone/>
              <a:defRPr sz="1400"/>
            </a:lvl1pPr>
          </a:lstStyle>
          <a:p>
            <a:pPr lvl="0"/>
            <a:r>
              <a:rPr lang="en-US" dirty="0"/>
              <a:t>Click to add description or sub-sections </a:t>
            </a:r>
          </a:p>
        </p:txBody>
      </p:sp>
      <p:sp>
        <p:nvSpPr>
          <p:cNvPr id="20" name="Text Placeholder 7">
            <a:extLst>
              <a:ext uri="{FF2B5EF4-FFF2-40B4-BE49-F238E27FC236}">
                <a16:creationId xmlns:a16="http://schemas.microsoft.com/office/drawing/2014/main" id="{0F0CDC02-4F9C-2381-FDEA-FBD870B7B3B0}"/>
              </a:ext>
            </a:extLst>
          </p:cNvPr>
          <p:cNvSpPr>
            <a:spLocks noGrp="1"/>
          </p:cNvSpPr>
          <p:nvPr>
            <p:ph type="body" sz="quarter" idx="19" hasCustomPrompt="1"/>
          </p:nvPr>
        </p:nvSpPr>
        <p:spPr>
          <a:xfrm>
            <a:off x="4036218" y="1347624"/>
            <a:ext cx="2519364" cy="369332"/>
          </a:xfrm>
        </p:spPr>
        <p:txBody>
          <a:bodyPr wrap="square">
            <a:normAutofit/>
          </a:bodyPr>
          <a:lstStyle>
            <a:lvl1pPr marL="0" indent="0">
              <a:buNone/>
              <a:defRPr sz="1800" b="1">
                <a:solidFill>
                  <a:schemeClr val="accent4"/>
                </a:solidFill>
              </a:defRPr>
            </a:lvl1pPr>
          </a:lstStyle>
          <a:p>
            <a:pPr lvl="0"/>
            <a:r>
              <a:rPr lang="en-US" dirty="0"/>
              <a:t>02. </a:t>
            </a:r>
            <a:r>
              <a:rPr lang="en-US"/>
              <a:t>Section Name</a:t>
            </a:r>
            <a:endParaRPr lang="en-US" dirty="0"/>
          </a:p>
        </p:txBody>
      </p:sp>
      <p:sp>
        <p:nvSpPr>
          <p:cNvPr id="21" name="Text Placeholder 16">
            <a:extLst>
              <a:ext uri="{FF2B5EF4-FFF2-40B4-BE49-F238E27FC236}">
                <a16:creationId xmlns:a16="http://schemas.microsoft.com/office/drawing/2014/main" id="{C286D925-BA1B-D564-D562-00D59318F5FE}"/>
              </a:ext>
            </a:extLst>
          </p:cNvPr>
          <p:cNvSpPr>
            <a:spLocks noGrp="1"/>
          </p:cNvSpPr>
          <p:nvPr>
            <p:ph type="body" sz="quarter" idx="20" hasCustomPrompt="1"/>
          </p:nvPr>
        </p:nvSpPr>
        <p:spPr>
          <a:xfrm>
            <a:off x="4029869" y="1716956"/>
            <a:ext cx="2519364" cy="1113557"/>
          </a:xfrm>
        </p:spPr>
        <p:txBody>
          <a:bodyPr>
            <a:normAutofit/>
          </a:bodyPr>
          <a:lstStyle>
            <a:lvl1pPr marL="0" indent="0">
              <a:buNone/>
              <a:defRPr sz="1400"/>
            </a:lvl1pPr>
          </a:lstStyle>
          <a:p>
            <a:pPr lvl="0"/>
            <a:r>
              <a:rPr lang="en-US" dirty="0"/>
              <a:t>Click to add description or sub-sections </a:t>
            </a:r>
          </a:p>
        </p:txBody>
      </p:sp>
      <p:sp>
        <p:nvSpPr>
          <p:cNvPr id="22" name="Text Placeholder 7">
            <a:extLst>
              <a:ext uri="{FF2B5EF4-FFF2-40B4-BE49-F238E27FC236}">
                <a16:creationId xmlns:a16="http://schemas.microsoft.com/office/drawing/2014/main" id="{AE533FDD-827D-A291-A60A-0C83D9D5E18B}"/>
              </a:ext>
            </a:extLst>
          </p:cNvPr>
          <p:cNvSpPr>
            <a:spLocks noGrp="1"/>
          </p:cNvSpPr>
          <p:nvPr>
            <p:ph type="body" sz="quarter" idx="21" hasCustomPrompt="1"/>
          </p:nvPr>
        </p:nvSpPr>
        <p:spPr>
          <a:xfrm>
            <a:off x="7380286" y="1347624"/>
            <a:ext cx="2519364" cy="369332"/>
          </a:xfrm>
        </p:spPr>
        <p:txBody>
          <a:bodyPr wrap="square">
            <a:normAutofit/>
          </a:bodyPr>
          <a:lstStyle>
            <a:lvl1pPr marL="0" indent="0">
              <a:buNone/>
              <a:defRPr sz="1800" b="1">
                <a:solidFill>
                  <a:schemeClr val="accent4"/>
                </a:solidFill>
              </a:defRPr>
            </a:lvl1pPr>
          </a:lstStyle>
          <a:p>
            <a:pPr lvl="0"/>
            <a:r>
              <a:rPr lang="en-US" dirty="0"/>
              <a:t>03. </a:t>
            </a:r>
            <a:r>
              <a:rPr lang="en-US"/>
              <a:t>Section Name</a:t>
            </a:r>
            <a:endParaRPr lang="en-US" dirty="0"/>
          </a:p>
        </p:txBody>
      </p:sp>
      <p:sp>
        <p:nvSpPr>
          <p:cNvPr id="23" name="Text Placeholder 16">
            <a:extLst>
              <a:ext uri="{FF2B5EF4-FFF2-40B4-BE49-F238E27FC236}">
                <a16:creationId xmlns:a16="http://schemas.microsoft.com/office/drawing/2014/main" id="{9D189EC2-5F54-E447-3DA3-C95225F341CF}"/>
              </a:ext>
            </a:extLst>
          </p:cNvPr>
          <p:cNvSpPr>
            <a:spLocks noGrp="1"/>
          </p:cNvSpPr>
          <p:nvPr>
            <p:ph type="body" sz="quarter" idx="22" hasCustomPrompt="1"/>
          </p:nvPr>
        </p:nvSpPr>
        <p:spPr>
          <a:xfrm>
            <a:off x="7373937" y="1716956"/>
            <a:ext cx="2519364" cy="1113557"/>
          </a:xfrm>
        </p:spPr>
        <p:txBody>
          <a:bodyPr>
            <a:normAutofit/>
          </a:bodyPr>
          <a:lstStyle>
            <a:lvl1pPr marL="0" indent="0">
              <a:buNone/>
              <a:defRPr sz="1400"/>
            </a:lvl1pPr>
          </a:lstStyle>
          <a:p>
            <a:pPr lvl="0"/>
            <a:r>
              <a:rPr lang="en-US" dirty="0"/>
              <a:t>Click to add description or sub-sections </a:t>
            </a:r>
          </a:p>
        </p:txBody>
      </p:sp>
      <p:sp>
        <p:nvSpPr>
          <p:cNvPr id="24" name="Text Placeholder 7">
            <a:extLst>
              <a:ext uri="{FF2B5EF4-FFF2-40B4-BE49-F238E27FC236}">
                <a16:creationId xmlns:a16="http://schemas.microsoft.com/office/drawing/2014/main" id="{55C8FE86-16F2-93F4-7E82-250D6547021B}"/>
              </a:ext>
            </a:extLst>
          </p:cNvPr>
          <p:cNvSpPr>
            <a:spLocks noGrp="1"/>
          </p:cNvSpPr>
          <p:nvPr>
            <p:ph type="body" sz="quarter" idx="23" hasCustomPrompt="1"/>
          </p:nvPr>
        </p:nvSpPr>
        <p:spPr>
          <a:xfrm>
            <a:off x="692150" y="3340656"/>
            <a:ext cx="2519364" cy="369332"/>
          </a:xfrm>
        </p:spPr>
        <p:txBody>
          <a:bodyPr wrap="square">
            <a:normAutofit/>
          </a:bodyPr>
          <a:lstStyle>
            <a:lvl1pPr marL="0" indent="0">
              <a:buNone/>
              <a:defRPr sz="1800" b="1">
                <a:solidFill>
                  <a:schemeClr val="accent4"/>
                </a:solidFill>
              </a:defRPr>
            </a:lvl1pPr>
          </a:lstStyle>
          <a:p>
            <a:pPr lvl="0"/>
            <a:r>
              <a:rPr lang="en-US" dirty="0"/>
              <a:t>04. </a:t>
            </a:r>
            <a:r>
              <a:rPr lang="en-US"/>
              <a:t>Section Name</a:t>
            </a:r>
            <a:endParaRPr lang="en-US" dirty="0"/>
          </a:p>
        </p:txBody>
      </p:sp>
      <p:sp>
        <p:nvSpPr>
          <p:cNvPr id="25" name="Text Placeholder 16">
            <a:extLst>
              <a:ext uri="{FF2B5EF4-FFF2-40B4-BE49-F238E27FC236}">
                <a16:creationId xmlns:a16="http://schemas.microsoft.com/office/drawing/2014/main" id="{6AF7C633-55B1-8CB1-B336-D58F642B2D0F}"/>
              </a:ext>
            </a:extLst>
          </p:cNvPr>
          <p:cNvSpPr>
            <a:spLocks noGrp="1"/>
          </p:cNvSpPr>
          <p:nvPr>
            <p:ph type="body" sz="quarter" idx="24" hasCustomPrompt="1"/>
          </p:nvPr>
        </p:nvSpPr>
        <p:spPr>
          <a:xfrm>
            <a:off x="685801" y="3709988"/>
            <a:ext cx="2519364" cy="1113557"/>
          </a:xfrm>
        </p:spPr>
        <p:txBody>
          <a:bodyPr>
            <a:normAutofit/>
          </a:bodyPr>
          <a:lstStyle>
            <a:lvl1pPr marL="0" indent="0">
              <a:buNone/>
              <a:defRPr sz="1400"/>
            </a:lvl1pPr>
          </a:lstStyle>
          <a:p>
            <a:pPr lvl="0"/>
            <a:r>
              <a:rPr lang="en-US" dirty="0"/>
              <a:t>Click to add description or sub-sections </a:t>
            </a:r>
          </a:p>
        </p:txBody>
      </p:sp>
      <p:sp>
        <p:nvSpPr>
          <p:cNvPr id="26" name="Text Placeholder 7">
            <a:extLst>
              <a:ext uri="{FF2B5EF4-FFF2-40B4-BE49-F238E27FC236}">
                <a16:creationId xmlns:a16="http://schemas.microsoft.com/office/drawing/2014/main" id="{52DA6172-C938-A754-4633-A96E0FCAD62B}"/>
              </a:ext>
            </a:extLst>
          </p:cNvPr>
          <p:cNvSpPr>
            <a:spLocks noGrp="1"/>
          </p:cNvSpPr>
          <p:nvPr>
            <p:ph type="body" sz="quarter" idx="25" hasCustomPrompt="1"/>
          </p:nvPr>
        </p:nvSpPr>
        <p:spPr>
          <a:xfrm>
            <a:off x="4036218" y="3340656"/>
            <a:ext cx="2519364" cy="369332"/>
          </a:xfrm>
        </p:spPr>
        <p:txBody>
          <a:bodyPr wrap="square">
            <a:normAutofit/>
          </a:bodyPr>
          <a:lstStyle>
            <a:lvl1pPr marL="0" indent="0">
              <a:buNone/>
              <a:defRPr sz="1800" b="1">
                <a:solidFill>
                  <a:schemeClr val="accent4"/>
                </a:solidFill>
              </a:defRPr>
            </a:lvl1pPr>
          </a:lstStyle>
          <a:p>
            <a:pPr lvl="0"/>
            <a:r>
              <a:rPr lang="en-US" dirty="0"/>
              <a:t>05. </a:t>
            </a:r>
            <a:r>
              <a:rPr lang="en-US"/>
              <a:t>Section Name</a:t>
            </a:r>
            <a:endParaRPr lang="en-US" dirty="0"/>
          </a:p>
        </p:txBody>
      </p:sp>
      <p:sp>
        <p:nvSpPr>
          <p:cNvPr id="27" name="Text Placeholder 16">
            <a:extLst>
              <a:ext uri="{FF2B5EF4-FFF2-40B4-BE49-F238E27FC236}">
                <a16:creationId xmlns:a16="http://schemas.microsoft.com/office/drawing/2014/main" id="{1F131311-C017-1615-9277-4F060D9F1B14}"/>
              </a:ext>
            </a:extLst>
          </p:cNvPr>
          <p:cNvSpPr>
            <a:spLocks noGrp="1"/>
          </p:cNvSpPr>
          <p:nvPr>
            <p:ph type="body" sz="quarter" idx="26" hasCustomPrompt="1"/>
          </p:nvPr>
        </p:nvSpPr>
        <p:spPr>
          <a:xfrm>
            <a:off x="4029869" y="3709988"/>
            <a:ext cx="2519364" cy="1113557"/>
          </a:xfrm>
        </p:spPr>
        <p:txBody>
          <a:bodyPr>
            <a:normAutofit/>
          </a:bodyPr>
          <a:lstStyle>
            <a:lvl1pPr marL="0" indent="0">
              <a:buNone/>
              <a:defRPr sz="1400"/>
            </a:lvl1pPr>
          </a:lstStyle>
          <a:p>
            <a:pPr lvl="0"/>
            <a:r>
              <a:rPr lang="en-US" dirty="0"/>
              <a:t>Click to add description or sub-sections </a:t>
            </a:r>
          </a:p>
        </p:txBody>
      </p:sp>
      <p:sp>
        <p:nvSpPr>
          <p:cNvPr id="28" name="Text Placeholder 7">
            <a:extLst>
              <a:ext uri="{FF2B5EF4-FFF2-40B4-BE49-F238E27FC236}">
                <a16:creationId xmlns:a16="http://schemas.microsoft.com/office/drawing/2014/main" id="{A93B0D6A-9643-6FD6-8571-536CE99D24D8}"/>
              </a:ext>
            </a:extLst>
          </p:cNvPr>
          <p:cNvSpPr>
            <a:spLocks noGrp="1"/>
          </p:cNvSpPr>
          <p:nvPr>
            <p:ph type="body" sz="quarter" idx="27" hasCustomPrompt="1"/>
          </p:nvPr>
        </p:nvSpPr>
        <p:spPr>
          <a:xfrm>
            <a:off x="7380286" y="3340656"/>
            <a:ext cx="2519364" cy="369332"/>
          </a:xfrm>
        </p:spPr>
        <p:txBody>
          <a:bodyPr wrap="square">
            <a:normAutofit/>
          </a:bodyPr>
          <a:lstStyle>
            <a:lvl1pPr marL="0" indent="0">
              <a:buNone/>
              <a:defRPr sz="1800" b="1">
                <a:solidFill>
                  <a:schemeClr val="accent4"/>
                </a:solidFill>
              </a:defRPr>
            </a:lvl1pPr>
          </a:lstStyle>
          <a:p>
            <a:pPr lvl="0"/>
            <a:r>
              <a:rPr lang="en-US" dirty="0"/>
              <a:t>06. </a:t>
            </a:r>
            <a:r>
              <a:rPr lang="en-US"/>
              <a:t>Section Name</a:t>
            </a:r>
            <a:endParaRPr lang="en-US" dirty="0"/>
          </a:p>
        </p:txBody>
      </p:sp>
      <p:sp>
        <p:nvSpPr>
          <p:cNvPr id="29" name="Text Placeholder 16">
            <a:extLst>
              <a:ext uri="{FF2B5EF4-FFF2-40B4-BE49-F238E27FC236}">
                <a16:creationId xmlns:a16="http://schemas.microsoft.com/office/drawing/2014/main" id="{8F97B6EF-30F4-4838-BC44-10AC4C1F68F2}"/>
              </a:ext>
            </a:extLst>
          </p:cNvPr>
          <p:cNvSpPr>
            <a:spLocks noGrp="1"/>
          </p:cNvSpPr>
          <p:nvPr>
            <p:ph type="body" sz="quarter" idx="28" hasCustomPrompt="1"/>
          </p:nvPr>
        </p:nvSpPr>
        <p:spPr>
          <a:xfrm>
            <a:off x="7373937" y="3709988"/>
            <a:ext cx="2519364" cy="1113557"/>
          </a:xfrm>
        </p:spPr>
        <p:txBody>
          <a:bodyPr>
            <a:normAutofit/>
          </a:bodyPr>
          <a:lstStyle>
            <a:lvl1pPr marL="0" indent="0">
              <a:buNone/>
              <a:defRPr sz="1400"/>
            </a:lvl1pPr>
          </a:lstStyle>
          <a:p>
            <a:pPr lvl="0"/>
            <a:r>
              <a:rPr lang="en-US" dirty="0"/>
              <a:t>Click to add description or sub-sections </a:t>
            </a:r>
          </a:p>
        </p:txBody>
      </p:sp>
      <p:pic>
        <p:nvPicPr>
          <p:cNvPr id="3" name="Graphic 2">
            <a:extLst>
              <a:ext uri="{FF2B5EF4-FFF2-40B4-BE49-F238E27FC236}">
                <a16:creationId xmlns:a16="http://schemas.microsoft.com/office/drawing/2014/main" id="{4422A1AD-B83F-FED7-85AB-3E369DC81B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C1AC644D-CA17-163D-8F07-F96A7BC18CE0}"/>
              </a:ext>
            </a:extLst>
          </p:cNvPr>
          <p:cNvGrpSpPr/>
          <p:nvPr userDrawn="1"/>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398138CA-3CDD-379F-B914-EB980701107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5" name="Rectangle 4">
              <a:extLst>
                <a:ext uri="{FF2B5EF4-FFF2-40B4-BE49-F238E27FC236}">
                  <a16:creationId xmlns:a16="http://schemas.microsoft.com/office/drawing/2014/main" id="{0B83FCCC-7734-91B9-CF10-D4BA84A0DEB4}"/>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23396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5198BA0-654F-859A-392E-53AD4EC03790}"/>
              </a:ext>
            </a:extLst>
          </p:cNvPr>
          <p:cNvSpPr>
            <a:spLocks noGrp="1"/>
          </p:cNvSpPr>
          <p:nvPr>
            <p:ph type="pic" sz="quarter" idx="10" hasCustomPrompt="1"/>
          </p:nvPr>
        </p:nvSpPr>
        <p:spPr>
          <a:xfrm>
            <a:off x="0" y="0"/>
            <a:ext cx="5976938" cy="6858000"/>
          </a:xfrm>
          <a:solidFill>
            <a:schemeClr val="tx1">
              <a:lumMod val="20000"/>
              <a:lumOff val="80000"/>
            </a:schemeClr>
          </a:solidFill>
        </p:spPr>
        <p:txBody>
          <a:bodyPr bIns="1620000" anchor="ctr">
            <a:normAutofit/>
          </a:bodyPr>
          <a:lstStyle>
            <a:lvl1pPr marL="0" indent="0" algn="ctr">
              <a:buNone/>
              <a:defRPr sz="3600" baseline="-25000">
                <a:solidFill>
                  <a:schemeClr val="tx1"/>
                </a:solidFill>
              </a:defRPr>
            </a:lvl1pPr>
          </a:lstStyle>
          <a:p>
            <a:r>
              <a:rPr lang="en-US" dirty="0"/>
              <a:t>Select icon to insert picture</a:t>
            </a:r>
          </a:p>
        </p:txBody>
      </p:sp>
      <p:sp>
        <p:nvSpPr>
          <p:cNvPr id="10" name="Text Placeholder 9">
            <a:extLst>
              <a:ext uri="{FF2B5EF4-FFF2-40B4-BE49-F238E27FC236}">
                <a16:creationId xmlns:a16="http://schemas.microsoft.com/office/drawing/2014/main" id="{ED61D8E2-251A-6FC6-3949-5E987F3148E4}"/>
              </a:ext>
            </a:extLst>
          </p:cNvPr>
          <p:cNvSpPr>
            <a:spLocks noGrp="1"/>
          </p:cNvSpPr>
          <p:nvPr>
            <p:ph type="body" sz="quarter" idx="12" hasCustomPrompt="1"/>
          </p:nvPr>
        </p:nvSpPr>
        <p:spPr>
          <a:xfrm>
            <a:off x="3079750" y="0"/>
            <a:ext cx="2897188" cy="6858000"/>
          </a:xfrm>
          <a:gradFill flip="none" rotWithShape="1">
            <a:gsLst>
              <a:gs pos="100000">
                <a:srgbClr val="000000">
                  <a:alpha val="0"/>
                </a:srgbClr>
              </a:gs>
              <a:gs pos="0">
                <a:srgbClr val="000000">
                  <a:alpha val="32000"/>
                </a:srgbClr>
              </a:gs>
            </a:gsLst>
            <a:lin ang="108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defTabSz="457200"/>
            <a:r>
              <a:rPr lang="en-US"/>
              <a:t>Do not enter text into this placeholder. </a:t>
            </a:r>
            <a:br>
              <a:rPr lang="en-US"/>
            </a:br>
            <a:r>
              <a:rPr lang="en-US"/>
              <a:t>This will not show up when presenting.</a:t>
            </a:r>
            <a:endParaRPr lang="en-US" dirty="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US" dirty="0"/>
          </a:p>
        </p:txBody>
      </p:sp>
      <p:pic>
        <p:nvPicPr>
          <p:cNvPr id="5" name="Graphic 4">
            <a:extLst>
              <a:ext uri="{FF2B5EF4-FFF2-40B4-BE49-F238E27FC236}">
                <a16:creationId xmlns:a16="http://schemas.microsoft.com/office/drawing/2014/main" id="{D10790B9-968C-3ADF-14C4-14ED9A2CDD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E123DF25-179E-401A-B93A-47298B5BC7D6}"/>
              </a:ext>
            </a:extLst>
          </p:cNvPr>
          <p:cNvGrpSpPr/>
          <p:nvPr userDrawn="1"/>
        </p:nvGrpSpPr>
        <p:grpSpPr>
          <a:xfrm>
            <a:off x="11236328" y="0"/>
            <a:ext cx="280986" cy="1282539"/>
            <a:chOff x="11222692" y="155575"/>
            <a:chExt cx="280986" cy="1282539"/>
          </a:xfrm>
          <a:solidFill>
            <a:schemeClr val="accent1"/>
          </a:solidFill>
        </p:grpSpPr>
        <p:pic>
          <p:nvPicPr>
            <p:cNvPr id="7" name="Graphic 6">
              <a:extLst>
                <a:ext uri="{FF2B5EF4-FFF2-40B4-BE49-F238E27FC236}">
                  <a16:creationId xmlns:a16="http://schemas.microsoft.com/office/drawing/2014/main" id="{C8FD0CD0-7CD9-6FB6-DABE-74F2C3903D0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9CB9F875-70E1-7F6D-B85A-31C058053A01}"/>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itle 1">
            <a:extLst>
              <a:ext uri="{FF2B5EF4-FFF2-40B4-BE49-F238E27FC236}">
                <a16:creationId xmlns:a16="http://schemas.microsoft.com/office/drawing/2014/main" id="{775C178F-A28F-E288-EAB0-BE9CB52C9E52}"/>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dirty="0"/>
              <a:t>CLICK TO EDIT </a:t>
            </a:r>
            <a:r>
              <a:rPr lang="en-US"/>
              <a:t>SECTION TITLE</a:t>
            </a:r>
            <a:endParaRPr lang="en-US" dirty="0"/>
          </a:p>
        </p:txBody>
      </p:sp>
      <p:grpSp>
        <p:nvGrpSpPr>
          <p:cNvPr id="2" name="Group 1">
            <a:extLst>
              <a:ext uri="{FF2B5EF4-FFF2-40B4-BE49-F238E27FC236}">
                <a16:creationId xmlns:a16="http://schemas.microsoft.com/office/drawing/2014/main" id="{D100F441-5CD5-3692-E04B-CB3AC93C3838}"/>
              </a:ext>
            </a:extLst>
          </p:cNvPr>
          <p:cNvGrpSpPr/>
          <p:nvPr userDrawn="1"/>
        </p:nvGrpSpPr>
        <p:grpSpPr>
          <a:xfrm>
            <a:off x="-1518920" y="0"/>
            <a:ext cx="1248590" cy="3316146"/>
            <a:chOff x="-2206171" y="0"/>
            <a:chExt cx="1973942" cy="3117918"/>
          </a:xfrm>
        </p:grpSpPr>
        <p:sp>
          <p:nvSpPr>
            <p:cNvPr id="11" name="Rectangle 10">
              <a:extLst>
                <a:ext uri="{FF2B5EF4-FFF2-40B4-BE49-F238E27FC236}">
                  <a16:creationId xmlns:a16="http://schemas.microsoft.com/office/drawing/2014/main" id="{0BD493FC-C887-0A82-95D4-1242ED9CC89B}"/>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2" name="Rectangle 11">
              <a:extLst>
                <a:ext uri="{FF2B5EF4-FFF2-40B4-BE49-F238E27FC236}">
                  <a16:creationId xmlns:a16="http://schemas.microsoft.com/office/drawing/2014/main" id="{9A9FD7DA-C602-96EA-DA81-69B3B95056FA}"/>
                </a:ext>
              </a:extLst>
            </p:cNvPr>
            <p:cNvSpPr/>
            <p:nvPr/>
          </p:nvSpPr>
          <p:spPr>
            <a:xfrm>
              <a:off x="-2206171" y="275772"/>
              <a:ext cx="1973942" cy="2842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The number ’01’ is an empty placeholder and will not show in show mode until a number is typed in.</a:t>
              </a:r>
            </a:p>
            <a:p>
              <a:endParaRPr lang="en-US" sz="9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r>
                <a:rPr lang="en-US" sz="900" dirty="0">
                  <a:solidFill>
                    <a:schemeClr val="tx1"/>
                  </a:solidFill>
                </a:rPr>
                <a:t> </a:t>
              </a:r>
            </a:p>
          </p:txBody>
        </p:sp>
      </p:grpSp>
    </p:spTree>
    <p:extLst>
      <p:ext uri="{BB962C8B-B14F-4D97-AF65-F5344CB8AC3E}">
        <p14:creationId xmlns:p14="http://schemas.microsoft.com/office/powerpoint/2010/main" val="1493152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pic>
        <p:nvPicPr>
          <p:cNvPr id="8" name="Picture 7" descr="A picture containing diagram&#10;&#10;Description automatically generated">
            <a:extLst>
              <a:ext uri="{FF2B5EF4-FFF2-40B4-BE49-F238E27FC236}">
                <a16:creationId xmlns:a16="http://schemas.microsoft.com/office/drawing/2014/main" id="{7E4A8C32-1B25-1CDF-993D-9EEA02AA87A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5976938" cy="6858000"/>
          </a:xfrm>
          <a:prstGeom prst="rect">
            <a:avLst/>
          </a:prstGeom>
        </p:spPr>
      </p:pic>
      <p:sp>
        <p:nvSpPr>
          <p:cNvPr id="4" name="Rectangle 3">
            <a:extLst>
              <a:ext uri="{FF2B5EF4-FFF2-40B4-BE49-F238E27FC236}">
                <a16:creationId xmlns:a16="http://schemas.microsoft.com/office/drawing/2014/main" id="{7ECFF036-DA68-477B-6937-4ADEE28C2A30}"/>
              </a:ext>
            </a:extLst>
          </p:cNvPr>
          <p:cNvSpPr/>
          <p:nvPr userDrawn="1"/>
        </p:nvSpPr>
        <p:spPr>
          <a:xfrm>
            <a:off x="0" y="-1"/>
            <a:ext cx="5976938"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US" sz="800" dirty="0"/>
          </a:p>
        </p:txBody>
      </p:sp>
      <p:pic>
        <p:nvPicPr>
          <p:cNvPr id="5" name="Graphic 4">
            <a:extLst>
              <a:ext uri="{FF2B5EF4-FFF2-40B4-BE49-F238E27FC236}">
                <a16:creationId xmlns:a16="http://schemas.microsoft.com/office/drawing/2014/main" id="{D10790B9-968C-3ADF-14C4-14ED9A2CDD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US" dirty="0"/>
          </a:p>
        </p:txBody>
      </p:sp>
      <p:grpSp>
        <p:nvGrpSpPr>
          <p:cNvPr id="3" name="Group 2">
            <a:extLst>
              <a:ext uri="{FF2B5EF4-FFF2-40B4-BE49-F238E27FC236}">
                <a16:creationId xmlns:a16="http://schemas.microsoft.com/office/drawing/2014/main" id="{1A387A81-7B2E-214F-A7E9-AEF76B058CF0}"/>
              </a:ext>
            </a:extLst>
          </p:cNvPr>
          <p:cNvGrpSpPr/>
          <p:nvPr userDrawn="1"/>
        </p:nvGrpSpPr>
        <p:grpSpPr>
          <a:xfrm>
            <a:off x="11236328" y="0"/>
            <a:ext cx="280986" cy="1282539"/>
            <a:chOff x="11222692" y="155575"/>
            <a:chExt cx="280986" cy="1282539"/>
          </a:xfrm>
          <a:solidFill>
            <a:schemeClr val="accent1"/>
          </a:solidFill>
        </p:grpSpPr>
        <p:pic>
          <p:nvPicPr>
            <p:cNvPr id="7" name="Graphic 6">
              <a:extLst>
                <a:ext uri="{FF2B5EF4-FFF2-40B4-BE49-F238E27FC236}">
                  <a16:creationId xmlns:a16="http://schemas.microsoft.com/office/drawing/2014/main" id="{419A958D-2F5F-DFF0-650E-C876A4BF56A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9" name="Rectangle 8">
              <a:extLst>
                <a:ext uri="{FF2B5EF4-FFF2-40B4-BE49-F238E27FC236}">
                  <a16:creationId xmlns:a16="http://schemas.microsoft.com/office/drawing/2014/main" id="{E4BDBD87-4C44-2051-B590-3BAC256463D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itle 1">
            <a:extLst>
              <a:ext uri="{FF2B5EF4-FFF2-40B4-BE49-F238E27FC236}">
                <a16:creationId xmlns:a16="http://schemas.microsoft.com/office/drawing/2014/main" id="{A85BBC5E-9CA3-35A1-2B70-0289B4F39A9E}"/>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dirty="0"/>
              <a:t>CLICK TO EDIT </a:t>
            </a:r>
            <a:r>
              <a:rPr lang="en-US"/>
              <a:t>SECTION TITLE</a:t>
            </a:r>
            <a:endParaRPr lang="en-US" dirty="0"/>
          </a:p>
        </p:txBody>
      </p:sp>
      <p:grpSp>
        <p:nvGrpSpPr>
          <p:cNvPr id="2" name="Group 1">
            <a:extLst>
              <a:ext uri="{FF2B5EF4-FFF2-40B4-BE49-F238E27FC236}">
                <a16:creationId xmlns:a16="http://schemas.microsoft.com/office/drawing/2014/main" id="{89E29573-42CC-6C87-11DD-37F7CD088C18}"/>
              </a:ext>
            </a:extLst>
          </p:cNvPr>
          <p:cNvGrpSpPr/>
          <p:nvPr userDrawn="1"/>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9FDACFD3-EEF7-22A0-E526-BEF37D218151}"/>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1" name="Rectangle 10">
              <a:extLst>
                <a:ext uri="{FF2B5EF4-FFF2-40B4-BE49-F238E27FC236}">
                  <a16:creationId xmlns:a16="http://schemas.microsoft.com/office/drawing/2014/main" id="{731AF126-02C5-A43F-8306-E148A70103DA}"/>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3298552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userDrawn="1"/>
        </p:nvSpPr>
        <p:spPr>
          <a:xfrm>
            <a:off x="0" y="0"/>
            <a:ext cx="5976938"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US" sz="800" dirty="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US" dirty="0"/>
          </a:p>
        </p:txBody>
      </p:sp>
      <p:pic>
        <p:nvPicPr>
          <p:cNvPr id="5" name="Graphic 4">
            <a:extLst>
              <a:ext uri="{FF2B5EF4-FFF2-40B4-BE49-F238E27FC236}">
                <a16:creationId xmlns:a16="http://schemas.microsoft.com/office/drawing/2014/main" id="{D10790B9-968C-3ADF-14C4-14ED9A2CDD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2255929B-BFC4-2A46-0CBA-E288C616D46C}"/>
              </a:ext>
            </a:extLst>
          </p:cNvPr>
          <p:cNvGrpSpPr/>
          <p:nvPr userDrawn="1"/>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985A387B-31C7-3484-EF26-18AD3EC0652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D65047FA-42BB-E0A1-61C4-D0746A07DFD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itle 1">
            <a:extLst>
              <a:ext uri="{FF2B5EF4-FFF2-40B4-BE49-F238E27FC236}">
                <a16:creationId xmlns:a16="http://schemas.microsoft.com/office/drawing/2014/main" id="{4216551D-C457-444C-0B68-80E443C545EA}"/>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dirty="0"/>
              <a:t>CLICK TO EDIT </a:t>
            </a:r>
            <a:r>
              <a:rPr lang="en-US"/>
              <a:t>SECTION TITLE</a:t>
            </a:r>
            <a:endParaRPr lang="en-US" dirty="0"/>
          </a:p>
        </p:txBody>
      </p:sp>
      <p:grpSp>
        <p:nvGrpSpPr>
          <p:cNvPr id="2" name="Group 1">
            <a:extLst>
              <a:ext uri="{FF2B5EF4-FFF2-40B4-BE49-F238E27FC236}">
                <a16:creationId xmlns:a16="http://schemas.microsoft.com/office/drawing/2014/main" id="{72C71105-D906-A438-D4EE-96B4FF66BC03}"/>
              </a:ext>
            </a:extLst>
          </p:cNvPr>
          <p:cNvGrpSpPr/>
          <p:nvPr userDrawn="1"/>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480D96A4-92B1-D3BA-1E87-BC3D262ED8E6}"/>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1" name="Rectangle 10">
              <a:extLst>
                <a:ext uri="{FF2B5EF4-FFF2-40B4-BE49-F238E27FC236}">
                  <a16:creationId xmlns:a16="http://schemas.microsoft.com/office/drawing/2014/main" id="{5D2E6CE0-1523-674D-3148-3F0D34D1E66C}"/>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355750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0800000"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userDrawn="1"/>
        </p:nvSpPr>
        <p:spPr>
          <a:xfrm>
            <a:off x="393699" y="-1"/>
            <a:ext cx="5583237"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US" sz="800" dirty="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US" dirty="0"/>
          </a:p>
        </p:txBody>
      </p:sp>
      <p:pic>
        <p:nvPicPr>
          <p:cNvPr id="5" name="Graphic 4">
            <a:extLst>
              <a:ext uri="{FF2B5EF4-FFF2-40B4-BE49-F238E27FC236}">
                <a16:creationId xmlns:a16="http://schemas.microsoft.com/office/drawing/2014/main" id="{D10790B9-968C-3ADF-14C4-14ED9A2CDD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FF404AA7-6936-D412-7ABA-6DADF0DA2C87}"/>
              </a:ext>
            </a:extLst>
          </p:cNvPr>
          <p:cNvGrpSpPr/>
          <p:nvPr userDrawn="1"/>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0A07FCF5-4833-E3E5-3411-3A69FEBDC47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C85425B6-EB89-AB91-3AA6-EDD61BE2A91A}"/>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itle 1">
            <a:extLst>
              <a:ext uri="{FF2B5EF4-FFF2-40B4-BE49-F238E27FC236}">
                <a16:creationId xmlns:a16="http://schemas.microsoft.com/office/drawing/2014/main" id="{71628415-76CC-F35D-F71F-F6FDBB99D41C}"/>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dirty="0"/>
              <a:t>CLICK TO EDIT </a:t>
            </a:r>
            <a:r>
              <a:rPr lang="en-US"/>
              <a:t>SECTION TITLE</a:t>
            </a:r>
            <a:endParaRPr lang="en-US" dirty="0"/>
          </a:p>
        </p:txBody>
      </p:sp>
      <p:grpSp>
        <p:nvGrpSpPr>
          <p:cNvPr id="2" name="Group 1">
            <a:extLst>
              <a:ext uri="{FF2B5EF4-FFF2-40B4-BE49-F238E27FC236}">
                <a16:creationId xmlns:a16="http://schemas.microsoft.com/office/drawing/2014/main" id="{6F1FF7CF-9F2E-8508-5DF0-5995948B3F5E}"/>
              </a:ext>
            </a:extLst>
          </p:cNvPr>
          <p:cNvGrpSpPr/>
          <p:nvPr userDrawn="1"/>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1A464E79-B8BF-F74B-A874-E7B9FCE2C1D9}"/>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1" name="Rectangle 10">
              <a:extLst>
                <a:ext uri="{FF2B5EF4-FFF2-40B4-BE49-F238E27FC236}">
                  <a16:creationId xmlns:a16="http://schemas.microsoft.com/office/drawing/2014/main" id="{E326A3DC-90A2-9916-9EDA-7264955AA6E8}"/>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3340251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0800000"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userDrawn="1"/>
        </p:nvSpPr>
        <p:spPr>
          <a:xfrm>
            <a:off x="2322287" y="-1"/>
            <a:ext cx="3654652" cy="6858000"/>
          </a:xfrm>
          <a:prstGeom prst="rect">
            <a:avLst/>
          </a:prstGeom>
          <a:gradFill flip="none" rotWithShape="1">
            <a:gsLst>
              <a:gs pos="68000">
                <a:srgbClr val="000000">
                  <a:alpha val="0"/>
                </a:srgbClr>
              </a:gs>
              <a:gs pos="0">
                <a:srgbClr val="000000">
                  <a:alpha val="47000"/>
                </a:srgbClr>
              </a:gs>
            </a:gsLst>
            <a:lin ang="120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US" sz="800" dirty="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US" dirty="0"/>
          </a:p>
        </p:txBody>
      </p:sp>
      <p:pic>
        <p:nvPicPr>
          <p:cNvPr id="5" name="Graphic 4">
            <a:extLst>
              <a:ext uri="{FF2B5EF4-FFF2-40B4-BE49-F238E27FC236}">
                <a16:creationId xmlns:a16="http://schemas.microsoft.com/office/drawing/2014/main" id="{D10790B9-968C-3ADF-14C4-14ED9A2CDD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8F9B8BB9-D9E0-24EB-DC4B-0BA936E97F53}"/>
              </a:ext>
            </a:extLst>
          </p:cNvPr>
          <p:cNvGrpSpPr/>
          <p:nvPr userDrawn="1"/>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0AF2BE77-02E1-E3E2-3118-C2324899CEA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15ED8949-59DC-BAE0-5C52-DD79BA87BD62}"/>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itle 1">
            <a:extLst>
              <a:ext uri="{FF2B5EF4-FFF2-40B4-BE49-F238E27FC236}">
                <a16:creationId xmlns:a16="http://schemas.microsoft.com/office/drawing/2014/main" id="{0C8F6832-398C-75C1-4AF7-2A7E17D618D6}"/>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dirty="0"/>
              <a:t>CLICK TO EDIT </a:t>
            </a:r>
            <a:r>
              <a:rPr lang="en-US"/>
              <a:t>SECTION TITLE</a:t>
            </a:r>
            <a:endParaRPr lang="en-US" dirty="0"/>
          </a:p>
        </p:txBody>
      </p:sp>
      <p:grpSp>
        <p:nvGrpSpPr>
          <p:cNvPr id="2" name="Group 1">
            <a:extLst>
              <a:ext uri="{FF2B5EF4-FFF2-40B4-BE49-F238E27FC236}">
                <a16:creationId xmlns:a16="http://schemas.microsoft.com/office/drawing/2014/main" id="{A316FEE2-8727-6AE7-508D-C9E19FE6DF2B}"/>
              </a:ext>
            </a:extLst>
          </p:cNvPr>
          <p:cNvGrpSpPr/>
          <p:nvPr userDrawn="1"/>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B98BC6B8-0EAC-3D8B-8073-599F0E7D5A32}"/>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1" name="Rectangle 10">
              <a:extLst>
                <a:ext uri="{FF2B5EF4-FFF2-40B4-BE49-F238E27FC236}">
                  <a16:creationId xmlns:a16="http://schemas.microsoft.com/office/drawing/2014/main" id="{7972D2FA-0C9E-71C8-6D29-EA6BC91ECC23}"/>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2592422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A1893FFB-82CD-D1D5-CF05-A847B96128F3}"/>
              </a:ext>
            </a:extLst>
          </p:cNvPr>
          <p:cNvSpPr>
            <a:spLocks noGrp="1"/>
          </p:cNvSpPr>
          <p:nvPr>
            <p:ph sz="quarter" idx="12"/>
          </p:nvPr>
        </p:nvSpPr>
        <p:spPr>
          <a:xfrm>
            <a:off x="685800" y="1714500"/>
            <a:ext cx="10820400"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F2B1148A-DDC1-DEA5-9931-D2CD8DBEEE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7E09E9B9-AFCA-64A7-6DC1-C003D04B0767}"/>
              </a:ext>
            </a:extLst>
          </p:cNvPr>
          <p:cNvGrpSpPr/>
          <p:nvPr userDrawn="1"/>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7BBB5F80-C9B7-FC3D-0365-793D3600074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5" name="Rectangle 4">
              <a:extLst>
                <a:ext uri="{FF2B5EF4-FFF2-40B4-BE49-F238E27FC236}">
                  <a16:creationId xmlns:a16="http://schemas.microsoft.com/office/drawing/2014/main" id="{950C268B-26F0-5ED0-206B-A766A8777313}"/>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ooter Placeholder 7">
            <a:extLst>
              <a:ext uri="{FF2B5EF4-FFF2-40B4-BE49-F238E27FC236}">
                <a16:creationId xmlns:a16="http://schemas.microsoft.com/office/drawing/2014/main" id="{437C3641-3543-3523-61C7-83D85D80E2CC}"/>
              </a:ext>
            </a:extLst>
          </p:cNvPr>
          <p:cNvSpPr>
            <a:spLocks noGrp="1"/>
          </p:cNvSpPr>
          <p:nvPr>
            <p:ph type="ftr" sz="quarter" idx="13"/>
          </p:nvPr>
        </p:nvSpPr>
        <p:spPr/>
        <p:txBody>
          <a:bodyPr/>
          <a:lstStyle/>
          <a:p>
            <a:endParaRPr lang="en-US" dirty="0"/>
          </a:p>
        </p:txBody>
      </p:sp>
      <p:sp>
        <p:nvSpPr>
          <p:cNvPr id="9" name="Slide Number Placeholder 8">
            <a:extLst>
              <a:ext uri="{FF2B5EF4-FFF2-40B4-BE49-F238E27FC236}">
                <a16:creationId xmlns:a16="http://schemas.microsoft.com/office/drawing/2014/main" id="{CA31FE86-8351-FE00-A0DC-A499C7791DB6}"/>
              </a:ext>
            </a:extLst>
          </p:cNvPr>
          <p:cNvSpPr>
            <a:spLocks noGrp="1"/>
          </p:cNvSpPr>
          <p:nvPr>
            <p:ph type="sldNum" sz="quarter" idx="14"/>
          </p:nvPr>
        </p:nvSpPr>
        <p:spPr/>
        <p:txBody>
          <a:bodyPr/>
          <a:lstStyle/>
          <a:p>
            <a:fld id="{3A74F2AC-1E9A-41D4-8B35-A069FB343260}" type="slidenum">
              <a:rPr lang="en-US" smtClean="0"/>
              <a:pPr/>
              <a:t>‹#›</a:t>
            </a:fld>
            <a:endParaRPr lang="en-US" dirty="0"/>
          </a:p>
        </p:txBody>
      </p:sp>
      <p:sp>
        <p:nvSpPr>
          <p:cNvPr id="6" name="Title 5">
            <a:extLst>
              <a:ext uri="{FF2B5EF4-FFF2-40B4-BE49-F238E27FC236}">
                <a16:creationId xmlns:a16="http://schemas.microsoft.com/office/drawing/2014/main" id="{85C3C5E7-61CE-0834-2A4E-CDA4771B1480}"/>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004722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0C762-B546-FB1C-FA00-8AAA5F94097D}"/>
              </a:ext>
            </a:extLst>
          </p:cNvPr>
          <p:cNvSpPr>
            <a:spLocks noGrp="1"/>
          </p:cNvSpPr>
          <p:nvPr>
            <p:ph sz="half" idx="1"/>
          </p:nvPr>
        </p:nvSpPr>
        <p:spPr>
          <a:xfrm>
            <a:off x="685800" y="1714501"/>
            <a:ext cx="5096435" cy="4229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B466950-FAF1-8165-9B30-58CEEE9BDED2}"/>
              </a:ext>
            </a:extLst>
          </p:cNvPr>
          <p:cNvSpPr>
            <a:spLocks noGrp="1"/>
          </p:cNvSpPr>
          <p:nvPr>
            <p:ph sz="half" idx="2"/>
          </p:nvPr>
        </p:nvSpPr>
        <p:spPr>
          <a:xfrm>
            <a:off x="6409764" y="1714501"/>
            <a:ext cx="5096435" cy="4229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D0CE6EC2-B084-DE12-AD61-C83995219B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17E7434A-C3B3-C6A4-B774-F4CFB97E9770}"/>
              </a:ext>
            </a:extLst>
          </p:cNvPr>
          <p:cNvGrpSpPr/>
          <p:nvPr userDrawn="1"/>
        </p:nvGrpSpPr>
        <p:grpSpPr>
          <a:xfrm>
            <a:off x="11236328" y="0"/>
            <a:ext cx="280986" cy="1282539"/>
            <a:chOff x="11222692" y="155575"/>
            <a:chExt cx="280986" cy="1282539"/>
          </a:xfrm>
          <a:solidFill>
            <a:schemeClr val="accent1"/>
          </a:solidFill>
        </p:grpSpPr>
        <p:pic>
          <p:nvPicPr>
            <p:cNvPr id="9" name="Graphic 8">
              <a:extLst>
                <a:ext uri="{FF2B5EF4-FFF2-40B4-BE49-F238E27FC236}">
                  <a16:creationId xmlns:a16="http://schemas.microsoft.com/office/drawing/2014/main" id="{157C0E07-9544-B841-CB64-BEF7E7A0AF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14D6EF1B-0926-BAE7-CE19-791F8B52E6DA}"/>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ooter Placeholder 7">
            <a:extLst>
              <a:ext uri="{FF2B5EF4-FFF2-40B4-BE49-F238E27FC236}">
                <a16:creationId xmlns:a16="http://schemas.microsoft.com/office/drawing/2014/main" id="{58B088D9-41BE-C3C9-1315-894F22EE939A}"/>
              </a:ext>
            </a:extLst>
          </p:cNvPr>
          <p:cNvSpPr>
            <a:spLocks noGrp="1"/>
          </p:cNvSpPr>
          <p:nvPr>
            <p:ph type="ftr" sz="quarter" idx="10"/>
          </p:nvPr>
        </p:nvSpPr>
        <p:spPr/>
        <p:txBody>
          <a:bodyPr/>
          <a:lstStyle/>
          <a:p>
            <a:endParaRPr lang="en-US" dirty="0"/>
          </a:p>
        </p:txBody>
      </p:sp>
      <p:sp>
        <p:nvSpPr>
          <p:cNvPr id="11" name="Slide Number Placeholder 10">
            <a:extLst>
              <a:ext uri="{FF2B5EF4-FFF2-40B4-BE49-F238E27FC236}">
                <a16:creationId xmlns:a16="http://schemas.microsoft.com/office/drawing/2014/main" id="{790EC171-7FB4-3A6D-1592-8559046F1191}"/>
              </a:ext>
            </a:extLst>
          </p:cNvPr>
          <p:cNvSpPr>
            <a:spLocks noGrp="1"/>
          </p:cNvSpPr>
          <p:nvPr>
            <p:ph type="sldNum" sz="quarter" idx="11"/>
          </p:nvPr>
        </p:nvSpPr>
        <p:spPr/>
        <p:txBody>
          <a:bodyPr/>
          <a:lstStyle/>
          <a:p>
            <a:fld id="{3A74F2AC-1E9A-41D4-8B35-A069FB343260}" type="slidenum">
              <a:rPr lang="en-US" smtClean="0"/>
              <a:pPr/>
              <a:t>‹#›</a:t>
            </a:fld>
            <a:endParaRPr lang="en-US" dirty="0"/>
          </a:p>
        </p:txBody>
      </p:sp>
      <p:sp>
        <p:nvSpPr>
          <p:cNvPr id="6" name="Title 5">
            <a:extLst>
              <a:ext uri="{FF2B5EF4-FFF2-40B4-BE49-F238E27FC236}">
                <a16:creationId xmlns:a16="http://schemas.microsoft.com/office/drawing/2014/main" id="{9A620D79-C6DB-F60B-E0E4-30904408A759}"/>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544700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with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1" y="1714500"/>
            <a:ext cx="5096435" cy="850900"/>
          </a:xfrm>
        </p:spPr>
        <p:txBody>
          <a:bodyPr anchor="t">
            <a:normAutofit/>
          </a:bodyPr>
          <a:lstStyle>
            <a:lvl1pPr marL="0" indent="0">
              <a:buNone/>
              <a:defRPr sz="20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0" y="2565401"/>
            <a:ext cx="5096435"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90C7B87-D82D-46B2-E26E-D4A3F843488A}"/>
              </a:ext>
            </a:extLst>
          </p:cNvPr>
          <p:cNvSpPr>
            <a:spLocks noGrp="1"/>
          </p:cNvSpPr>
          <p:nvPr>
            <p:ph type="body" sz="quarter" idx="3" hasCustomPrompt="1"/>
          </p:nvPr>
        </p:nvSpPr>
        <p:spPr>
          <a:xfrm>
            <a:off x="6409765" y="1714500"/>
            <a:ext cx="5096434" cy="850900"/>
          </a:xfrm>
        </p:spPr>
        <p:txBody>
          <a:bodyPr anchor="t">
            <a:normAutofit/>
          </a:bodyPr>
          <a:lstStyle>
            <a:lvl1pPr marL="0" indent="0">
              <a:buNone/>
              <a:defRPr sz="20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6" name="Content Placeholder 5">
            <a:extLst>
              <a:ext uri="{FF2B5EF4-FFF2-40B4-BE49-F238E27FC236}">
                <a16:creationId xmlns:a16="http://schemas.microsoft.com/office/drawing/2014/main" id="{91A0345D-5470-AA9B-4A26-AA357795299E}"/>
              </a:ext>
            </a:extLst>
          </p:cNvPr>
          <p:cNvSpPr>
            <a:spLocks noGrp="1"/>
          </p:cNvSpPr>
          <p:nvPr>
            <p:ph sz="quarter" idx="4"/>
          </p:nvPr>
        </p:nvSpPr>
        <p:spPr>
          <a:xfrm>
            <a:off x="6409764" y="2565401"/>
            <a:ext cx="5096435"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E382E7B5-74BC-EE54-42CC-9D35A7A7EAF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E097B22A-D042-493E-098A-3B5204380AD9}"/>
              </a:ext>
            </a:extLst>
          </p:cNvPr>
          <p:cNvGrpSpPr/>
          <p:nvPr userDrawn="1"/>
        </p:nvGrpSpPr>
        <p:grpSpPr>
          <a:xfrm>
            <a:off x="11236328" y="0"/>
            <a:ext cx="280986" cy="1282539"/>
            <a:chOff x="11222692" y="155575"/>
            <a:chExt cx="280986" cy="1282539"/>
          </a:xfrm>
          <a:solidFill>
            <a:schemeClr val="accent1"/>
          </a:solidFill>
        </p:grpSpPr>
        <p:pic>
          <p:nvPicPr>
            <p:cNvPr id="12" name="Graphic 11">
              <a:extLst>
                <a:ext uri="{FF2B5EF4-FFF2-40B4-BE49-F238E27FC236}">
                  <a16:creationId xmlns:a16="http://schemas.microsoft.com/office/drawing/2014/main" id="{BB6983CE-E762-7786-BFA1-016AC28A6D6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3" name="Rectangle 12">
              <a:extLst>
                <a:ext uri="{FF2B5EF4-FFF2-40B4-BE49-F238E27FC236}">
                  <a16:creationId xmlns:a16="http://schemas.microsoft.com/office/drawing/2014/main" id="{AE0E92D6-54C6-B573-8353-04B3DD51CF97}"/>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ooter Placeholder 10">
            <a:extLst>
              <a:ext uri="{FF2B5EF4-FFF2-40B4-BE49-F238E27FC236}">
                <a16:creationId xmlns:a16="http://schemas.microsoft.com/office/drawing/2014/main" id="{2D1596E9-6B99-D6B1-0424-D1707E037369}"/>
              </a:ext>
            </a:extLst>
          </p:cNvPr>
          <p:cNvSpPr>
            <a:spLocks noGrp="1"/>
          </p:cNvSpPr>
          <p:nvPr>
            <p:ph type="ftr" sz="quarter" idx="10"/>
          </p:nvPr>
        </p:nvSpPr>
        <p:spPr/>
        <p:txBody>
          <a:bodyPr/>
          <a:lstStyle/>
          <a:p>
            <a:endParaRPr lang="en-US" dirty="0"/>
          </a:p>
        </p:txBody>
      </p:sp>
      <p:sp>
        <p:nvSpPr>
          <p:cNvPr id="14" name="Slide Number Placeholder 13">
            <a:extLst>
              <a:ext uri="{FF2B5EF4-FFF2-40B4-BE49-F238E27FC236}">
                <a16:creationId xmlns:a16="http://schemas.microsoft.com/office/drawing/2014/main" id="{BD426A03-A3C1-FA01-AEBE-7C28117A120E}"/>
              </a:ext>
            </a:extLst>
          </p:cNvPr>
          <p:cNvSpPr>
            <a:spLocks noGrp="1"/>
          </p:cNvSpPr>
          <p:nvPr>
            <p:ph type="sldNum" sz="quarter" idx="11"/>
          </p:nvPr>
        </p:nvSpPr>
        <p:spPr/>
        <p:txBody>
          <a:bodyPr/>
          <a:lstStyle/>
          <a:p>
            <a:fld id="{3A74F2AC-1E9A-41D4-8B35-A069FB343260}" type="slidenum">
              <a:rPr lang="en-US" smtClean="0"/>
              <a:pPr/>
              <a:t>‹#›</a:t>
            </a:fld>
            <a:endParaRPr lang="en-US" dirty="0"/>
          </a:p>
        </p:txBody>
      </p:sp>
      <p:sp>
        <p:nvSpPr>
          <p:cNvPr id="8" name="Title 7">
            <a:extLst>
              <a:ext uri="{FF2B5EF4-FFF2-40B4-BE49-F238E27FC236}">
                <a16:creationId xmlns:a16="http://schemas.microsoft.com/office/drawing/2014/main" id="{499DF51C-029F-7BF9-0F5D-ACC7B4CC967C}"/>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628024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23A513-4CA3-A1E4-5B7E-4A752E4438EB}"/>
              </a:ext>
            </a:extLst>
          </p:cNvPr>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E8246BAC-661E-89BE-188E-DCA2BF4497F7}"/>
              </a:ext>
            </a:extLst>
          </p:cNvPr>
          <p:cNvPicPr>
            <a:picLocks noChangeAspect="1"/>
          </p:cNvPicPr>
          <p:nvPr userDrawn="1"/>
        </p:nvPicPr>
        <p:blipFill>
          <a:blip r:embed="rId2"/>
          <a:stretch>
            <a:fillRect/>
          </a:stretch>
        </p:blipFill>
        <p:spPr>
          <a:xfrm>
            <a:off x="10522527" y="6118859"/>
            <a:ext cx="983672" cy="573779"/>
          </a:xfrm>
          <a:prstGeom prst="rect">
            <a:avLst/>
          </a:prstGeom>
        </p:spPr>
      </p:pic>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2" y="1714500"/>
            <a:ext cx="4991100" cy="850900"/>
          </a:xfrm>
        </p:spPr>
        <p:txBody>
          <a:bodyPr vert="horz" lIns="0" tIns="45720" rIns="91440" bIns="45720" rtlCol="0" anchor="t">
            <a:normAutofit/>
          </a:bodyPr>
          <a:lstStyle>
            <a:lvl1pPr marL="0" indent="0">
              <a:buNone/>
              <a:defRPr lang="en-US" sz="2000" b="1" cap="none" spc="0" baseline="0" dirty="0">
                <a:solidFill>
                  <a:schemeClr val="accent4"/>
                </a:solidFill>
              </a:defRPr>
            </a:lvl1pPr>
          </a:lstStyle>
          <a:p>
            <a:pPr marL="228600" lvl="0" indent="-228600"/>
            <a:r>
              <a:rPr lang="en-US" dirty="0"/>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1" y="2565401"/>
            <a:ext cx="499110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490C7B87-D82D-46B2-E26E-D4A3F843488A}"/>
              </a:ext>
            </a:extLst>
          </p:cNvPr>
          <p:cNvSpPr>
            <a:spLocks noGrp="1"/>
          </p:cNvSpPr>
          <p:nvPr>
            <p:ph type="body" sz="quarter" idx="3" hasCustomPrompt="1"/>
          </p:nvPr>
        </p:nvSpPr>
        <p:spPr>
          <a:xfrm>
            <a:off x="6515098" y="1714500"/>
            <a:ext cx="4991102" cy="850900"/>
          </a:xfrm>
        </p:spPr>
        <p:txBody>
          <a:bodyPr vert="horz" lIns="0" tIns="45720" rIns="91440" bIns="45720" rtlCol="0" anchor="t">
            <a:normAutofit/>
          </a:bodyPr>
          <a:lstStyle>
            <a:lvl1pPr marL="0" indent="0">
              <a:buClr>
                <a:schemeClr val="bg1"/>
              </a:buClr>
              <a:buNone/>
              <a:defRPr lang="en-US" sz="2000" b="1" cap="none" spc="0" baseline="0" dirty="0">
                <a:solidFill>
                  <a:schemeClr val="accent5"/>
                </a:solidFill>
              </a:defRPr>
            </a:lvl1pPr>
          </a:lstStyle>
          <a:p>
            <a:pPr marL="228600" lvl="0" indent="-228600"/>
            <a:r>
              <a:rPr lang="en-US" dirty="0"/>
              <a:t>Insert heading here</a:t>
            </a:r>
          </a:p>
        </p:txBody>
      </p:sp>
      <p:sp>
        <p:nvSpPr>
          <p:cNvPr id="6" name="Content Placeholder 5">
            <a:extLst>
              <a:ext uri="{FF2B5EF4-FFF2-40B4-BE49-F238E27FC236}">
                <a16:creationId xmlns:a16="http://schemas.microsoft.com/office/drawing/2014/main" id="{91A0345D-5470-AA9B-4A26-AA357795299E}"/>
              </a:ext>
            </a:extLst>
          </p:cNvPr>
          <p:cNvSpPr>
            <a:spLocks noGrp="1"/>
          </p:cNvSpPr>
          <p:nvPr>
            <p:ph sz="quarter" idx="4"/>
          </p:nvPr>
        </p:nvSpPr>
        <p:spPr>
          <a:xfrm>
            <a:off x="6515097" y="2565401"/>
            <a:ext cx="4991103" cy="3378200"/>
          </a:xfrm>
        </p:spPr>
        <p:txBody>
          <a:bodyPr/>
          <a:lstStyle>
            <a:lvl1pPr>
              <a:buClr>
                <a:schemeClr val="accent5"/>
              </a:buClr>
              <a:defRPr>
                <a:solidFill>
                  <a:schemeClr val="bg1"/>
                </a:solidFill>
              </a:defRPr>
            </a:lvl1pPr>
            <a:lvl2pPr>
              <a:buClr>
                <a:schemeClr val="accent5"/>
              </a:buClr>
              <a:defRPr>
                <a:solidFill>
                  <a:schemeClr val="bg1"/>
                </a:solidFill>
              </a:defRPr>
            </a:lvl2pPr>
            <a:lvl3pPr>
              <a:buClr>
                <a:schemeClr val="accent5"/>
              </a:buClr>
              <a:defRPr>
                <a:solidFill>
                  <a:schemeClr val="bg1"/>
                </a:solidFill>
              </a:defRPr>
            </a:lvl3pPr>
            <a:lvl4pPr>
              <a:buClr>
                <a:schemeClr val="accent5"/>
              </a:buClr>
              <a:defRPr>
                <a:solidFill>
                  <a:schemeClr val="bg1"/>
                </a:solidFill>
              </a:defRPr>
            </a:lvl4pPr>
            <a:lvl5pPr>
              <a:buClr>
                <a:schemeClr val="accent5"/>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0963D66B-4CBE-0AB2-F1B8-B6D82F7F3E85}"/>
              </a:ext>
            </a:extLst>
          </p:cNvPr>
          <p:cNvSpPr>
            <a:spLocks noGrp="1"/>
          </p:cNvSpPr>
          <p:nvPr>
            <p:ph type="title"/>
          </p:nvPr>
        </p:nvSpPr>
        <p:spPr>
          <a:xfrm>
            <a:off x="685800" y="303166"/>
            <a:ext cx="4724401" cy="1134949"/>
          </a:xfrm>
        </p:spPr>
        <p:txBody>
          <a:bodyPr/>
          <a:lstStyle>
            <a:lvl1pPr>
              <a:defRPr b="0"/>
            </a:lvl1pPr>
          </a:lstStyle>
          <a:p>
            <a:r>
              <a:rPr lang="en-US"/>
              <a:t>Click to edit Master title style</a:t>
            </a:r>
            <a:endParaRPr lang="en-US" dirty="0"/>
          </a:p>
        </p:txBody>
      </p:sp>
      <p:grpSp>
        <p:nvGrpSpPr>
          <p:cNvPr id="7" name="Group 6">
            <a:extLst>
              <a:ext uri="{FF2B5EF4-FFF2-40B4-BE49-F238E27FC236}">
                <a16:creationId xmlns:a16="http://schemas.microsoft.com/office/drawing/2014/main" id="{2FF03ED1-6EFF-9AE6-871B-2056D459852B}"/>
              </a:ext>
            </a:extLst>
          </p:cNvPr>
          <p:cNvGrpSpPr/>
          <p:nvPr userDrawn="1"/>
        </p:nvGrpSpPr>
        <p:grpSpPr>
          <a:xfrm>
            <a:off x="11236328" y="0"/>
            <a:ext cx="280986" cy="1282539"/>
            <a:chOff x="11222692" y="155575"/>
            <a:chExt cx="280986" cy="1282539"/>
          </a:xfrm>
          <a:solidFill>
            <a:schemeClr val="bg1"/>
          </a:solidFill>
        </p:grpSpPr>
        <p:pic>
          <p:nvPicPr>
            <p:cNvPr id="12" name="Graphic 11">
              <a:extLst>
                <a:ext uri="{FF2B5EF4-FFF2-40B4-BE49-F238E27FC236}">
                  <a16:creationId xmlns:a16="http://schemas.microsoft.com/office/drawing/2014/main" id="{60EE93AB-CE49-7E90-B148-8AA32748835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4" name="Rectangle 13">
              <a:extLst>
                <a:ext uri="{FF2B5EF4-FFF2-40B4-BE49-F238E27FC236}">
                  <a16:creationId xmlns:a16="http://schemas.microsoft.com/office/drawing/2014/main" id="{B50E4D5C-B709-2E2A-8F1B-38518DD7161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ooter Placeholder 10">
            <a:extLst>
              <a:ext uri="{FF2B5EF4-FFF2-40B4-BE49-F238E27FC236}">
                <a16:creationId xmlns:a16="http://schemas.microsoft.com/office/drawing/2014/main" id="{F6CB1748-83F4-2912-8C85-011C29E053C3}"/>
              </a:ext>
            </a:extLst>
          </p:cNvPr>
          <p:cNvSpPr>
            <a:spLocks noGrp="1"/>
          </p:cNvSpPr>
          <p:nvPr>
            <p:ph type="ftr" sz="quarter" idx="10"/>
          </p:nvPr>
        </p:nvSpPr>
        <p:spPr/>
        <p:txBody>
          <a:bodyPr/>
          <a:lstStyle/>
          <a:p>
            <a:endParaRPr lang="en-US" dirty="0"/>
          </a:p>
        </p:txBody>
      </p:sp>
      <p:sp>
        <p:nvSpPr>
          <p:cNvPr id="15" name="Slide Number Placeholder 14">
            <a:extLst>
              <a:ext uri="{FF2B5EF4-FFF2-40B4-BE49-F238E27FC236}">
                <a16:creationId xmlns:a16="http://schemas.microsoft.com/office/drawing/2014/main" id="{D038AC1F-6F6F-3A80-F016-FA45C08168CE}"/>
              </a:ext>
            </a:extLst>
          </p:cNvPr>
          <p:cNvSpPr>
            <a:spLocks noGrp="1"/>
          </p:cNvSpPr>
          <p:nvPr>
            <p:ph type="sldNum" sz="quarter" idx="11"/>
          </p:nvPr>
        </p:nvSpPr>
        <p:spPr/>
        <p:txBody>
          <a:bodyPr/>
          <a:lstStyle/>
          <a:p>
            <a:fld id="{3A74F2AC-1E9A-41D4-8B35-A069FB343260}" type="slidenum">
              <a:rPr lang="en-US" smtClean="0"/>
              <a:pPr/>
              <a:t>‹#›</a:t>
            </a:fld>
            <a:endParaRPr lang="en-US" dirty="0"/>
          </a:p>
        </p:txBody>
      </p:sp>
    </p:spTree>
    <p:extLst>
      <p:ext uri="{BB962C8B-B14F-4D97-AF65-F5344CB8AC3E}">
        <p14:creationId xmlns:p14="http://schemas.microsoft.com/office/powerpoint/2010/main" val="2069281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2" y="1714499"/>
            <a:ext cx="3448050" cy="850901"/>
          </a:xfrm>
        </p:spPr>
        <p:txBody>
          <a:bodyPr tIns="0" anchor="t">
            <a:normAutofit/>
          </a:bodyPr>
          <a:lstStyle>
            <a:lvl1pPr marL="0" indent="0">
              <a:buNone/>
              <a:defRPr sz="1800" b="1" cap="none"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7389" y="2565400"/>
            <a:ext cx="3448050" cy="3378201"/>
          </a:xfrm>
          <a:solidFill>
            <a:schemeClr val="accent1"/>
          </a:solidFill>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E4EC023-70AF-2C44-05BC-B26EEEE2F4E6}"/>
              </a:ext>
            </a:extLst>
          </p:cNvPr>
          <p:cNvSpPr>
            <a:spLocks noGrp="1"/>
          </p:cNvSpPr>
          <p:nvPr>
            <p:ph type="body" idx="13" hasCustomPrompt="1"/>
          </p:nvPr>
        </p:nvSpPr>
        <p:spPr>
          <a:xfrm>
            <a:off x="4370386" y="1714499"/>
            <a:ext cx="3448050" cy="850901"/>
          </a:xfrm>
        </p:spPr>
        <p:txBody>
          <a:bodyPr tIns="0" anchor="t">
            <a:normAutofit/>
          </a:bodyPr>
          <a:lstStyle>
            <a:lvl1pPr marL="0" indent="0">
              <a:buNone/>
              <a:defRPr sz="18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14" name="Content Placeholder 3">
            <a:extLst>
              <a:ext uri="{FF2B5EF4-FFF2-40B4-BE49-F238E27FC236}">
                <a16:creationId xmlns:a16="http://schemas.microsoft.com/office/drawing/2014/main" id="{379910A7-E891-1FFD-95C5-20047A789213}"/>
              </a:ext>
            </a:extLst>
          </p:cNvPr>
          <p:cNvSpPr>
            <a:spLocks noGrp="1"/>
          </p:cNvSpPr>
          <p:nvPr>
            <p:ph sz="half" idx="14"/>
          </p:nvPr>
        </p:nvSpPr>
        <p:spPr>
          <a:xfrm>
            <a:off x="4371975" y="2565400"/>
            <a:ext cx="3448050" cy="3378201"/>
          </a:xfrm>
          <a:solidFill>
            <a:schemeClr val="accent4"/>
          </a:solidFill>
          <a:ln>
            <a:noFill/>
          </a:ln>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89350DC9-7378-3F89-E30E-2EA4713F604A}"/>
              </a:ext>
            </a:extLst>
          </p:cNvPr>
          <p:cNvSpPr>
            <a:spLocks noGrp="1"/>
          </p:cNvSpPr>
          <p:nvPr>
            <p:ph type="body" idx="15" hasCustomPrompt="1"/>
          </p:nvPr>
        </p:nvSpPr>
        <p:spPr>
          <a:xfrm>
            <a:off x="8058148" y="1714499"/>
            <a:ext cx="3448050" cy="850901"/>
          </a:xfrm>
        </p:spPr>
        <p:txBody>
          <a:bodyPr tIns="0" anchor="t">
            <a:normAutofit/>
          </a:bodyPr>
          <a:lstStyle>
            <a:lvl1pPr marL="0" indent="0">
              <a:buNone/>
              <a:defRPr sz="1800" b="1" cap="none" spc="0"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16" name="Content Placeholder 3">
            <a:extLst>
              <a:ext uri="{FF2B5EF4-FFF2-40B4-BE49-F238E27FC236}">
                <a16:creationId xmlns:a16="http://schemas.microsoft.com/office/drawing/2014/main" id="{CCDEADFD-E336-9649-C698-07D28F1808B3}"/>
              </a:ext>
            </a:extLst>
          </p:cNvPr>
          <p:cNvSpPr>
            <a:spLocks noGrp="1"/>
          </p:cNvSpPr>
          <p:nvPr>
            <p:ph sz="half" idx="16"/>
          </p:nvPr>
        </p:nvSpPr>
        <p:spPr>
          <a:xfrm>
            <a:off x="8058149" y="2565400"/>
            <a:ext cx="3448050" cy="3378201"/>
          </a:xfrm>
          <a:solidFill>
            <a:schemeClr val="accent3"/>
          </a:solidFill>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Graphic 4">
            <a:extLst>
              <a:ext uri="{FF2B5EF4-FFF2-40B4-BE49-F238E27FC236}">
                <a16:creationId xmlns:a16="http://schemas.microsoft.com/office/drawing/2014/main" id="{5888EFEE-3D11-515C-AAC3-19C91376F9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6D6AAC84-24E2-B54A-7321-3E4D18752A47}"/>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C49B7979-E10E-73E9-5336-8F419E1C66A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BC7A71C4-D98C-7C7C-CAB4-48D833F1DD3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ooter Placeholder 10">
            <a:extLst>
              <a:ext uri="{FF2B5EF4-FFF2-40B4-BE49-F238E27FC236}">
                <a16:creationId xmlns:a16="http://schemas.microsoft.com/office/drawing/2014/main" id="{6ED9C097-9BAE-ABE7-90FE-838192FEBE58}"/>
              </a:ext>
            </a:extLst>
          </p:cNvPr>
          <p:cNvSpPr>
            <a:spLocks noGrp="1"/>
          </p:cNvSpPr>
          <p:nvPr>
            <p:ph type="ftr" sz="quarter" idx="17"/>
          </p:nvPr>
        </p:nvSpPr>
        <p:spPr/>
        <p:txBody>
          <a:bodyPr/>
          <a:lstStyle/>
          <a:p>
            <a:endParaRPr lang="en-US" dirty="0"/>
          </a:p>
        </p:txBody>
      </p:sp>
      <p:sp>
        <p:nvSpPr>
          <p:cNvPr id="12" name="Slide Number Placeholder 11">
            <a:extLst>
              <a:ext uri="{FF2B5EF4-FFF2-40B4-BE49-F238E27FC236}">
                <a16:creationId xmlns:a16="http://schemas.microsoft.com/office/drawing/2014/main" id="{34847279-E04B-28BB-E0FF-145534591142}"/>
              </a:ext>
            </a:extLst>
          </p:cNvPr>
          <p:cNvSpPr>
            <a:spLocks noGrp="1"/>
          </p:cNvSpPr>
          <p:nvPr>
            <p:ph type="sldNum" sz="quarter" idx="18"/>
          </p:nvPr>
        </p:nvSpPr>
        <p:spPr/>
        <p:txBody>
          <a:bodyPr/>
          <a:lstStyle/>
          <a:p>
            <a:fld id="{3A74F2AC-1E9A-41D4-8B35-A069FB343260}" type="slidenum">
              <a:rPr lang="en-US" smtClean="0"/>
              <a:pPr/>
              <a:t>‹#›</a:t>
            </a:fld>
            <a:endParaRPr lang="en-US" dirty="0"/>
          </a:p>
        </p:txBody>
      </p:sp>
      <p:sp>
        <p:nvSpPr>
          <p:cNvPr id="9" name="Title 8">
            <a:extLst>
              <a:ext uri="{FF2B5EF4-FFF2-40B4-BE49-F238E27FC236}">
                <a16:creationId xmlns:a16="http://schemas.microsoft.com/office/drawing/2014/main" id="{38E4611C-F265-A7C1-364C-5881F3078779}"/>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594269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Column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4211" y="1714501"/>
            <a:ext cx="2525712" cy="850899"/>
          </a:xfrm>
        </p:spPr>
        <p:txBody>
          <a:bodyPr tIns="0" rIns="0" anchor="t">
            <a:normAutofit/>
          </a:bodyPr>
          <a:lstStyle>
            <a:lvl1pPr marL="0" indent="0">
              <a:buNone/>
              <a:defRPr sz="1800" b="1" cap="none"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2" y="2565400"/>
            <a:ext cx="2525712" cy="3378201"/>
          </a:xfrm>
          <a:solidFill>
            <a:schemeClr val="accent1"/>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a:extLst>
              <a:ext uri="{FF2B5EF4-FFF2-40B4-BE49-F238E27FC236}">
                <a16:creationId xmlns:a16="http://schemas.microsoft.com/office/drawing/2014/main" id="{E8ACFE9F-384D-8B1A-9D0E-8876137976F3}"/>
              </a:ext>
            </a:extLst>
          </p:cNvPr>
          <p:cNvSpPr>
            <a:spLocks noGrp="1"/>
          </p:cNvSpPr>
          <p:nvPr>
            <p:ph type="body" idx="13" hasCustomPrompt="1"/>
          </p:nvPr>
        </p:nvSpPr>
        <p:spPr>
          <a:xfrm>
            <a:off x="3448046" y="1714501"/>
            <a:ext cx="2525712" cy="850899"/>
          </a:xfrm>
        </p:spPr>
        <p:txBody>
          <a:bodyPr tIns="0" rIns="0" anchor="t">
            <a:normAutofit/>
          </a:bodyPr>
          <a:lstStyle>
            <a:lvl1pPr marL="0" indent="0">
              <a:buNone/>
              <a:defRPr sz="1800" b="1" cap="none" spc="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27" name="Text Placeholder 2">
            <a:extLst>
              <a:ext uri="{FF2B5EF4-FFF2-40B4-BE49-F238E27FC236}">
                <a16:creationId xmlns:a16="http://schemas.microsoft.com/office/drawing/2014/main" id="{0E616BFA-EC98-D26B-7761-22ADD13E6F4B}"/>
              </a:ext>
            </a:extLst>
          </p:cNvPr>
          <p:cNvSpPr>
            <a:spLocks noGrp="1"/>
          </p:cNvSpPr>
          <p:nvPr>
            <p:ph type="body" idx="15" hasCustomPrompt="1"/>
          </p:nvPr>
        </p:nvSpPr>
        <p:spPr>
          <a:xfrm>
            <a:off x="6215061" y="1714501"/>
            <a:ext cx="2525712" cy="850899"/>
          </a:xfrm>
        </p:spPr>
        <p:txBody>
          <a:bodyPr tIns="0" rIns="0" anchor="t">
            <a:normAutofit/>
          </a:bodyPr>
          <a:lstStyle>
            <a:lvl1pPr marL="0" indent="0">
              <a:buNone/>
              <a:defRPr sz="18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sp>
        <p:nvSpPr>
          <p:cNvPr id="29" name="Text Placeholder 2">
            <a:extLst>
              <a:ext uri="{FF2B5EF4-FFF2-40B4-BE49-F238E27FC236}">
                <a16:creationId xmlns:a16="http://schemas.microsoft.com/office/drawing/2014/main" id="{8984B1A7-4340-5D6D-F5D1-D982B155309C}"/>
              </a:ext>
            </a:extLst>
          </p:cNvPr>
          <p:cNvSpPr>
            <a:spLocks noGrp="1"/>
          </p:cNvSpPr>
          <p:nvPr>
            <p:ph type="body" idx="17" hasCustomPrompt="1"/>
          </p:nvPr>
        </p:nvSpPr>
        <p:spPr>
          <a:xfrm>
            <a:off x="8978896" y="1714501"/>
            <a:ext cx="2525712" cy="850899"/>
          </a:xfrm>
        </p:spPr>
        <p:txBody>
          <a:bodyPr tIns="0" rIns="0" anchor="t">
            <a:normAutofit/>
          </a:bodyPr>
          <a:lstStyle>
            <a:lvl1pPr marL="0" indent="0">
              <a:buNone/>
              <a:defRPr sz="1800" b="1" cap="none" spc="0"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dirty="0"/>
              <a:t>Insert heading here</a:t>
            </a:r>
          </a:p>
        </p:txBody>
      </p:sp>
      <p:pic>
        <p:nvPicPr>
          <p:cNvPr id="5" name="Graphic 4">
            <a:extLst>
              <a:ext uri="{FF2B5EF4-FFF2-40B4-BE49-F238E27FC236}">
                <a16:creationId xmlns:a16="http://schemas.microsoft.com/office/drawing/2014/main" id="{33AC2BE0-6F5A-4CD9-CCA4-5A71C259BD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BCDB2F73-00FC-A593-CC32-4CA0369085BC}"/>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85EC8C63-899C-96D6-BA01-CC9EB93F791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84D23BAF-6E4B-D118-2105-9B3715B3FD8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ooter Placeholder 10">
            <a:extLst>
              <a:ext uri="{FF2B5EF4-FFF2-40B4-BE49-F238E27FC236}">
                <a16:creationId xmlns:a16="http://schemas.microsoft.com/office/drawing/2014/main" id="{78AAFA28-B403-36FE-C62D-34465E01B9E8}"/>
              </a:ext>
            </a:extLst>
          </p:cNvPr>
          <p:cNvSpPr>
            <a:spLocks noGrp="1"/>
          </p:cNvSpPr>
          <p:nvPr>
            <p:ph type="ftr" sz="quarter" idx="19"/>
          </p:nvPr>
        </p:nvSpPr>
        <p:spPr/>
        <p:txBody>
          <a:bodyPr/>
          <a:lstStyle/>
          <a:p>
            <a:endParaRPr lang="en-US" dirty="0"/>
          </a:p>
        </p:txBody>
      </p:sp>
      <p:sp>
        <p:nvSpPr>
          <p:cNvPr id="12" name="Slide Number Placeholder 11">
            <a:extLst>
              <a:ext uri="{FF2B5EF4-FFF2-40B4-BE49-F238E27FC236}">
                <a16:creationId xmlns:a16="http://schemas.microsoft.com/office/drawing/2014/main" id="{B5C5282B-DB52-402A-EF5A-368C216C9AD0}"/>
              </a:ext>
            </a:extLst>
          </p:cNvPr>
          <p:cNvSpPr>
            <a:spLocks noGrp="1"/>
          </p:cNvSpPr>
          <p:nvPr>
            <p:ph type="sldNum" sz="quarter" idx="20"/>
          </p:nvPr>
        </p:nvSpPr>
        <p:spPr/>
        <p:txBody>
          <a:bodyPr/>
          <a:lstStyle/>
          <a:p>
            <a:fld id="{3A74F2AC-1E9A-41D4-8B35-A069FB343260}" type="slidenum">
              <a:rPr lang="en-US" smtClean="0"/>
              <a:pPr/>
              <a:t>‹#›</a:t>
            </a:fld>
            <a:endParaRPr lang="en-US" dirty="0"/>
          </a:p>
        </p:txBody>
      </p:sp>
      <p:sp>
        <p:nvSpPr>
          <p:cNvPr id="8" name="Content Placeholder 3">
            <a:extLst>
              <a:ext uri="{FF2B5EF4-FFF2-40B4-BE49-F238E27FC236}">
                <a16:creationId xmlns:a16="http://schemas.microsoft.com/office/drawing/2014/main" id="{E4F2BE18-6782-FF02-8D98-50957ECCDEEA}"/>
              </a:ext>
            </a:extLst>
          </p:cNvPr>
          <p:cNvSpPr>
            <a:spLocks noGrp="1"/>
          </p:cNvSpPr>
          <p:nvPr>
            <p:ph sz="half" idx="21"/>
          </p:nvPr>
        </p:nvSpPr>
        <p:spPr>
          <a:xfrm>
            <a:off x="3448046" y="2565400"/>
            <a:ext cx="2525712" cy="3378201"/>
          </a:xfrm>
          <a:solidFill>
            <a:schemeClr val="accent2"/>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a:extLst>
              <a:ext uri="{FF2B5EF4-FFF2-40B4-BE49-F238E27FC236}">
                <a16:creationId xmlns:a16="http://schemas.microsoft.com/office/drawing/2014/main" id="{3ABADCC8-3C30-F97F-C770-8A288F0CAA17}"/>
              </a:ext>
            </a:extLst>
          </p:cNvPr>
          <p:cNvSpPr>
            <a:spLocks noGrp="1"/>
          </p:cNvSpPr>
          <p:nvPr>
            <p:ph sz="half" idx="22"/>
          </p:nvPr>
        </p:nvSpPr>
        <p:spPr>
          <a:xfrm>
            <a:off x="6215061" y="2565400"/>
            <a:ext cx="2525712" cy="3378201"/>
          </a:xfrm>
          <a:solidFill>
            <a:schemeClr val="accent4"/>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C947E93A-1E9A-AD91-22B5-36802B46C13C}"/>
              </a:ext>
            </a:extLst>
          </p:cNvPr>
          <p:cNvSpPr>
            <a:spLocks noGrp="1"/>
          </p:cNvSpPr>
          <p:nvPr>
            <p:ph sz="half" idx="23"/>
          </p:nvPr>
        </p:nvSpPr>
        <p:spPr>
          <a:xfrm>
            <a:off x="8978896" y="2565400"/>
            <a:ext cx="2525712" cy="3378201"/>
          </a:xfrm>
          <a:solidFill>
            <a:schemeClr val="accent3"/>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3">
            <a:extLst>
              <a:ext uri="{FF2B5EF4-FFF2-40B4-BE49-F238E27FC236}">
                <a16:creationId xmlns:a16="http://schemas.microsoft.com/office/drawing/2014/main" id="{8BC73ED1-5B02-A926-5C29-63A14418CA7D}"/>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18457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C2C1ED2-35FC-70A3-3C73-8F0E764B9AB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7B6E1D71-87D1-CA35-D974-CF469DAD0DCA}"/>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CF2B530D-5AC4-B67D-54F4-C5AE7D28F7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9" name="Rectangle 8">
              <a:extLst>
                <a:ext uri="{FF2B5EF4-FFF2-40B4-BE49-F238E27FC236}">
                  <a16:creationId xmlns:a16="http://schemas.microsoft.com/office/drawing/2014/main" id="{AB018D61-FC9E-6547-5398-CAAC68DC3A70}"/>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Footer Placeholder 6">
            <a:extLst>
              <a:ext uri="{FF2B5EF4-FFF2-40B4-BE49-F238E27FC236}">
                <a16:creationId xmlns:a16="http://schemas.microsoft.com/office/drawing/2014/main" id="{D56AE5E6-0AA8-DA07-A9C4-E41BA8A69B94}"/>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60E35B1E-97FA-37B4-D2BF-1D3794897693}"/>
              </a:ext>
            </a:extLst>
          </p:cNvPr>
          <p:cNvSpPr>
            <a:spLocks noGrp="1"/>
          </p:cNvSpPr>
          <p:nvPr>
            <p:ph type="sldNum" sz="quarter" idx="11"/>
          </p:nvPr>
        </p:nvSpPr>
        <p:spPr/>
        <p:txBody>
          <a:bodyPr/>
          <a:lstStyle/>
          <a:p>
            <a:fld id="{3A74F2AC-1E9A-41D4-8B35-A069FB343260}" type="slidenum">
              <a:rPr lang="en-US" smtClean="0"/>
              <a:pPr/>
              <a:t>‹#›</a:t>
            </a:fld>
            <a:endParaRPr lang="en-US" dirty="0"/>
          </a:p>
        </p:txBody>
      </p:sp>
      <p:sp>
        <p:nvSpPr>
          <p:cNvPr id="4" name="Title 3">
            <a:extLst>
              <a:ext uri="{FF2B5EF4-FFF2-40B4-BE49-F238E27FC236}">
                <a16:creationId xmlns:a16="http://schemas.microsoft.com/office/drawing/2014/main" id="{167B5797-69B0-38F3-FC86-D5EDB34720CE}"/>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36096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AD7807A-3CC7-ADAE-93DA-86FE6975BA1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sp>
        <p:nvSpPr>
          <p:cNvPr id="2" name="Footer Placeholder 1">
            <a:extLst>
              <a:ext uri="{FF2B5EF4-FFF2-40B4-BE49-F238E27FC236}">
                <a16:creationId xmlns:a16="http://schemas.microsoft.com/office/drawing/2014/main" id="{12DA71CF-E883-2B8E-D6CA-BC54AEDC0B30}"/>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DEB72A90-4DF0-77EF-3118-E19CD996B1C4}"/>
              </a:ext>
            </a:extLst>
          </p:cNvPr>
          <p:cNvSpPr>
            <a:spLocks noGrp="1"/>
          </p:cNvSpPr>
          <p:nvPr>
            <p:ph type="sldNum" sz="quarter" idx="11"/>
          </p:nvPr>
        </p:nvSpPr>
        <p:spPr/>
        <p:txBody>
          <a:bodyPr/>
          <a:lstStyle/>
          <a:p>
            <a:fld id="{3A74F2AC-1E9A-41D4-8B35-A069FB343260}" type="slidenum">
              <a:rPr lang="en-US" smtClean="0"/>
              <a:pPr/>
              <a:t>‹#›</a:t>
            </a:fld>
            <a:endParaRPr lang="en-US" dirty="0"/>
          </a:p>
        </p:txBody>
      </p:sp>
    </p:spTree>
    <p:extLst>
      <p:ext uri="{BB962C8B-B14F-4D97-AF65-F5344CB8AC3E}">
        <p14:creationId xmlns:p14="http://schemas.microsoft.com/office/powerpoint/2010/main" val="25522450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C2B4B00-0827-25C6-BFF9-ADCC9CAC3278}"/>
              </a:ext>
            </a:extLst>
          </p:cNvPr>
          <p:cNvSpPr>
            <a:spLocks noGrp="1"/>
          </p:cNvSpPr>
          <p:nvPr>
            <p:ph type="body" sz="quarter" idx="27"/>
          </p:nvPr>
        </p:nvSpPr>
        <p:spPr>
          <a:xfrm>
            <a:off x="8065830" y="1714500"/>
            <a:ext cx="3432433" cy="4229100"/>
          </a:xfrm>
          <a:prstGeom prst="callout1">
            <a:avLst>
              <a:gd name="adj1" fmla="val -18"/>
              <a:gd name="adj2" fmla="val -54"/>
              <a:gd name="adj3" fmla="val 99955"/>
              <a:gd name="adj4" fmla="val -24"/>
            </a:avLst>
          </a:prstGeom>
          <a:ln w="12700">
            <a:solidFill>
              <a:schemeClr val="bg2"/>
            </a:solidFill>
          </a:ln>
        </p:spPr>
        <p:txBody>
          <a:bodyPr l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10">
            <a:extLst>
              <a:ext uri="{FF2B5EF4-FFF2-40B4-BE49-F238E27FC236}">
                <a16:creationId xmlns:a16="http://schemas.microsoft.com/office/drawing/2014/main" id="{6616D4C8-5E3C-F0CD-A980-B702104DCF42}"/>
              </a:ext>
            </a:extLst>
          </p:cNvPr>
          <p:cNvSpPr>
            <a:spLocks noGrp="1"/>
          </p:cNvSpPr>
          <p:nvPr>
            <p:ph sz="quarter" idx="13"/>
          </p:nvPr>
        </p:nvSpPr>
        <p:spPr>
          <a:xfrm>
            <a:off x="685801" y="1714500"/>
            <a:ext cx="7134224"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67CBF95-73ED-4792-E239-EC82B9EC15D9}"/>
              </a:ext>
            </a:extLst>
          </p:cNvPr>
          <p:cNvGrpSpPr/>
          <p:nvPr userDrawn="1"/>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D1F75D2C-8217-3B87-FABD-22D567F147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856C7176-94A4-5308-B66A-3581FA0628A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6" name="Graphic 15">
            <a:extLst>
              <a:ext uri="{FF2B5EF4-FFF2-40B4-BE49-F238E27FC236}">
                <a16:creationId xmlns:a16="http://schemas.microsoft.com/office/drawing/2014/main" id="{0134F656-E849-1361-F987-4AC8102521B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sp>
        <p:nvSpPr>
          <p:cNvPr id="2" name="Footer Placeholder 1">
            <a:extLst>
              <a:ext uri="{FF2B5EF4-FFF2-40B4-BE49-F238E27FC236}">
                <a16:creationId xmlns:a16="http://schemas.microsoft.com/office/drawing/2014/main" id="{D45FF388-46FF-A0BD-14B8-B986570D665A}"/>
              </a:ext>
            </a:extLst>
          </p:cNvPr>
          <p:cNvSpPr>
            <a:spLocks noGrp="1"/>
          </p:cNvSpPr>
          <p:nvPr>
            <p:ph type="ftr" sz="quarter" idx="28"/>
          </p:nvPr>
        </p:nvSpPr>
        <p:spPr/>
        <p:txBody>
          <a:bodyPr/>
          <a:lstStyle/>
          <a:p>
            <a:endParaRPr lang="en-US" dirty="0"/>
          </a:p>
        </p:txBody>
      </p:sp>
      <p:sp>
        <p:nvSpPr>
          <p:cNvPr id="7" name="Slide Number Placeholder 6">
            <a:extLst>
              <a:ext uri="{FF2B5EF4-FFF2-40B4-BE49-F238E27FC236}">
                <a16:creationId xmlns:a16="http://schemas.microsoft.com/office/drawing/2014/main" id="{4C644963-F423-FDE5-7930-96A6B6182B7E}"/>
              </a:ext>
            </a:extLst>
          </p:cNvPr>
          <p:cNvSpPr>
            <a:spLocks noGrp="1"/>
          </p:cNvSpPr>
          <p:nvPr>
            <p:ph type="sldNum" sz="quarter" idx="29"/>
          </p:nvPr>
        </p:nvSpPr>
        <p:spPr/>
        <p:txBody>
          <a:bodyPr/>
          <a:lstStyle/>
          <a:p>
            <a:fld id="{3A74F2AC-1E9A-41D4-8B35-A069FB343260}" type="slidenum">
              <a:rPr lang="en-US" smtClean="0"/>
              <a:pPr/>
              <a:t>‹#›</a:t>
            </a:fld>
            <a:endParaRPr lang="en-US" dirty="0"/>
          </a:p>
        </p:txBody>
      </p:sp>
      <p:sp>
        <p:nvSpPr>
          <p:cNvPr id="3" name="Title 2">
            <a:extLst>
              <a:ext uri="{FF2B5EF4-FFF2-40B4-BE49-F238E27FC236}">
                <a16:creationId xmlns:a16="http://schemas.microsoft.com/office/drawing/2014/main" id="{C5453D72-F899-5041-5B64-9F57197A9F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05103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Side Panel">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DEDE04F-CC9E-604B-DFC4-C7065E66C0FD}"/>
              </a:ext>
            </a:extLst>
          </p:cNvPr>
          <p:cNvSpPr/>
          <p:nvPr userDrawn="1"/>
        </p:nvSpPr>
        <p:spPr>
          <a:xfrm>
            <a:off x="0" y="0"/>
            <a:ext cx="413385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482F75-10AC-6FE7-9219-3184AC731D6D}"/>
              </a:ext>
            </a:extLst>
          </p:cNvPr>
          <p:cNvSpPr>
            <a:spLocks noGrp="1"/>
          </p:cNvSpPr>
          <p:nvPr>
            <p:ph type="title" hasCustomPrompt="1"/>
          </p:nvPr>
        </p:nvSpPr>
        <p:spPr>
          <a:xfrm>
            <a:off x="702469" y="914399"/>
            <a:ext cx="2926102" cy="2070101"/>
          </a:xfrm>
        </p:spPr>
        <p:txBody>
          <a:bodyPr lIns="0" anchor="b">
            <a:normAutofit/>
          </a:bodyPr>
          <a:lstStyle>
            <a:lvl1pPr>
              <a:defRPr sz="2800" cap="all" baseline="0">
                <a:solidFill>
                  <a:schemeClr val="accent5"/>
                </a:solidFill>
              </a:defRPr>
            </a:lvl1pPr>
          </a:lstStyle>
          <a:p>
            <a:r>
              <a:rPr lang="en-US" dirty="0"/>
              <a:t>CLICK TO EDIT MASTER </a:t>
            </a:r>
            <a:r>
              <a:rPr lang="en-US"/>
              <a:t>TITLE STYLE</a:t>
            </a:r>
            <a:endParaRPr lang="en-US" dirty="0"/>
          </a:p>
        </p:txBody>
      </p:sp>
      <p:sp>
        <p:nvSpPr>
          <p:cNvPr id="4" name="Text Placeholder 3">
            <a:extLst>
              <a:ext uri="{FF2B5EF4-FFF2-40B4-BE49-F238E27FC236}">
                <a16:creationId xmlns:a16="http://schemas.microsoft.com/office/drawing/2014/main" id="{DED08D95-250F-A8DF-A475-09F05F4988E6}"/>
              </a:ext>
            </a:extLst>
          </p:cNvPr>
          <p:cNvSpPr>
            <a:spLocks noGrp="1"/>
          </p:cNvSpPr>
          <p:nvPr>
            <p:ph type="body" sz="half" idx="2"/>
          </p:nvPr>
        </p:nvSpPr>
        <p:spPr>
          <a:xfrm>
            <a:off x="684213" y="3289301"/>
            <a:ext cx="2944358" cy="2654300"/>
          </a:xfrm>
        </p:spPr>
        <p:txBody>
          <a:bodyPr lIns="0"/>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Content Placeholder 10">
            <a:extLst>
              <a:ext uri="{FF2B5EF4-FFF2-40B4-BE49-F238E27FC236}">
                <a16:creationId xmlns:a16="http://schemas.microsoft.com/office/drawing/2014/main" id="{DC2DE5C1-36F0-25F7-3DA1-8DBB766FF7EE}"/>
              </a:ext>
            </a:extLst>
          </p:cNvPr>
          <p:cNvSpPr>
            <a:spLocks noGrp="1"/>
          </p:cNvSpPr>
          <p:nvPr>
            <p:ph sz="quarter" idx="13"/>
          </p:nvPr>
        </p:nvSpPr>
        <p:spPr>
          <a:xfrm>
            <a:off x="4818063" y="1714500"/>
            <a:ext cx="6688137"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Graphic 4">
            <a:extLst>
              <a:ext uri="{FF2B5EF4-FFF2-40B4-BE49-F238E27FC236}">
                <a16:creationId xmlns:a16="http://schemas.microsoft.com/office/drawing/2014/main" id="{4B33D141-6119-60AD-5FF9-763AEBC45EB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0D9AE01A-1145-101C-AB07-EFC6A2573961}"/>
              </a:ext>
            </a:extLst>
          </p:cNvPr>
          <p:cNvGrpSpPr/>
          <p:nvPr userDrawn="1"/>
        </p:nvGrpSpPr>
        <p:grpSpPr>
          <a:xfrm>
            <a:off x="11236328" y="0"/>
            <a:ext cx="280986" cy="1282539"/>
            <a:chOff x="11222692" y="155575"/>
            <a:chExt cx="280986" cy="1282539"/>
          </a:xfrm>
          <a:solidFill>
            <a:schemeClr val="accent1"/>
          </a:solidFill>
        </p:grpSpPr>
        <p:pic>
          <p:nvPicPr>
            <p:cNvPr id="9" name="Graphic 8">
              <a:extLst>
                <a:ext uri="{FF2B5EF4-FFF2-40B4-BE49-F238E27FC236}">
                  <a16:creationId xmlns:a16="http://schemas.microsoft.com/office/drawing/2014/main" id="{905640C2-D48E-05F4-4E9E-EFD8460F84D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D3260E89-4FF7-8816-23A4-90F67973F9B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ooter Placeholder 5">
            <a:extLst>
              <a:ext uri="{FF2B5EF4-FFF2-40B4-BE49-F238E27FC236}">
                <a16:creationId xmlns:a16="http://schemas.microsoft.com/office/drawing/2014/main" id="{A4BF9E5B-3078-4D59-248A-BB045FC561E6}"/>
              </a:ext>
            </a:extLst>
          </p:cNvPr>
          <p:cNvSpPr>
            <a:spLocks noGrp="1"/>
          </p:cNvSpPr>
          <p:nvPr>
            <p:ph type="ftr" sz="quarter" idx="14"/>
          </p:nvPr>
        </p:nvSpPr>
        <p:spPr/>
        <p:txBody>
          <a:bodyPr/>
          <a:lstStyle>
            <a:lvl1pPr>
              <a:defRPr>
                <a:solidFill>
                  <a:schemeClr val="bg1"/>
                </a:solidFill>
              </a:defRPr>
            </a:lvl1pPr>
          </a:lstStyle>
          <a:p>
            <a:endParaRPr lang="en-US" dirty="0"/>
          </a:p>
        </p:txBody>
      </p:sp>
      <p:sp>
        <p:nvSpPr>
          <p:cNvPr id="13" name="Slide Number Placeholder 12">
            <a:extLst>
              <a:ext uri="{FF2B5EF4-FFF2-40B4-BE49-F238E27FC236}">
                <a16:creationId xmlns:a16="http://schemas.microsoft.com/office/drawing/2014/main" id="{CCB71634-0D08-DB98-5565-08C483E710C9}"/>
              </a:ext>
            </a:extLst>
          </p:cNvPr>
          <p:cNvSpPr>
            <a:spLocks noGrp="1"/>
          </p:cNvSpPr>
          <p:nvPr>
            <p:ph type="sldNum" sz="quarter" idx="15"/>
          </p:nvPr>
        </p:nvSpPr>
        <p:spPr/>
        <p:txBody>
          <a:bodyPr/>
          <a:lstStyle>
            <a:lvl1pPr>
              <a:defRPr>
                <a:solidFill>
                  <a:schemeClr val="bg1"/>
                </a:solidFill>
              </a:defRPr>
            </a:lvl1pPr>
          </a:lstStyle>
          <a:p>
            <a:fld id="{3A74F2AC-1E9A-41D4-8B35-A069FB343260}" type="slidenum">
              <a:rPr lang="en-US" smtClean="0"/>
              <a:pPr/>
              <a:t>‹#›</a:t>
            </a:fld>
            <a:endParaRPr lang="en-US" dirty="0"/>
          </a:p>
        </p:txBody>
      </p:sp>
    </p:spTree>
    <p:extLst>
      <p:ext uri="{BB962C8B-B14F-4D97-AF65-F5344CB8AC3E}">
        <p14:creationId xmlns:p14="http://schemas.microsoft.com/office/powerpoint/2010/main" val="1766854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descr="A picture containing dark&#10;&#10;Description automatically generated">
            <a:extLst>
              <a:ext uri="{FF2B5EF4-FFF2-40B4-BE49-F238E27FC236}">
                <a16:creationId xmlns:a16="http://schemas.microsoft.com/office/drawing/2014/main" id="{D8AA99AB-A73A-CE04-8336-0AEA409C6F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525" y="613409"/>
            <a:ext cx="3683015" cy="5822951"/>
          </a:xfrm>
          <a:prstGeom prst="rect">
            <a:avLst/>
          </a:prstGeom>
        </p:spPr>
      </p:pic>
      <p:sp>
        <p:nvSpPr>
          <p:cNvPr id="8" name="Text Placeholder 7">
            <a:extLst>
              <a:ext uri="{FF2B5EF4-FFF2-40B4-BE49-F238E27FC236}">
                <a16:creationId xmlns:a16="http://schemas.microsoft.com/office/drawing/2014/main" id="{BA3281A2-EB54-0225-202E-C6D10220CC99}"/>
              </a:ext>
            </a:extLst>
          </p:cNvPr>
          <p:cNvSpPr>
            <a:spLocks noGrp="1"/>
          </p:cNvSpPr>
          <p:nvPr>
            <p:ph type="body" sz="quarter" idx="12" hasCustomPrompt="1"/>
          </p:nvPr>
        </p:nvSpPr>
        <p:spPr>
          <a:xfrm>
            <a:off x="4370389" y="2194414"/>
            <a:ext cx="5529262" cy="2247899"/>
          </a:xfrm>
        </p:spPr>
        <p:txBody>
          <a:bodyPr rIns="0">
            <a:normAutofit/>
          </a:bodyPr>
          <a:lstStyle>
            <a:lvl1pPr marL="0" indent="0">
              <a:buNone/>
              <a:defRPr sz="2400" b="1">
                <a:latin typeface="+mn-lt"/>
              </a:defRPr>
            </a:lvl1pPr>
          </a:lstStyle>
          <a:p>
            <a:pPr lvl="0"/>
            <a:r>
              <a:rPr lang="en-US" dirty="0"/>
              <a:t>“Click to </a:t>
            </a:r>
            <a:r>
              <a:rPr lang="en-US"/>
              <a:t>add quote</a:t>
            </a:r>
            <a:endParaRPr lang="en-US" dirty="0"/>
          </a:p>
        </p:txBody>
      </p:sp>
      <p:sp>
        <p:nvSpPr>
          <p:cNvPr id="9" name="Text Placeholder 7">
            <a:extLst>
              <a:ext uri="{FF2B5EF4-FFF2-40B4-BE49-F238E27FC236}">
                <a16:creationId xmlns:a16="http://schemas.microsoft.com/office/drawing/2014/main" id="{B4C3E6F5-4928-CEA7-1F9E-D43CAA4A11F0}"/>
              </a:ext>
            </a:extLst>
          </p:cNvPr>
          <p:cNvSpPr>
            <a:spLocks noGrp="1"/>
          </p:cNvSpPr>
          <p:nvPr>
            <p:ph type="body" sz="quarter" idx="13" hasCustomPrompt="1"/>
          </p:nvPr>
        </p:nvSpPr>
        <p:spPr>
          <a:xfrm>
            <a:off x="4370389" y="4442315"/>
            <a:ext cx="5529262" cy="383685"/>
          </a:xfrm>
        </p:spPr>
        <p:txBody>
          <a:bodyPr rIns="0">
            <a:normAutofit/>
          </a:bodyPr>
          <a:lstStyle>
            <a:lvl1pPr marL="0" indent="0">
              <a:buNone/>
              <a:defRPr sz="1400" b="1">
                <a:solidFill>
                  <a:schemeClr val="accent5"/>
                </a:solidFill>
              </a:defRPr>
            </a:lvl1pPr>
          </a:lstStyle>
          <a:p>
            <a:pPr lvl="0"/>
            <a:r>
              <a:rPr lang="en-US" dirty="0"/>
              <a:t>Click to add name </a:t>
            </a:r>
            <a:r>
              <a:rPr lang="en-US"/>
              <a:t>/ date</a:t>
            </a:r>
            <a:endParaRPr lang="en-US" dirty="0"/>
          </a:p>
        </p:txBody>
      </p:sp>
      <p:pic>
        <p:nvPicPr>
          <p:cNvPr id="7" name="Graphic 6">
            <a:extLst>
              <a:ext uri="{FF2B5EF4-FFF2-40B4-BE49-F238E27FC236}">
                <a16:creationId xmlns:a16="http://schemas.microsoft.com/office/drawing/2014/main" id="{C1D4EAA8-76F9-D83C-637D-80D3E201727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E8BB5BD5-C991-1940-A6A6-8C91F851A9EF}"/>
              </a:ext>
            </a:extLst>
          </p:cNvPr>
          <p:cNvGrpSpPr/>
          <p:nvPr userDrawn="1"/>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64A54C69-04EC-842E-F280-EED0E9AD06F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FCBD2C19-7224-FB7A-77CB-2A3A700EB24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ooter Placeholder 9">
            <a:extLst>
              <a:ext uri="{FF2B5EF4-FFF2-40B4-BE49-F238E27FC236}">
                <a16:creationId xmlns:a16="http://schemas.microsoft.com/office/drawing/2014/main" id="{D1EED35B-7C56-E56C-FAF1-B42D70310692}"/>
              </a:ext>
            </a:extLst>
          </p:cNvPr>
          <p:cNvSpPr>
            <a:spLocks noGrp="1"/>
          </p:cNvSpPr>
          <p:nvPr>
            <p:ph type="ftr" sz="quarter" idx="14"/>
          </p:nvPr>
        </p:nvSpPr>
        <p:spPr/>
        <p:txBody>
          <a:bodyPr/>
          <a:lstStyle/>
          <a:p>
            <a:endParaRPr lang="en-US" dirty="0"/>
          </a:p>
        </p:txBody>
      </p:sp>
      <p:sp>
        <p:nvSpPr>
          <p:cNvPr id="12" name="Slide Number Placeholder 11">
            <a:extLst>
              <a:ext uri="{FF2B5EF4-FFF2-40B4-BE49-F238E27FC236}">
                <a16:creationId xmlns:a16="http://schemas.microsoft.com/office/drawing/2014/main" id="{EB08818A-2E47-C71B-4654-720CBD0C912F}"/>
              </a:ext>
            </a:extLst>
          </p:cNvPr>
          <p:cNvSpPr>
            <a:spLocks noGrp="1"/>
          </p:cNvSpPr>
          <p:nvPr>
            <p:ph type="sldNum" sz="quarter" idx="15"/>
          </p:nvPr>
        </p:nvSpPr>
        <p:spPr/>
        <p:txBody>
          <a:bodyPr/>
          <a:lstStyle/>
          <a:p>
            <a:fld id="{3A74F2AC-1E9A-41D4-8B35-A069FB343260}" type="slidenum">
              <a:rPr lang="en-US" smtClean="0"/>
              <a:pPr/>
              <a:t>‹#›</a:t>
            </a:fld>
            <a:endParaRPr lang="en-US" dirty="0"/>
          </a:p>
        </p:txBody>
      </p:sp>
    </p:spTree>
    <p:extLst>
      <p:ext uri="{BB962C8B-B14F-4D97-AF65-F5344CB8AC3E}">
        <p14:creationId xmlns:p14="http://schemas.microsoft.com/office/powerpoint/2010/main" val="21586277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8BB5BD5-C991-1940-A6A6-8C91F851A9EF}"/>
              </a:ext>
            </a:extLst>
          </p:cNvPr>
          <p:cNvGrpSpPr/>
          <p:nvPr userDrawn="1"/>
        </p:nvGrpSpPr>
        <p:grpSpPr>
          <a:xfrm>
            <a:off x="11236328" y="0"/>
            <a:ext cx="280986" cy="1282539"/>
            <a:chOff x="11222692" y="155575"/>
            <a:chExt cx="280986" cy="1282539"/>
          </a:xfrm>
          <a:solidFill>
            <a:schemeClr val="bg1"/>
          </a:solidFill>
        </p:grpSpPr>
        <p:pic>
          <p:nvPicPr>
            <p:cNvPr id="6" name="Graphic 5">
              <a:extLst>
                <a:ext uri="{FF2B5EF4-FFF2-40B4-BE49-F238E27FC236}">
                  <a16:creationId xmlns:a16="http://schemas.microsoft.com/office/drawing/2014/main" id="{64A54C69-04EC-842E-F280-EED0E9AD06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FCBD2C19-7224-FB7A-77CB-2A3A700EB24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ooter Placeholder 9">
            <a:extLst>
              <a:ext uri="{FF2B5EF4-FFF2-40B4-BE49-F238E27FC236}">
                <a16:creationId xmlns:a16="http://schemas.microsoft.com/office/drawing/2014/main" id="{D1EED35B-7C56-E56C-FAF1-B42D70310692}"/>
              </a:ext>
            </a:extLst>
          </p:cNvPr>
          <p:cNvSpPr>
            <a:spLocks noGrp="1"/>
          </p:cNvSpPr>
          <p:nvPr>
            <p:ph type="ftr" sz="quarter" idx="14"/>
          </p:nvPr>
        </p:nvSpPr>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EB08818A-2E47-C71B-4654-720CBD0C912F}"/>
              </a:ext>
            </a:extLst>
          </p:cNvPr>
          <p:cNvSpPr>
            <a:spLocks noGrp="1"/>
          </p:cNvSpPr>
          <p:nvPr>
            <p:ph type="sldNum" sz="quarter" idx="15"/>
          </p:nvPr>
        </p:nvSpPr>
        <p:spPr/>
        <p:txBody>
          <a:bodyPr/>
          <a:lstStyle>
            <a:lvl1pPr>
              <a:defRPr>
                <a:solidFill>
                  <a:schemeClr val="bg1"/>
                </a:solidFill>
              </a:defRPr>
            </a:lvl1pPr>
          </a:lstStyle>
          <a:p>
            <a:fld id="{3A74F2AC-1E9A-41D4-8B35-A069FB343260}" type="slidenum">
              <a:rPr lang="en-US" smtClean="0"/>
              <a:pPr/>
              <a:t>‹#›</a:t>
            </a:fld>
            <a:endParaRPr lang="en-US" dirty="0"/>
          </a:p>
        </p:txBody>
      </p:sp>
      <p:pic>
        <p:nvPicPr>
          <p:cNvPr id="4" name="Picture 3">
            <a:extLst>
              <a:ext uri="{FF2B5EF4-FFF2-40B4-BE49-F238E27FC236}">
                <a16:creationId xmlns:a16="http://schemas.microsoft.com/office/drawing/2014/main" id="{AB66D180-9104-4B63-DF4F-7F6BA00B5A7F}"/>
              </a:ext>
            </a:extLst>
          </p:cNvPr>
          <p:cNvPicPr>
            <a:picLocks noChangeAspect="1"/>
          </p:cNvPicPr>
          <p:nvPr userDrawn="1"/>
        </p:nvPicPr>
        <p:blipFill>
          <a:blip r:embed="rId3"/>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51250852-5474-1AD0-AF6A-3C7BFCB55196}"/>
              </a:ext>
            </a:extLst>
          </p:cNvPr>
          <p:cNvGrpSpPr/>
          <p:nvPr userDrawn="1"/>
        </p:nvGrpSpPr>
        <p:grpSpPr>
          <a:xfrm>
            <a:off x="396115" y="1529842"/>
            <a:ext cx="2921000" cy="3798317"/>
            <a:chOff x="473074" y="2811493"/>
            <a:chExt cx="1787526" cy="2324406"/>
          </a:xfrm>
          <a:solidFill>
            <a:schemeClr val="accent5"/>
          </a:solidFill>
        </p:grpSpPr>
        <p:sp>
          <p:nvSpPr>
            <p:cNvPr id="22" name="Freeform: Shape 21">
              <a:extLst>
                <a:ext uri="{FF2B5EF4-FFF2-40B4-BE49-F238E27FC236}">
                  <a16:creationId xmlns:a16="http://schemas.microsoft.com/office/drawing/2014/main" id="{3CF7EA71-474D-FD39-1219-A08B11E68E5E}"/>
                </a:ext>
              </a:extLst>
            </p:cNvPr>
            <p:cNvSpPr/>
            <p:nvPr/>
          </p:nvSpPr>
          <p:spPr>
            <a:xfrm rot="10800000">
              <a:off x="1479550" y="3586295"/>
              <a:ext cx="781050" cy="1549604"/>
            </a:xfrm>
            <a:custGeom>
              <a:avLst/>
              <a:gdLst>
                <a:gd name="connsiteX0" fmla="*/ 190500 w 190500"/>
                <a:gd name="connsiteY0" fmla="*/ 81725 h 377952"/>
                <a:gd name="connsiteX1" fmla="*/ 190500 w 190500"/>
                <a:gd name="connsiteY1" fmla="*/ 0 h 377952"/>
                <a:gd name="connsiteX2" fmla="*/ 0 w 190500"/>
                <a:gd name="connsiteY2" fmla="*/ 187452 h 377952"/>
                <a:gd name="connsiteX3" fmla="*/ 0 w 190500"/>
                <a:gd name="connsiteY3" fmla="*/ 377952 h 377952"/>
                <a:gd name="connsiteX4" fmla="*/ 190500 w 190500"/>
                <a:gd name="connsiteY4" fmla="*/ 377952 h 377952"/>
                <a:gd name="connsiteX5" fmla="*/ 190500 w 190500"/>
                <a:gd name="connsiteY5" fmla="*/ 187452 h 377952"/>
                <a:gd name="connsiteX6" fmla="*/ 81820 w 190500"/>
                <a:gd name="connsiteY6" fmla="*/ 187452 h 377952"/>
                <a:gd name="connsiteX7" fmla="*/ 190500 w 190500"/>
                <a:gd name="connsiteY7" fmla="*/ 81725 h 377952"/>
                <a:gd name="connsiteX8" fmla="*/ 62779 w 190500"/>
                <a:gd name="connsiteY8" fmla="*/ 186919 h 377952"/>
                <a:gd name="connsiteX9" fmla="*/ 62227 w 190500"/>
                <a:gd name="connsiteY9" fmla="*/ 206502 h 377952"/>
                <a:gd name="connsiteX10" fmla="*/ 171450 w 190500"/>
                <a:gd name="connsiteY10" fmla="*/ 206502 h 377952"/>
                <a:gd name="connsiteX11" fmla="*/ 171450 w 190500"/>
                <a:gd name="connsiteY11" fmla="*/ 358902 h 377952"/>
                <a:gd name="connsiteX12" fmla="*/ 19050 w 190500"/>
                <a:gd name="connsiteY12" fmla="*/ 358902 h 377952"/>
                <a:gd name="connsiteX13" fmla="*/ 19050 w 190500"/>
                <a:gd name="connsiteY13" fmla="*/ 187757 h 377952"/>
                <a:gd name="connsiteX14" fmla="*/ 171450 w 190500"/>
                <a:gd name="connsiteY14" fmla="*/ 20117 h 377952"/>
                <a:gd name="connsiteX15" fmla="*/ 171450 w 190500"/>
                <a:gd name="connsiteY15" fmla="*/ 64065 h 377952"/>
                <a:gd name="connsiteX16" fmla="*/ 62779 w 190500"/>
                <a:gd name="connsiteY16" fmla="*/ 186919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377952">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9" y="124947"/>
                    <a:pt x="62779" y="186919"/>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1F62EB29-6BDA-F20F-9120-48B69F6D4C5B}"/>
                </a:ext>
              </a:extLst>
            </p:cNvPr>
            <p:cNvSpPr/>
            <p:nvPr/>
          </p:nvSpPr>
          <p:spPr>
            <a:xfrm>
              <a:off x="473074" y="2811493"/>
              <a:ext cx="781050" cy="1549604"/>
            </a:xfrm>
            <a:custGeom>
              <a:avLst/>
              <a:gdLst>
                <a:gd name="connsiteX0" fmla="*/ 190500 w 190500"/>
                <a:gd name="connsiteY0" fmla="*/ 81725 h 377952"/>
                <a:gd name="connsiteX1" fmla="*/ 190500 w 190500"/>
                <a:gd name="connsiteY1" fmla="*/ 0 h 377952"/>
                <a:gd name="connsiteX2" fmla="*/ 0 w 190500"/>
                <a:gd name="connsiteY2" fmla="*/ 187452 h 377952"/>
                <a:gd name="connsiteX3" fmla="*/ 0 w 190500"/>
                <a:gd name="connsiteY3" fmla="*/ 377952 h 377952"/>
                <a:gd name="connsiteX4" fmla="*/ 190500 w 190500"/>
                <a:gd name="connsiteY4" fmla="*/ 377952 h 377952"/>
                <a:gd name="connsiteX5" fmla="*/ 190500 w 190500"/>
                <a:gd name="connsiteY5" fmla="*/ 187452 h 377952"/>
                <a:gd name="connsiteX6" fmla="*/ 81820 w 190500"/>
                <a:gd name="connsiteY6" fmla="*/ 187452 h 377952"/>
                <a:gd name="connsiteX7" fmla="*/ 190500 w 190500"/>
                <a:gd name="connsiteY7" fmla="*/ 81725 h 377952"/>
                <a:gd name="connsiteX8" fmla="*/ 62779 w 190500"/>
                <a:gd name="connsiteY8" fmla="*/ 186919 h 377952"/>
                <a:gd name="connsiteX9" fmla="*/ 62227 w 190500"/>
                <a:gd name="connsiteY9" fmla="*/ 206502 h 377952"/>
                <a:gd name="connsiteX10" fmla="*/ 171450 w 190500"/>
                <a:gd name="connsiteY10" fmla="*/ 206502 h 377952"/>
                <a:gd name="connsiteX11" fmla="*/ 171450 w 190500"/>
                <a:gd name="connsiteY11" fmla="*/ 358902 h 377952"/>
                <a:gd name="connsiteX12" fmla="*/ 19050 w 190500"/>
                <a:gd name="connsiteY12" fmla="*/ 358902 h 377952"/>
                <a:gd name="connsiteX13" fmla="*/ 19050 w 190500"/>
                <a:gd name="connsiteY13" fmla="*/ 187757 h 377952"/>
                <a:gd name="connsiteX14" fmla="*/ 171450 w 190500"/>
                <a:gd name="connsiteY14" fmla="*/ 20117 h 377952"/>
                <a:gd name="connsiteX15" fmla="*/ 171450 w 190500"/>
                <a:gd name="connsiteY15" fmla="*/ 64065 h 377952"/>
                <a:gd name="connsiteX16" fmla="*/ 62779 w 190500"/>
                <a:gd name="connsiteY16" fmla="*/ 186919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377952">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8" y="124947"/>
                    <a:pt x="62779" y="186919"/>
                  </a:cubicBezTo>
                  <a:close/>
                </a:path>
              </a:pathLst>
            </a:custGeom>
            <a:grpFill/>
            <a:ln w="9525" cap="flat">
              <a:noFill/>
              <a:prstDash val="solid"/>
              <a:miter/>
            </a:ln>
          </p:spPr>
          <p:txBody>
            <a:bodyPr rtlCol="0" anchor="ctr"/>
            <a:lstStyle/>
            <a:p>
              <a:endParaRPr lang="en-US" dirty="0"/>
            </a:p>
          </p:txBody>
        </p:sp>
      </p:grpSp>
      <p:sp>
        <p:nvSpPr>
          <p:cNvPr id="5" name="Text Placeholder 7">
            <a:extLst>
              <a:ext uri="{FF2B5EF4-FFF2-40B4-BE49-F238E27FC236}">
                <a16:creationId xmlns:a16="http://schemas.microsoft.com/office/drawing/2014/main" id="{310760D4-18CB-4013-09C9-F792DBAADD18}"/>
              </a:ext>
            </a:extLst>
          </p:cNvPr>
          <p:cNvSpPr>
            <a:spLocks noGrp="1"/>
          </p:cNvSpPr>
          <p:nvPr>
            <p:ph type="body" sz="quarter" idx="12" hasCustomPrompt="1"/>
          </p:nvPr>
        </p:nvSpPr>
        <p:spPr>
          <a:xfrm>
            <a:off x="4133850" y="2194414"/>
            <a:ext cx="5529263" cy="2247899"/>
          </a:xfrm>
        </p:spPr>
        <p:txBody>
          <a:bodyPr rIns="0">
            <a:normAutofit/>
          </a:bodyPr>
          <a:lstStyle>
            <a:lvl1pPr marL="0" indent="0">
              <a:buNone/>
              <a:defRPr sz="2400" b="1">
                <a:solidFill>
                  <a:schemeClr val="bg1"/>
                </a:solidFill>
                <a:latin typeface="+mn-lt"/>
              </a:defRPr>
            </a:lvl1pPr>
          </a:lstStyle>
          <a:p>
            <a:pPr lvl="0"/>
            <a:r>
              <a:rPr lang="en-US" dirty="0"/>
              <a:t>“Click to </a:t>
            </a:r>
            <a:r>
              <a:rPr lang="en-US"/>
              <a:t>add quote</a:t>
            </a:r>
            <a:endParaRPr lang="en-US" dirty="0"/>
          </a:p>
        </p:txBody>
      </p:sp>
      <p:sp>
        <p:nvSpPr>
          <p:cNvPr id="7" name="Text Placeholder 7">
            <a:extLst>
              <a:ext uri="{FF2B5EF4-FFF2-40B4-BE49-F238E27FC236}">
                <a16:creationId xmlns:a16="http://schemas.microsoft.com/office/drawing/2014/main" id="{1AFCDBBA-D8CC-3BFF-EEA6-90A3B118D1A0}"/>
              </a:ext>
            </a:extLst>
          </p:cNvPr>
          <p:cNvSpPr>
            <a:spLocks noGrp="1"/>
          </p:cNvSpPr>
          <p:nvPr>
            <p:ph type="body" sz="quarter" idx="13" hasCustomPrompt="1"/>
          </p:nvPr>
        </p:nvSpPr>
        <p:spPr>
          <a:xfrm>
            <a:off x="4133850" y="4442315"/>
            <a:ext cx="5529263" cy="383685"/>
          </a:xfrm>
        </p:spPr>
        <p:txBody>
          <a:bodyPr rIns="0">
            <a:normAutofit/>
          </a:bodyPr>
          <a:lstStyle>
            <a:lvl1pPr marL="0" indent="0">
              <a:buNone/>
              <a:defRPr sz="1400" b="1">
                <a:solidFill>
                  <a:schemeClr val="bg1"/>
                </a:solidFill>
              </a:defRPr>
            </a:lvl1pPr>
          </a:lstStyle>
          <a:p>
            <a:pPr lvl="0"/>
            <a:r>
              <a:rPr lang="en-US" dirty="0"/>
              <a:t>Click to add name </a:t>
            </a:r>
            <a:r>
              <a:rPr lang="en-US"/>
              <a:t>/ date</a:t>
            </a:r>
            <a:endParaRPr lang="en-US" dirty="0"/>
          </a:p>
        </p:txBody>
      </p:sp>
    </p:spTree>
    <p:extLst>
      <p:ext uri="{BB962C8B-B14F-4D97-AF65-F5344CB8AC3E}">
        <p14:creationId xmlns:p14="http://schemas.microsoft.com/office/powerpoint/2010/main" val="15905095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Phase Layou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F6E181-E5D4-FE6C-E4D5-F0841C8003AC}"/>
              </a:ext>
            </a:extLst>
          </p:cNvPr>
          <p:cNvGrpSpPr/>
          <p:nvPr userDrawn="1"/>
        </p:nvGrpSpPr>
        <p:grpSpPr>
          <a:xfrm>
            <a:off x="-38101" y="1714500"/>
            <a:ext cx="12268201" cy="5172074"/>
            <a:chOff x="-38101" y="1714500"/>
            <a:chExt cx="12268201" cy="4013147"/>
          </a:xfrm>
        </p:grpSpPr>
        <p:sp>
          <p:nvSpPr>
            <p:cNvPr id="5" name="Rectangle 4">
              <a:extLst>
                <a:ext uri="{FF2B5EF4-FFF2-40B4-BE49-F238E27FC236}">
                  <a16:creationId xmlns:a16="http://schemas.microsoft.com/office/drawing/2014/main" id="{D373587E-5882-79A4-6830-DB321C87E463}"/>
                </a:ext>
              </a:extLst>
            </p:cNvPr>
            <p:cNvSpPr/>
            <p:nvPr userDrawn="1"/>
          </p:nvSpPr>
          <p:spPr>
            <a:xfrm>
              <a:off x="-38100" y="1714500"/>
              <a:ext cx="6134100" cy="1995488"/>
            </a:xfrm>
            <a:prstGeom prst="rect">
              <a:avLst/>
            </a:pr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1A35982-6584-6162-1263-0A79C87F4697}"/>
                </a:ext>
              </a:extLst>
            </p:cNvPr>
            <p:cNvSpPr/>
            <p:nvPr userDrawn="1"/>
          </p:nvSpPr>
          <p:spPr>
            <a:xfrm>
              <a:off x="6096000" y="1714500"/>
              <a:ext cx="6134100" cy="1995488"/>
            </a:xfrm>
            <a:prstGeom prst="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88121B0-5732-CB0C-6BFA-7B9321E9D765}"/>
                </a:ext>
              </a:extLst>
            </p:cNvPr>
            <p:cNvSpPr/>
            <p:nvPr userDrawn="1"/>
          </p:nvSpPr>
          <p:spPr>
            <a:xfrm>
              <a:off x="-38101" y="3709987"/>
              <a:ext cx="6219825" cy="2017660"/>
            </a:xfrm>
            <a:prstGeom prst="rect">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6BF346C-30F2-ED7E-93D6-178A62C415A6}"/>
                </a:ext>
              </a:extLst>
            </p:cNvPr>
            <p:cNvSpPr/>
            <p:nvPr userDrawn="1"/>
          </p:nvSpPr>
          <p:spPr>
            <a:xfrm>
              <a:off x="6096000" y="3709987"/>
              <a:ext cx="6134100" cy="2017660"/>
            </a:xfrm>
            <a:prstGeom prst="rect">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Picture 9">
            <a:extLst>
              <a:ext uri="{FF2B5EF4-FFF2-40B4-BE49-F238E27FC236}">
                <a16:creationId xmlns:a16="http://schemas.microsoft.com/office/drawing/2014/main" id="{373A053B-073E-C2DD-9A94-37F792AF136F}"/>
              </a:ext>
            </a:extLst>
          </p:cNvPr>
          <p:cNvPicPr>
            <a:picLocks noChangeAspect="1"/>
          </p:cNvPicPr>
          <p:nvPr userDrawn="1"/>
        </p:nvPicPr>
        <p:blipFill>
          <a:blip r:embed="rId2"/>
          <a:stretch>
            <a:fillRect/>
          </a:stretch>
        </p:blipFill>
        <p:spPr>
          <a:xfrm>
            <a:off x="10522528" y="6118859"/>
            <a:ext cx="983672" cy="573779"/>
          </a:xfrm>
          <a:prstGeom prst="rect">
            <a:avLst/>
          </a:prstGeom>
        </p:spPr>
      </p:pic>
      <p:sp>
        <p:nvSpPr>
          <p:cNvPr id="12" name="Text Placeholder 2">
            <a:extLst>
              <a:ext uri="{FF2B5EF4-FFF2-40B4-BE49-F238E27FC236}">
                <a16:creationId xmlns:a16="http://schemas.microsoft.com/office/drawing/2014/main" id="{01046308-22FE-0D1B-6243-252814E0184D}"/>
              </a:ext>
            </a:extLst>
          </p:cNvPr>
          <p:cNvSpPr>
            <a:spLocks noGrp="1"/>
          </p:cNvSpPr>
          <p:nvPr>
            <p:ph type="body" idx="1" hasCustomPrompt="1"/>
          </p:nvPr>
        </p:nvSpPr>
        <p:spPr>
          <a:xfrm>
            <a:off x="685801" y="1873090"/>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Subtitle</a:t>
            </a:r>
          </a:p>
        </p:txBody>
      </p:sp>
      <p:sp>
        <p:nvSpPr>
          <p:cNvPr id="19" name="Text Placeholder 2">
            <a:extLst>
              <a:ext uri="{FF2B5EF4-FFF2-40B4-BE49-F238E27FC236}">
                <a16:creationId xmlns:a16="http://schemas.microsoft.com/office/drawing/2014/main" id="{C3DE57EE-AB76-0C06-67BE-C43D94027269}"/>
              </a:ext>
            </a:extLst>
          </p:cNvPr>
          <p:cNvSpPr>
            <a:spLocks noGrp="1"/>
          </p:cNvSpPr>
          <p:nvPr>
            <p:ph type="body" idx="12" hasCustomPrompt="1"/>
          </p:nvPr>
        </p:nvSpPr>
        <p:spPr>
          <a:xfrm>
            <a:off x="6597650" y="1873090"/>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Subtitle</a:t>
            </a:r>
          </a:p>
        </p:txBody>
      </p:sp>
      <p:sp>
        <p:nvSpPr>
          <p:cNvPr id="20" name="Text Placeholder 2">
            <a:extLst>
              <a:ext uri="{FF2B5EF4-FFF2-40B4-BE49-F238E27FC236}">
                <a16:creationId xmlns:a16="http://schemas.microsoft.com/office/drawing/2014/main" id="{A14E12DD-4D08-BA70-FC53-65D4B126D1EC}"/>
              </a:ext>
            </a:extLst>
          </p:cNvPr>
          <p:cNvSpPr>
            <a:spLocks noGrp="1"/>
          </p:cNvSpPr>
          <p:nvPr>
            <p:ph type="body" idx="13" hasCustomPrompt="1"/>
          </p:nvPr>
        </p:nvSpPr>
        <p:spPr>
          <a:xfrm>
            <a:off x="685801" y="4410655"/>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Subtitle</a:t>
            </a:r>
          </a:p>
        </p:txBody>
      </p:sp>
      <p:sp>
        <p:nvSpPr>
          <p:cNvPr id="21" name="Text Placeholder 2">
            <a:extLst>
              <a:ext uri="{FF2B5EF4-FFF2-40B4-BE49-F238E27FC236}">
                <a16:creationId xmlns:a16="http://schemas.microsoft.com/office/drawing/2014/main" id="{EF39661C-9FFC-3966-DFF5-3EC05C349697}"/>
              </a:ext>
            </a:extLst>
          </p:cNvPr>
          <p:cNvSpPr>
            <a:spLocks noGrp="1"/>
          </p:cNvSpPr>
          <p:nvPr>
            <p:ph type="body" idx="14" hasCustomPrompt="1"/>
          </p:nvPr>
        </p:nvSpPr>
        <p:spPr>
          <a:xfrm>
            <a:off x="6597650" y="4410655"/>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Subtitle</a:t>
            </a:r>
          </a:p>
        </p:txBody>
      </p:sp>
      <p:sp>
        <p:nvSpPr>
          <p:cNvPr id="24" name="Text Placeholder 23">
            <a:extLst>
              <a:ext uri="{FF2B5EF4-FFF2-40B4-BE49-F238E27FC236}">
                <a16:creationId xmlns:a16="http://schemas.microsoft.com/office/drawing/2014/main" id="{B3561547-413D-2674-0191-6C11A24EE1F7}"/>
              </a:ext>
            </a:extLst>
          </p:cNvPr>
          <p:cNvSpPr>
            <a:spLocks noGrp="1"/>
          </p:cNvSpPr>
          <p:nvPr>
            <p:ph type="body" sz="quarter" idx="15"/>
          </p:nvPr>
        </p:nvSpPr>
        <p:spPr>
          <a:xfrm>
            <a:off x="685800" y="2550028"/>
            <a:ext cx="4927600" cy="1116013"/>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6" name="Text Placeholder 23">
            <a:extLst>
              <a:ext uri="{FF2B5EF4-FFF2-40B4-BE49-F238E27FC236}">
                <a16:creationId xmlns:a16="http://schemas.microsoft.com/office/drawing/2014/main" id="{0D6ACD37-7FF4-F891-DD18-A6D7A5683A5B}"/>
              </a:ext>
            </a:extLst>
          </p:cNvPr>
          <p:cNvSpPr>
            <a:spLocks noGrp="1"/>
          </p:cNvSpPr>
          <p:nvPr>
            <p:ph type="body" sz="quarter" idx="16"/>
          </p:nvPr>
        </p:nvSpPr>
        <p:spPr>
          <a:xfrm>
            <a:off x="6597650" y="2550028"/>
            <a:ext cx="4927600" cy="1116013"/>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7" name="Text Placeholder 23">
            <a:extLst>
              <a:ext uri="{FF2B5EF4-FFF2-40B4-BE49-F238E27FC236}">
                <a16:creationId xmlns:a16="http://schemas.microsoft.com/office/drawing/2014/main" id="{2812F92D-BDDE-A024-66B2-2A1F6D7CF89E}"/>
              </a:ext>
            </a:extLst>
          </p:cNvPr>
          <p:cNvSpPr>
            <a:spLocks noGrp="1"/>
          </p:cNvSpPr>
          <p:nvPr>
            <p:ph type="body" sz="quarter" idx="17"/>
          </p:nvPr>
        </p:nvSpPr>
        <p:spPr>
          <a:xfrm>
            <a:off x="685800" y="5087883"/>
            <a:ext cx="4927600" cy="855717"/>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Text Placeholder 23">
            <a:extLst>
              <a:ext uri="{FF2B5EF4-FFF2-40B4-BE49-F238E27FC236}">
                <a16:creationId xmlns:a16="http://schemas.microsoft.com/office/drawing/2014/main" id="{15DFA29B-FFD8-1024-C536-AFC2527ADF17}"/>
              </a:ext>
            </a:extLst>
          </p:cNvPr>
          <p:cNvSpPr>
            <a:spLocks noGrp="1"/>
          </p:cNvSpPr>
          <p:nvPr>
            <p:ph type="body" sz="quarter" idx="18"/>
          </p:nvPr>
        </p:nvSpPr>
        <p:spPr>
          <a:xfrm>
            <a:off x="6597650" y="5087883"/>
            <a:ext cx="4927600" cy="855717"/>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grpSp>
        <p:nvGrpSpPr>
          <p:cNvPr id="11" name="Group 10">
            <a:extLst>
              <a:ext uri="{FF2B5EF4-FFF2-40B4-BE49-F238E27FC236}">
                <a16:creationId xmlns:a16="http://schemas.microsoft.com/office/drawing/2014/main" id="{2DB7C304-E0ED-CBBF-04CD-A44CA1DDC7C4}"/>
              </a:ext>
            </a:extLst>
          </p:cNvPr>
          <p:cNvGrpSpPr/>
          <p:nvPr userDrawn="1"/>
        </p:nvGrpSpPr>
        <p:grpSpPr>
          <a:xfrm>
            <a:off x="11236328" y="0"/>
            <a:ext cx="280986" cy="1282539"/>
            <a:chOff x="11222692" y="155575"/>
            <a:chExt cx="280986" cy="1282539"/>
          </a:xfrm>
          <a:solidFill>
            <a:schemeClr val="accent1"/>
          </a:solidFill>
        </p:grpSpPr>
        <p:pic>
          <p:nvPicPr>
            <p:cNvPr id="13" name="Graphic 12">
              <a:extLst>
                <a:ext uri="{FF2B5EF4-FFF2-40B4-BE49-F238E27FC236}">
                  <a16:creationId xmlns:a16="http://schemas.microsoft.com/office/drawing/2014/main" id="{626F555F-BD51-8512-4FF7-3382303B471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4" name="Rectangle 13">
              <a:extLst>
                <a:ext uri="{FF2B5EF4-FFF2-40B4-BE49-F238E27FC236}">
                  <a16:creationId xmlns:a16="http://schemas.microsoft.com/office/drawing/2014/main" id="{16EEEEFB-2360-3989-A2BE-1812A0F71010}"/>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Footer Placeholder 14">
            <a:extLst>
              <a:ext uri="{FF2B5EF4-FFF2-40B4-BE49-F238E27FC236}">
                <a16:creationId xmlns:a16="http://schemas.microsoft.com/office/drawing/2014/main" id="{2BF3C1AF-9C7F-67FE-61CF-B368AE24BFD7}"/>
              </a:ext>
            </a:extLst>
          </p:cNvPr>
          <p:cNvSpPr>
            <a:spLocks noGrp="1"/>
          </p:cNvSpPr>
          <p:nvPr>
            <p:ph type="ftr" sz="quarter" idx="19"/>
          </p:nvPr>
        </p:nvSpPr>
        <p:spPr/>
        <p:txBody>
          <a:bodyPr/>
          <a:lstStyle>
            <a:lvl1pPr>
              <a:defRPr>
                <a:solidFill>
                  <a:schemeClr val="bg1"/>
                </a:solidFill>
              </a:defRPr>
            </a:lvl1pPr>
          </a:lstStyle>
          <a:p>
            <a:endParaRPr lang="en-US" dirty="0"/>
          </a:p>
        </p:txBody>
      </p:sp>
      <p:sp>
        <p:nvSpPr>
          <p:cNvPr id="16" name="Slide Number Placeholder 15">
            <a:extLst>
              <a:ext uri="{FF2B5EF4-FFF2-40B4-BE49-F238E27FC236}">
                <a16:creationId xmlns:a16="http://schemas.microsoft.com/office/drawing/2014/main" id="{BF5B6266-0F0D-D91C-A7B5-809DFD99638B}"/>
              </a:ext>
            </a:extLst>
          </p:cNvPr>
          <p:cNvSpPr>
            <a:spLocks noGrp="1"/>
          </p:cNvSpPr>
          <p:nvPr>
            <p:ph type="sldNum" sz="quarter" idx="20"/>
          </p:nvPr>
        </p:nvSpPr>
        <p:spPr/>
        <p:txBody>
          <a:bodyPr/>
          <a:lstStyle>
            <a:lvl1pPr>
              <a:defRPr>
                <a:solidFill>
                  <a:schemeClr val="bg1"/>
                </a:solidFill>
              </a:defRPr>
            </a:lvl1pPr>
          </a:lstStyle>
          <a:p>
            <a:fld id="{3A74F2AC-1E9A-41D4-8B35-A069FB343260}" type="slidenum">
              <a:rPr lang="en-US" smtClean="0"/>
              <a:pPr/>
              <a:t>‹#›</a:t>
            </a:fld>
            <a:endParaRPr lang="en-US" dirty="0"/>
          </a:p>
        </p:txBody>
      </p:sp>
      <p:sp>
        <p:nvSpPr>
          <p:cNvPr id="3" name="Title 2">
            <a:extLst>
              <a:ext uri="{FF2B5EF4-FFF2-40B4-BE49-F238E27FC236}">
                <a16:creationId xmlns:a16="http://schemas.microsoft.com/office/drawing/2014/main" id="{4542DB06-FACB-7821-A97F-92F39FB399CD}"/>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11039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5963C4-2BE4-8A49-5154-331559506B2A}"/>
              </a:ext>
            </a:extLst>
          </p:cNvPr>
          <p:cNvSpPr>
            <a:spLocks noGrp="1"/>
          </p:cNvSpPr>
          <p:nvPr>
            <p:ph type="pic" idx="1"/>
          </p:nvPr>
        </p:nvSpPr>
        <p:spPr>
          <a:xfrm>
            <a:off x="0" y="0"/>
            <a:ext cx="7135813" cy="6857999"/>
          </a:xfrm>
          <a:solidFill>
            <a:schemeClr val="tx1">
              <a:lumMod val="20000"/>
              <a:lumOff val="80000"/>
            </a:schemeClr>
          </a:solidFill>
        </p:spPr>
        <p:txBody>
          <a:bodyPr bIns="1224000" anchor="ctr">
            <a:normAutofit/>
          </a:bodyPr>
          <a:lstStyle>
            <a:lvl1pPr marL="0" indent="0" algn="ctr">
              <a:buNone/>
              <a:defRPr sz="24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6" name="Text Placeholder 9">
            <a:extLst>
              <a:ext uri="{FF2B5EF4-FFF2-40B4-BE49-F238E27FC236}">
                <a16:creationId xmlns:a16="http://schemas.microsoft.com/office/drawing/2014/main" id="{38F4B474-B193-ADA1-885F-E0D77103A6E2}"/>
              </a:ext>
            </a:extLst>
          </p:cNvPr>
          <p:cNvSpPr>
            <a:spLocks noGrp="1"/>
          </p:cNvSpPr>
          <p:nvPr>
            <p:ph type="body" sz="quarter" idx="14" hasCustomPrompt="1"/>
          </p:nvPr>
        </p:nvSpPr>
        <p:spPr>
          <a:xfrm>
            <a:off x="0" y="5435600"/>
            <a:ext cx="7135813" cy="1422399"/>
          </a:xfrm>
          <a:gradFill flip="none" rotWithShape="1">
            <a:gsLst>
              <a:gs pos="100000">
                <a:srgbClr val="000000">
                  <a:alpha val="0"/>
                </a:srgbClr>
              </a:gs>
              <a:gs pos="0">
                <a:srgbClr val="000000">
                  <a:alpha val="40000"/>
                </a:srgbClr>
              </a:gs>
            </a:gsLst>
            <a:lin ang="162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b"/>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marL="0" marR="0" lvl="0" indent="0" algn="ctr" defTabSz="457200" rtl="0" eaLnBrk="1" fontAlgn="auto" latinLnBrk="0" hangingPunct="1">
              <a:lnSpc>
                <a:spcPct val="100000"/>
              </a:lnSpc>
              <a:spcBef>
                <a:spcPts val="0"/>
              </a:spcBef>
              <a:spcAft>
                <a:spcPts val="1200"/>
              </a:spcAft>
              <a:buClr>
                <a:schemeClr val="accent1"/>
              </a:buClr>
              <a:buSzTx/>
              <a:buFont typeface="Arial" panose="020B0604020202020204" pitchFamily="34" charset="0"/>
              <a:buNone/>
              <a:tabLst/>
              <a:defRPr/>
            </a:pPr>
            <a:r>
              <a:rPr lang="en-US"/>
              <a:t>Do not enter text into this placeholder. This will not show up when presenting. </a:t>
            </a:r>
            <a:endParaRPr lang="en-US" dirty="0"/>
          </a:p>
        </p:txBody>
      </p:sp>
      <p:sp>
        <p:nvSpPr>
          <p:cNvPr id="2" name="Title 1">
            <a:extLst>
              <a:ext uri="{FF2B5EF4-FFF2-40B4-BE49-F238E27FC236}">
                <a16:creationId xmlns:a16="http://schemas.microsoft.com/office/drawing/2014/main" id="{F0A6E472-B38C-C109-1A8A-E3819EF1B603}"/>
              </a:ext>
            </a:extLst>
          </p:cNvPr>
          <p:cNvSpPr>
            <a:spLocks noGrp="1"/>
          </p:cNvSpPr>
          <p:nvPr>
            <p:ph type="title" hasCustomPrompt="1"/>
          </p:nvPr>
        </p:nvSpPr>
        <p:spPr>
          <a:xfrm>
            <a:off x="7820025" y="1722661"/>
            <a:ext cx="3686175" cy="1987327"/>
          </a:xfrm>
        </p:spPr>
        <p:txBody>
          <a:bodyPr lIns="0" anchor="b"/>
          <a:lstStyle>
            <a:lvl1pPr>
              <a:defRPr sz="3200" cap="all" baseline="0"/>
            </a:lvl1pPr>
          </a:lstStyle>
          <a:p>
            <a:r>
              <a:rPr lang="en-US" dirty="0"/>
              <a:t>CLICK TO EDIT MASTER </a:t>
            </a:r>
            <a:r>
              <a:rPr lang="en-US"/>
              <a:t>TITLE STYLE</a:t>
            </a:r>
            <a:endParaRPr lang="en-US" dirty="0"/>
          </a:p>
        </p:txBody>
      </p:sp>
      <p:sp>
        <p:nvSpPr>
          <p:cNvPr id="4" name="Text Placeholder 3">
            <a:extLst>
              <a:ext uri="{FF2B5EF4-FFF2-40B4-BE49-F238E27FC236}">
                <a16:creationId xmlns:a16="http://schemas.microsoft.com/office/drawing/2014/main" id="{29BC8271-20AF-BC16-21DD-D105DCC95FB2}"/>
              </a:ext>
            </a:extLst>
          </p:cNvPr>
          <p:cNvSpPr>
            <a:spLocks noGrp="1"/>
          </p:cNvSpPr>
          <p:nvPr>
            <p:ph type="body" sz="half" idx="2"/>
          </p:nvPr>
        </p:nvSpPr>
        <p:spPr>
          <a:xfrm>
            <a:off x="7820025" y="3956274"/>
            <a:ext cx="3686175" cy="1987327"/>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01F412B3-1898-9E10-2720-3B2302890D9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5" name="Group 4">
            <a:extLst>
              <a:ext uri="{FF2B5EF4-FFF2-40B4-BE49-F238E27FC236}">
                <a16:creationId xmlns:a16="http://schemas.microsoft.com/office/drawing/2014/main" id="{4843B916-36BE-6985-EE30-8F683D1D25A0}"/>
              </a:ext>
            </a:extLst>
          </p:cNvPr>
          <p:cNvGrpSpPr/>
          <p:nvPr userDrawn="1"/>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70B607D0-D082-8223-0ABF-40723A02D7F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D4B18141-557E-CF6B-12DA-9D8967356DEF}"/>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ooter Placeholder 10">
            <a:extLst>
              <a:ext uri="{FF2B5EF4-FFF2-40B4-BE49-F238E27FC236}">
                <a16:creationId xmlns:a16="http://schemas.microsoft.com/office/drawing/2014/main" id="{DF53666F-315E-2AE5-5FBF-9CDB2F9DB04A}"/>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C5B956D2-FF6B-FB30-5391-B39DA67FC04D}"/>
              </a:ext>
            </a:extLst>
          </p:cNvPr>
          <p:cNvSpPr>
            <a:spLocks noGrp="1"/>
          </p:cNvSpPr>
          <p:nvPr>
            <p:ph type="sldNum" sz="quarter" idx="11"/>
          </p:nvPr>
        </p:nvSpPr>
        <p:spPr/>
        <p:txBody>
          <a:bodyPr/>
          <a:lstStyle>
            <a:lvl1pPr>
              <a:defRPr>
                <a:solidFill>
                  <a:schemeClr val="bg1"/>
                </a:solidFill>
              </a:defRPr>
            </a:lvl1pPr>
          </a:lstStyle>
          <a:p>
            <a:fld id="{3A74F2AC-1E9A-41D4-8B35-A069FB343260}" type="slidenum">
              <a:rPr lang="en-US" smtClean="0"/>
              <a:pPr/>
              <a:t>‹#›</a:t>
            </a:fld>
            <a:endParaRPr lang="en-US" dirty="0"/>
          </a:p>
        </p:txBody>
      </p:sp>
      <p:grpSp>
        <p:nvGrpSpPr>
          <p:cNvPr id="7" name="Group 6">
            <a:extLst>
              <a:ext uri="{FF2B5EF4-FFF2-40B4-BE49-F238E27FC236}">
                <a16:creationId xmlns:a16="http://schemas.microsoft.com/office/drawing/2014/main" id="{C7627C47-D7CF-5D6D-0DA2-D56D875DAA11}"/>
              </a:ext>
            </a:extLst>
          </p:cNvPr>
          <p:cNvGrpSpPr/>
          <p:nvPr userDrawn="1"/>
        </p:nvGrpSpPr>
        <p:grpSpPr>
          <a:xfrm>
            <a:off x="-1518920" y="0"/>
            <a:ext cx="1248590" cy="3843947"/>
            <a:chOff x="-2206171" y="0"/>
            <a:chExt cx="1973942" cy="3614166"/>
          </a:xfrm>
        </p:grpSpPr>
        <p:sp>
          <p:nvSpPr>
            <p:cNvPr id="13" name="Rectangle 12">
              <a:extLst>
                <a:ext uri="{FF2B5EF4-FFF2-40B4-BE49-F238E27FC236}">
                  <a16:creationId xmlns:a16="http://schemas.microsoft.com/office/drawing/2014/main" id="{186A5F66-43F3-AA4A-39B3-CCB4BB3C3013}"/>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14" name="Rectangle 13">
              <a:extLst>
                <a:ext uri="{FF2B5EF4-FFF2-40B4-BE49-F238E27FC236}">
                  <a16:creationId xmlns:a16="http://schemas.microsoft.com/office/drawing/2014/main" id="{F749C2E6-9B7A-F9FC-F1C2-213371FBF837}"/>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endParaRPr lang="en-US" sz="900" dirty="0">
                <a:solidFill>
                  <a:schemeClr val="tx1"/>
                </a:solidFill>
              </a:endParaRPr>
            </a:p>
            <a:p>
              <a:r>
                <a:rPr lang="en-US" sz="900" dirty="0">
                  <a:solidFill>
                    <a:schemeClr val="tx1"/>
                  </a:solidFill>
                </a:rPr>
                <a:t>To change pictures, right click the picture and select ‘change picture. </a:t>
              </a:r>
            </a:p>
            <a:p>
              <a:endParaRPr lang="en-US" sz="900" dirty="0">
                <a:solidFill>
                  <a:schemeClr val="tx1"/>
                </a:solidFill>
              </a:endParaRPr>
            </a:p>
            <a:p>
              <a:r>
                <a:rPr lang="en-US" sz="900" dirty="0">
                  <a:solidFill>
                    <a:schemeClr val="tx1"/>
                  </a:solidFill>
                </a:rPr>
                <a:t>Clicking reset under the home tab will reset the picture into the correct position.</a:t>
              </a:r>
            </a:p>
            <a:p>
              <a:endParaRPr lang="en-US" sz="900" dirty="0">
                <a:solidFill>
                  <a:schemeClr val="tx1"/>
                </a:solidFill>
              </a:endParaRPr>
            </a:p>
          </p:txBody>
        </p:sp>
      </p:grpSp>
    </p:spTree>
    <p:extLst>
      <p:ext uri="{BB962C8B-B14F-4D97-AF65-F5344CB8AC3E}">
        <p14:creationId xmlns:p14="http://schemas.microsoft.com/office/powerpoint/2010/main" val="2691814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Pictures with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711FA24-0563-0782-C62A-B9B90404FB63}"/>
              </a:ext>
            </a:extLst>
          </p:cNvPr>
          <p:cNvSpPr>
            <a:spLocks noGrp="1"/>
          </p:cNvSpPr>
          <p:nvPr>
            <p:ph type="pic" sz="quarter" idx="12"/>
          </p:nvPr>
        </p:nvSpPr>
        <p:spPr>
          <a:xfrm>
            <a:off x="693480" y="17145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32" name="Picture Placeholder 5">
            <a:extLst>
              <a:ext uri="{FF2B5EF4-FFF2-40B4-BE49-F238E27FC236}">
                <a16:creationId xmlns:a16="http://schemas.microsoft.com/office/drawing/2014/main" id="{CFFAE304-BB3D-417B-0B8F-841F46EB2DAE}"/>
              </a:ext>
            </a:extLst>
          </p:cNvPr>
          <p:cNvSpPr>
            <a:spLocks noGrp="1"/>
          </p:cNvSpPr>
          <p:nvPr>
            <p:ph type="pic" sz="quarter" idx="24"/>
          </p:nvPr>
        </p:nvSpPr>
        <p:spPr>
          <a:xfrm>
            <a:off x="684212" y="39456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17" name="Picture Placeholder 5">
            <a:extLst>
              <a:ext uri="{FF2B5EF4-FFF2-40B4-BE49-F238E27FC236}">
                <a16:creationId xmlns:a16="http://schemas.microsoft.com/office/drawing/2014/main" id="{96A5D6E4-D4E0-F004-561F-0F2870A749A0}"/>
              </a:ext>
            </a:extLst>
          </p:cNvPr>
          <p:cNvSpPr>
            <a:spLocks noGrp="1"/>
          </p:cNvSpPr>
          <p:nvPr>
            <p:ph type="pic" sz="quarter" idx="25"/>
          </p:nvPr>
        </p:nvSpPr>
        <p:spPr>
          <a:xfrm>
            <a:off x="4385083" y="17145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18" name="Picture Placeholder 5">
            <a:extLst>
              <a:ext uri="{FF2B5EF4-FFF2-40B4-BE49-F238E27FC236}">
                <a16:creationId xmlns:a16="http://schemas.microsoft.com/office/drawing/2014/main" id="{4BA01269-8C0E-4DFA-07E6-6BC063D4470A}"/>
              </a:ext>
            </a:extLst>
          </p:cNvPr>
          <p:cNvSpPr>
            <a:spLocks noGrp="1"/>
          </p:cNvSpPr>
          <p:nvPr>
            <p:ph type="pic" sz="quarter" idx="26"/>
          </p:nvPr>
        </p:nvSpPr>
        <p:spPr>
          <a:xfrm>
            <a:off x="4375815" y="39456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9" name="Text Placeholder 8">
            <a:extLst>
              <a:ext uri="{FF2B5EF4-FFF2-40B4-BE49-F238E27FC236}">
                <a16:creationId xmlns:a16="http://schemas.microsoft.com/office/drawing/2014/main" id="{BC2B4B00-0827-25C6-BFF9-ADCC9CAC3278}"/>
              </a:ext>
            </a:extLst>
          </p:cNvPr>
          <p:cNvSpPr>
            <a:spLocks noGrp="1"/>
          </p:cNvSpPr>
          <p:nvPr>
            <p:ph type="body" sz="quarter" idx="27"/>
          </p:nvPr>
        </p:nvSpPr>
        <p:spPr>
          <a:xfrm>
            <a:off x="8065830" y="1714500"/>
            <a:ext cx="3432433" cy="4229100"/>
          </a:xfrm>
          <a:ln w="12700">
            <a:gradFill flip="none" rotWithShape="1">
              <a:gsLst>
                <a:gs pos="99000">
                  <a:schemeClr val="bg1">
                    <a:alpha val="0"/>
                  </a:schemeClr>
                </a:gs>
                <a:gs pos="100000">
                  <a:schemeClr val="bg2"/>
                </a:gs>
              </a:gsLst>
              <a:lin ang="10800000" scaled="1"/>
              <a:tileRect/>
            </a:gradFill>
          </a:ln>
        </p:spPr>
        <p:txBody>
          <a:bodyPr l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phic 9">
            <a:extLst>
              <a:ext uri="{FF2B5EF4-FFF2-40B4-BE49-F238E27FC236}">
                <a16:creationId xmlns:a16="http://schemas.microsoft.com/office/drawing/2014/main" id="{12AC8AD2-F77F-A6D8-1521-F3F7AB2291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5" name="Group 4">
            <a:extLst>
              <a:ext uri="{FF2B5EF4-FFF2-40B4-BE49-F238E27FC236}">
                <a16:creationId xmlns:a16="http://schemas.microsoft.com/office/drawing/2014/main" id="{6E2B3F5D-0152-CE28-4DD5-3A52B1105ADE}"/>
              </a:ext>
            </a:extLst>
          </p:cNvPr>
          <p:cNvGrpSpPr/>
          <p:nvPr userDrawn="1"/>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8696B160-7594-BCBF-A75F-A1A090E29D0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DA0EF868-650B-BC9D-817D-B6E3E1E63043}"/>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Footer Placeholder 6">
            <a:extLst>
              <a:ext uri="{FF2B5EF4-FFF2-40B4-BE49-F238E27FC236}">
                <a16:creationId xmlns:a16="http://schemas.microsoft.com/office/drawing/2014/main" id="{5CB22F13-685E-C312-02B2-71F5C8B5225A}"/>
              </a:ext>
            </a:extLst>
          </p:cNvPr>
          <p:cNvSpPr>
            <a:spLocks noGrp="1"/>
          </p:cNvSpPr>
          <p:nvPr>
            <p:ph type="ftr" sz="quarter" idx="28"/>
          </p:nvPr>
        </p:nvSpPr>
        <p:spPr/>
        <p:txBody>
          <a:bodyPr/>
          <a:lstStyle/>
          <a:p>
            <a:endParaRPr lang="en-US" dirty="0"/>
          </a:p>
        </p:txBody>
      </p:sp>
      <p:sp>
        <p:nvSpPr>
          <p:cNvPr id="12" name="Slide Number Placeholder 11">
            <a:extLst>
              <a:ext uri="{FF2B5EF4-FFF2-40B4-BE49-F238E27FC236}">
                <a16:creationId xmlns:a16="http://schemas.microsoft.com/office/drawing/2014/main" id="{5ACB44D8-0F4B-F403-7E52-23F1BFBD5438}"/>
              </a:ext>
            </a:extLst>
          </p:cNvPr>
          <p:cNvSpPr>
            <a:spLocks noGrp="1"/>
          </p:cNvSpPr>
          <p:nvPr>
            <p:ph type="sldNum" sz="quarter" idx="29"/>
          </p:nvPr>
        </p:nvSpPr>
        <p:spPr/>
        <p:txBody>
          <a:bodyPr/>
          <a:lstStyle/>
          <a:p>
            <a:fld id="{3A74F2AC-1E9A-41D4-8B35-A069FB343260}" type="slidenum">
              <a:rPr lang="en-US" smtClean="0"/>
              <a:pPr/>
              <a:t>‹#›</a:t>
            </a:fld>
            <a:endParaRPr lang="en-US" dirty="0"/>
          </a:p>
        </p:txBody>
      </p:sp>
      <p:sp>
        <p:nvSpPr>
          <p:cNvPr id="3" name="Title 2">
            <a:extLst>
              <a:ext uri="{FF2B5EF4-FFF2-40B4-BE49-F238E27FC236}">
                <a16:creationId xmlns:a16="http://schemas.microsoft.com/office/drawing/2014/main" id="{55253B8B-67E7-6F5F-529B-EE1BD8D1CF32}"/>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103711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Pictures / 4 Text Panels">
    <p:spTree>
      <p:nvGrpSpPr>
        <p:cNvPr id="1" name=""/>
        <p:cNvGrpSpPr/>
        <p:nvPr/>
      </p:nvGrpSpPr>
      <p:grpSpPr>
        <a:xfrm>
          <a:off x="0" y="0"/>
          <a:ext cx="0" cy="0"/>
          <a:chOff x="0" y="0"/>
          <a:chExt cx="0" cy="0"/>
        </a:xfrm>
      </p:grpSpPr>
      <p:sp>
        <p:nvSpPr>
          <p:cNvPr id="33" name="Text Placeholder 12">
            <a:extLst>
              <a:ext uri="{FF2B5EF4-FFF2-40B4-BE49-F238E27FC236}">
                <a16:creationId xmlns:a16="http://schemas.microsoft.com/office/drawing/2014/main" id="{1519FCF2-EDE0-31C1-8A80-7DDC0EFDB02B}"/>
              </a:ext>
            </a:extLst>
          </p:cNvPr>
          <p:cNvSpPr>
            <a:spLocks noGrp="1"/>
          </p:cNvSpPr>
          <p:nvPr>
            <p:ph type="body" sz="quarter" idx="25"/>
          </p:nvPr>
        </p:nvSpPr>
        <p:spPr>
          <a:xfrm>
            <a:off x="3091820" y="1714499"/>
            <a:ext cx="2281580" cy="2069647"/>
          </a:xfrm>
          <a:solidFill>
            <a:schemeClr val="accent2"/>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0711FA24-0563-0782-C62A-B9B90404FB63}"/>
              </a:ext>
            </a:extLst>
          </p:cNvPr>
          <p:cNvSpPr>
            <a:spLocks noGrp="1"/>
          </p:cNvSpPr>
          <p:nvPr>
            <p:ph type="pic" sz="quarter" idx="12"/>
          </p:nvPr>
        </p:nvSpPr>
        <p:spPr>
          <a:xfrm>
            <a:off x="693480" y="1714499"/>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26" name="Text Placeholder 12">
            <a:extLst>
              <a:ext uri="{FF2B5EF4-FFF2-40B4-BE49-F238E27FC236}">
                <a16:creationId xmlns:a16="http://schemas.microsoft.com/office/drawing/2014/main" id="{D492183A-E851-B1F3-779B-E96ED2D75445}"/>
              </a:ext>
            </a:extLst>
          </p:cNvPr>
          <p:cNvSpPr>
            <a:spLocks noGrp="1"/>
          </p:cNvSpPr>
          <p:nvPr>
            <p:ph type="body" sz="quarter" idx="23"/>
          </p:nvPr>
        </p:nvSpPr>
        <p:spPr>
          <a:xfrm>
            <a:off x="698200" y="3864427"/>
            <a:ext cx="2281580" cy="2069647"/>
          </a:xfrm>
          <a:solidFill>
            <a:schemeClr val="accent1"/>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Picture Placeholder 5">
            <a:extLst>
              <a:ext uri="{FF2B5EF4-FFF2-40B4-BE49-F238E27FC236}">
                <a16:creationId xmlns:a16="http://schemas.microsoft.com/office/drawing/2014/main" id="{CFFAE304-BB3D-417B-0B8F-841F46EB2DAE}"/>
              </a:ext>
            </a:extLst>
          </p:cNvPr>
          <p:cNvSpPr>
            <a:spLocks noGrp="1"/>
          </p:cNvSpPr>
          <p:nvPr>
            <p:ph type="pic" sz="quarter" idx="24"/>
          </p:nvPr>
        </p:nvSpPr>
        <p:spPr>
          <a:xfrm>
            <a:off x="3087100" y="3864427"/>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34" name="Picture Placeholder 5">
            <a:extLst>
              <a:ext uri="{FF2B5EF4-FFF2-40B4-BE49-F238E27FC236}">
                <a16:creationId xmlns:a16="http://schemas.microsoft.com/office/drawing/2014/main" id="{554E48B1-514C-EDF0-9011-5A330D5AE91F}"/>
              </a:ext>
            </a:extLst>
          </p:cNvPr>
          <p:cNvSpPr>
            <a:spLocks noGrp="1"/>
          </p:cNvSpPr>
          <p:nvPr>
            <p:ph type="pic" sz="quarter" idx="26"/>
          </p:nvPr>
        </p:nvSpPr>
        <p:spPr>
          <a:xfrm>
            <a:off x="5480720" y="1714499"/>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35" name="Text Placeholder 12">
            <a:extLst>
              <a:ext uri="{FF2B5EF4-FFF2-40B4-BE49-F238E27FC236}">
                <a16:creationId xmlns:a16="http://schemas.microsoft.com/office/drawing/2014/main" id="{086A82FF-39FE-7717-57CD-8811ACCF3350}"/>
              </a:ext>
            </a:extLst>
          </p:cNvPr>
          <p:cNvSpPr>
            <a:spLocks noGrp="1"/>
          </p:cNvSpPr>
          <p:nvPr>
            <p:ph type="body" sz="quarter" idx="27"/>
          </p:nvPr>
        </p:nvSpPr>
        <p:spPr>
          <a:xfrm>
            <a:off x="5480720" y="3864427"/>
            <a:ext cx="2281580" cy="2069647"/>
          </a:xfrm>
          <a:solidFill>
            <a:schemeClr val="accent4"/>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Picture Placeholder 5">
            <a:extLst>
              <a:ext uri="{FF2B5EF4-FFF2-40B4-BE49-F238E27FC236}">
                <a16:creationId xmlns:a16="http://schemas.microsoft.com/office/drawing/2014/main" id="{47EA2F78-B16C-7CD2-6DCB-516EF003ECEB}"/>
              </a:ext>
            </a:extLst>
          </p:cNvPr>
          <p:cNvSpPr>
            <a:spLocks noGrp="1"/>
          </p:cNvSpPr>
          <p:nvPr>
            <p:ph type="pic" sz="quarter" idx="28"/>
          </p:nvPr>
        </p:nvSpPr>
        <p:spPr>
          <a:xfrm>
            <a:off x="7869620" y="3864427"/>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dirty="0"/>
          </a:p>
        </p:txBody>
      </p:sp>
      <p:sp>
        <p:nvSpPr>
          <p:cNvPr id="37" name="Text Placeholder 12">
            <a:extLst>
              <a:ext uri="{FF2B5EF4-FFF2-40B4-BE49-F238E27FC236}">
                <a16:creationId xmlns:a16="http://schemas.microsoft.com/office/drawing/2014/main" id="{B4ECEBF6-12D3-42A2-D99A-FFF2EAE1C369}"/>
              </a:ext>
            </a:extLst>
          </p:cNvPr>
          <p:cNvSpPr>
            <a:spLocks noGrp="1"/>
          </p:cNvSpPr>
          <p:nvPr>
            <p:ph type="body" sz="quarter" idx="29"/>
          </p:nvPr>
        </p:nvSpPr>
        <p:spPr>
          <a:xfrm>
            <a:off x="7879060" y="1714499"/>
            <a:ext cx="2281580" cy="2069647"/>
          </a:xfrm>
          <a:solidFill>
            <a:schemeClr val="accent3"/>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CDB63B51-0515-8778-7C7E-4253095F49A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22527" y="6118859"/>
            <a:ext cx="983672" cy="573779"/>
          </a:xfrm>
          <a:prstGeom prst="rect">
            <a:avLst/>
          </a:prstGeom>
        </p:spPr>
      </p:pic>
      <p:grpSp>
        <p:nvGrpSpPr>
          <p:cNvPr id="13" name="Group 12">
            <a:extLst>
              <a:ext uri="{FF2B5EF4-FFF2-40B4-BE49-F238E27FC236}">
                <a16:creationId xmlns:a16="http://schemas.microsoft.com/office/drawing/2014/main" id="{E89D3DEC-DF7F-E946-A7C3-624DD18F79C5}"/>
              </a:ext>
            </a:extLst>
          </p:cNvPr>
          <p:cNvGrpSpPr/>
          <p:nvPr userDrawn="1"/>
        </p:nvGrpSpPr>
        <p:grpSpPr>
          <a:xfrm>
            <a:off x="11236328" y="0"/>
            <a:ext cx="280986" cy="1282539"/>
            <a:chOff x="11222692" y="155575"/>
            <a:chExt cx="280986" cy="1282539"/>
          </a:xfrm>
          <a:solidFill>
            <a:schemeClr val="accent1"/>
          </a:solidFill>
        </p:grpSpPr>
        <p:pic>
          <p:nvPicPr>
            <p:cNvPr id="14" name="Graphic 13">
              <a:extLst>
                <a:ext uri="{FF2B5EF4-FFF2-40B4-BE49-F238E27FC236}">
                  <a16:creationId xmlns:a16="http://schemas.microsoft.com/office/drawing/2014/main" id="{C8A73D16-1891-0BDA-DDC6-8D843550A3D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5" name="Rectangle 14">
              <a:extLst>
                <a:ext uri="{FF2B5EF4-FFF2-40B4-BE49-F238E27FC236}">
                  <a16:creationId xmlns:a16="http://schemas.microsoft.com/office/drawing/2014/main" id="{370C86B1-0F84-DDDF-B729-D9D357122A1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Footer Placeholder 4">
            <a:extLst>
              <a:ext uri="{FF2B5EF4-FFF2-40B4-BE49-F238E27FC236}">
                <a16:creationId xmlns:a16="http://schemas.microsoft.com/office/drawing/2014/main" id="{BA3D0774-14BC-68C9-E806-2EA8BFEE5340}"/>
              </a:ext>
            </a:extLst>
          </p:cNvPr>
          <p:cNvSpPr>
            <a:spLocks noGrp="1"/>
          </p:cNvSpPr>
          <p:nvPr>
            <p:ph type="ftr" sz="quarter" idx="30"/>
          </p:nvPr>
        </p:nvSpPr>
        <p:spPr/>
        <p:txBody>
          <a:bodyPr/>
          <a:lstStyle/>
          <a:p>
            <a:endParaRPr lang="en-US" dirty="0"/>
          </a:p>
        </p:txBody>
      </p:sp>
      <p:sp>
        <p:nvSpPr>
          <p:cNvPr id="7" name="Slide Number Placeholder 6">
            <a:extLst>
              <a:ext uri="{FF2B5EF4-FFF2-40B4-BE49-F238E27FC236}">
                <a16:creationId xmlns:a16="http://schemas.microsoft.com/office/drawing/2014/main" id="{B7409026-4870-57B8-9BDC-5E7F7402CEDA}"/>
              </a:ext>
            </a:extLst>
          </p:cNvPr>
          <p:cNvSpPr>
            <a:spLocks noGrp="1"/>
          </p:cNvSpPr>
          <p:nvPr>
            <p:ph type="sldNum" sz="quarter" idx="31"/>
          </p:nvPr>
        </p:nvSpPr>
        <p:spPr/>
        <p:txBody>
          <a:bodyPr/>
          <a:lstStyle/>
          <a:p>
            <a:fld id="{3A74F2AC-1E9A-41D4-8B35-A069FB343260}" type="slidenum">
              <a:rPr lang="en-US" smtClean="0"/>
              <a:pPr/>
              <a:t>‹#›</a:t>
            </a:fld>
            <a:endParaRPr lang="en-US" dirty="0"/>
          </a:p>
        </p:txBody>
      </p:sp>
      <p:sp>
        <p:nvSpPr>
          <p:cNvPr id="3" name="Title 2">
            <a:extLst>
              <a:ext uri="{FF2B5EF4-FFF2-40B4-BE49-F238E27FC236}">
                <a16:creationId xmlns:a16="http://schemas.microsoft.com/office/drawing/2014/main" id="{24E86A8A-A567-6488-C943-E12C7048AAF9}"/>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8059444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Bleed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3C82750-4FB5-D671-01FE-4C4A66B2A054}"/>
              </a:ext>
            </a:extLst>
          </p:cNvPr>
          <p:cNvSpPr>
            <a:spLocks noGrp="1"/>
          </p:cNvSpPr>
          <p:nvPr>
            <p:ph type="pic" sz="quarter" idx="12"/>
          </p:nvPr>
        </p:nvSpPr>
        <p:spPr>
          <a:xfrm>
            <a:off x="0" y="0"/>
            <a:ext cx="12192000" cy="685800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dirty="0"/>
          </a:p>
        </p:txBody>
      </p:sp>
      <p:sp>
        <p:nvSpPr>
          <p:cNvPr id="2" name="Text Placeholder 9">
            <a:extLst>
              <a:ext uri="{FF2B5EF4-FFF2-40B4-BE49-F238E27FC236}">
                <a16:creationId xmlns:a16="http://schemas.microsoft.com/office/drawing/2014/main" id="{C9250CB3-6471-584F-BA18-E58892986937}"/>
              </a:ext>
            </a:extLst>
          </p:cNvPr>
          <p:cNvSpPr>
            <a:spLocks noGrp="1"/>
          </p:cNvSpPr>
          <p:nvPr>
            <p:ph type="body" sz="quarter" idx="14" hasCustomPrompt="1"/>
          </p:nvPr>
        </p:nvSpPr>
        <p:spPr>
          <a:xfrm>
            <a:off x="0" y="5435600"/>
            <a:ext cx="12192000" cy="1422399"/>
          </a:xfrm>
          <a:gradFill flip="none" rotWithShape="1">
            <a:gsLst>
              <a:gs pos="100000">
                <a:srgbClr val="000000">
                  <a:alpha val="0"/>
                </a:srgbClr>
              </a:gs>
              <a:gs pos="0">
                <a:srgbClr val="000000">
                  <a:alpha val="40000"/>
                </a:srgbClr>
              </a:gs>
            </a:gsLst>
            <a:lin ang="162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b"/>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marL="0" marR="0" lvl="0" indent="0" algn="ctr" defTabSz="457200" rtl="0" eaLnBrk="1" fontAlgn="auto" latinLnBrk="0" hangingPunct="1">
              <a:lnSpc>
                <a:spcPct val="100000"/>
              </a:lnSpc>
              <a:spcBef>
                <a:spcPts val="0"/>
              </a:spcBef>
              <a:spcAft>
                <a:spcPts val="1200"/>
              </a:spcAft>
              <a:buClr>
                <a:schemeClr val="accent1"/>
              </a:buClr>
              <a:buSzTx/>
              <a:buFont typeface="Arial" panose="020B0604020202020204" pitchFamily="34" charset="0"/>
              <a:buNone/>
              <a:tabLst/>
              <a:defRPr/>
            </a:pPr>
            <a:r>
              <a:rPr lang="en-US"/>
              <a:t>Do not enter text into this placeholder. This will not show up when presenting.</a:t>
            </a:r>
            <a:endParaRPr lang="en-US" dirty="0"/>
          </a:p>
        </p:txBody>
      </p:sp>
      <p:sp>
        <p:nvSpPr>
          <p:cNvPr id="5" name="Picture Placeholder 4">
            <a:extLst>
              <a:ext uri="{FF2B5EF4-FFF2-40B4-BE49-F238E27FC236}">
                <a16:creationId xmlns:a16="http://schemas.microsoft.com/office/drawing/2014/main" id="{AD35E60E-B880-03B0-3065-69A3B0957F0C}"/>
              </a:ext>
            </a:extLst>
          </p:cNvPr>
          <p:cNvSpPr>
            <a:spLocks noGrp="1"/>
          </p:cNvSpPr>
          <p:nvPr>
            <p:ph type="pic" sz="quarter" idx="13" hasCustomPrompt="1"/>
          </p:nvPr>
        </p:nvSpPr>
        <p:spPr>
          <a:xfrm>
            <a:off x="10522527" y="6118859"/>
            <a:ext cx="983672" cy="573779"/>
          </a:xfrm>
          <a:blipFill>
            <a:blip r:embed="rId2"/>
            <a:stretch>
              <a:fillRect/>
            </a:stretch>
          </a:blipFill>
        </p:spPr>
        <p:txBody>
          <a:bodyPr>
            <a:normAutofit/>
          </a:bodyPr>
          <a:lstStyle>
            <a:lvl1pPr marL="0" indent="0">
              <a:buNone/>
              <a:defRPr sz="800"/>
            </a:lvl1pPr>
          </a:lstStyle>
          <a:p>
            <a:r>
              <a:rPr lang="en-US" dirty="0"/>
              <a:t>This text will not show in show mode</a:t>
            </a:r>
          </a:p>
        </p:txBody>
      </p:sp>
      <p:sp>
        <p:nvSpPr>
          <p:cNvPr id="7" name="Footer Placeholder 6">
            <a:extLst>
              <a:ext uri="{FF2B5EF4-FFF2-40B4-BE49-F238E27FC236}">
                <a16:creationId xmlns:a16="http://schemas.microsoft.com/office/drawing/2014/main" id="{43EE34E6-70BA-CCDB-5952-970F852CF17C}"/>
              </a:ext>
            </a:extLst>
          </p:cNvPr>
          <p:cNvSpPr>
            <a:spLocks noGrp="1"/>
          </p:cNvSpPr>
          <p:nvPr>
            <p:ph type="ftr" sz="quarter" idx="15"/>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7A418639-719A-AC15-1BF6-B3B4D2832CC8}"/>
              </a:ext>
            </a:extLst>
          </p:cNvPr>
          <p:cNvSpPr>
            <a:spLocks noGrp="1"/>
          </p:cNvSpPr>
          <p:nvPr>
            <p:ph type="sldNum" sz="quarter" idx="16"/>
          </p:nvPr>
        </p:nvSpPr>
        <p:spPr/>
        <p:txBody>
          <a:bodyPr/>
          <a:lstStyle>
            <a:lvl1pPr>
              <a:defRPr>
                <a:solidFill>
                  <a:schemeClr val="bg1"/>
                </a:solidFill>
              </a:defRPr>
            </a:lvl1pPr>
          </a:lstStyle>
          <a:p>
            <a:fld id="{3A74F2AC-1E9A-41D4-8B35-A069FB343260}" type="slidenum">
              <a:rPr lang="en-US" smtClean="0"/>
              <a:pPr/>
              <a:t>‹#›</a:t>
            </a:fld>
            <a:endParaRPr lang="en-US" dirty="0"/>
          </a:p>
        </p:txBody>
      </p:sp>
      <p:grpSp>
        <p:nvGrpSpPr>
          <p:cNvPr id="3" name="Group 2">
            <a:extLst>
              <a:ext uri="{FF2B5EF4-FFF2-40B4-BE49-F238E27FC236}">
                <a16:creationId xmlns:a16="http://schemas.microsoft.com/office/drawing/2014/main" id="{1B246276-147A-F172-F8B0-7DC9FD95BA90}"/>
              </a:ext>
            </a:extLst>
          </p:cNvPr>
          <p:cNvGrpSpPr/>
          <p:nvPr userDrawn="1"/>
        </p:nvGrpSpPr>
        <p:grpSpPr>
          <a:xfrm>
            <a:off x="-1518920" y="0"/>
            <a:ext cx="1248590" cy="3843947"/>
            <a:chOff x="-2206171" y="0"/>
            <a:chExt cx="1973942" cy="3614166"/>
          </a:xfrm>
        </p:grpSpPr>
        <p:sp>
          <p:nvSpPr>
            <p:cNvPr id="4" name="Rectangle 3">
              <a:extLst>
                <a:ext uri="{FF2B5EF4-FFF2-40B4-BE49-F238E27FC236}">
                  <a16:creationId xmlns:a16="http://schemas.microsoft.com/office/drawing/2014/main" id="{82A097E1-CF50-02BD-AC77-9D7BAC75AAB8}"/>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9" name="Rectangle 8">
              <a:extLst>
                <a:ext uri="{FF2B5EF4-FFF2-40B4-BE49-F238E27FC236}">
                  <a16:creationId xmlns:a16="http://schemas.microsoft.com/office/drawing/2014/main" id="{89CB0B3F-547A-014E-774E-3AA2865516BE}"/>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This slide uses a gradient placeholder at the bottom. Be careful when pasting text into this slide, or applying this layout to an existing layout, as text may automatically snap into the placeholder. If this happens, simply delete the text and reset the slide layout.</a:t>
              </a:r>
            </a:p>
            <a:p>
              <a:endParaRPr lang="en-US" sz="900" dirty="0">
                <a:solidFill>
                  <a:schemeClr val="tx1"/>
                </a:solidFill>
              </a:endParaRPr>
            </a:p>
            <a:p>
              <a:r>
                <a:rPr lang="en-US" sz="900" dirty="0">
                  <a:solidFill>
                    <a:schemeClr val="tx1"/>
                  </a:solidFill>
                </a:rPr>
                <a:t>To change pictures, right click the picture and select ‘change picture. </a:t>
              </a:r>
            </a:p>
            <a:p>
              <a:endParaRPr lang="en-US" sz="900" dirty="0">
                <a:solidFill>
                  <a:schemeClr val="tx1"/>
                </a:solidFill>
              </a:endParaRPr>
            </a:p>
            <a:p>
              <a:r>
                <a:rPr lang="en-US" sz="900" dirty="0">
                  <a:solidFill>
                    <a:schemeClr val="tx1"/>
                  </a:solidFill>
                </a:rPr>
                <a:t>Clicking reset under the home tab will reset the picture into the correct position.</a:t>
              </a:r>
            </a:p>
            <a:p>
              <a:endParaRPr lang="en-US" sz="900" dirty="0">
                <a:solidFill>
                  <a:schemeClr val="tx1"/>
                </a:solidFill>
              </a:endParaRPr>
            </a:p>
          </p:txBody>
        </p:sp>
      </p:grpSp>
    </p:spTree>
    <p:extLst>
      <p:ext uri="{BB962C8B-B14F-4D97-AF65-F5344CB8AC3E}">
        <p14:creationId xmlns:p14="http://schemas.microsoft.com/office/powerpoint/2010/main" val="1703447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Picture with MIT Text">
    <p:bg>
      <p:bgPr>
        <a:solidFill>
          <a:schemeClr val="accent2"/>
        </a:solidFill>
        <a:effectLst/>
      </p:bgPr>
    </p:bg>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2AAB4232-09C3-4243-D7DF-CB4706E3D50E}"/>
              </a:ext>
            </a:extLst>
          </p:cNvPr>
          <p:cNvSpPr>
            <a:spLocks noGrp="1"/>
          </p:cNvSpPr>
          <p:nvPr>
            <p:ph type="pic" sz="quarter" idx="14"/>
          </p:nvPr>
        </p:nvSpPr>
        <p:spPr>
          <a:xfrm>
            <a:off x="6210300" y="127000"/>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dirty="0"/>
          </a:p>
        </p:txBody>
      </p:sp>
      <p:sp>
        <p:nvSpPr>
          <p:cNvPr id="11" name="Picture Placeholder 5">
            <a:extLst>
              <a:ext uri="{FF2B5EF4-FFF2-40B4-BE49-F238E27FC236}">
                <a16:creationId xmlns:a16="http://schemas.microsoft.com/office/drawing/2014/main" id="{6A754B9F-770D-86B4-682C-198879995BED}"/>
              </a:ext>
            </a:extLst>
          </p:cNvPr>
          <p:cNvSpPr>
            <a:spLocks noGrp="1"/>
          </p:cNvSpPr>
          <p:nvPr>
            <p:ph type="pic" sz="quarter" idx="15"/>
          </p:nvPr>
        </p:nvSpPr>
        <p:spPr>
          <a:xfrm>
            <a:off x="6210300" y="3493294"/>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dirty="0"/>
          </a:p>
        </p:txBody>
      </p:sp>
      <p:sp>
        <p:nvSpPr>
          <p:cNvPr id="6" name="Picture Placeholder 5">
            <a:extLst>
              <a:ext uri="{FF2B5EF4-FFF2-40B4-BE49-F238E27FC236}">
                <a16:creationId xmlns:a16="http://schemas.microsoft.com/office/drawing/2014/main" id="{03C82750-4FB5-D671-01FE-4C4A66B2A054}"/>
              </a:ext>
            </a:extLst>
          </p:cNvPr>
          <p:cNvSpPr>
            <a:spLocks noGrp="1"/>
          </p:cNvSpPr>
          <p:nvPr>
            <p:ph type="pic" sz="quarter" idx="12"/>
          </p:nvPr>
        </p:nvSpPr>
        <p:spPr>
          <a:xfrm>
            <a:off x="177800" y="127000"/>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dirty="0"/>
          </a:p>
        </p:txBody>
      </p:sp>
      <p:sp>
        <p:nvSpPr>
          <p:cNvPr id="3" name="Footer Placeholder 2">
            <a:extLst>
              <a:ext uri="{FF2B5EF4-FFF2-40B4-BE49-F238E27FC236}">
                <a16:creationId xmlns:a16="http://schemas.microsoft.com/office/drawing/2014/main" id="{9551C1B7-211F-5818-D742-DDC038F9D6BA}"/>
              </a:ext>
            </a:extLst>
          </p:cNvPr>
          <p:cNvSpPr>
            <a:spLocks noGrp="1"/>
          </p:cNvSpPr>
          <p:nvPr>
            <p:ph type="ftr" sz="quarter" idx="10"/>
          </p:nvPr>
        </p:nvSpPr>
        <p:spPr>
          <a:xfrm>
            <a:off x="1066800" y="6234794"/>
            <a:ext cx="3303588"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48D5EA8-1955-D63B-9E8D-A38748E13949}"/>
              </a:ext>
            </a:extLst>
          </p:cNvPr>
          <p:cNvSpPr>
            <a:spLocks noGrp="1"/>
          </p:cNvSpPr>
          <p:nvPr>
            <p:ph type="sldNum" sz="quarter" idx="11"/>
          </p:nvPr>
        </p:nvSpPr>
        <p:spPr>
          <a:xfrm>
            <a:off x="684212" y="6234795"/>
            <a:ext cx="382588" cy="365125"/>
          </a:xfrm>
          <a:prstGeom prst="rect">
            <a:avLst/>
          </a:prstGeom>
        </p:spPr>
        <p:txBody>
          <a:bodyPr/>
          <a:lstStyle/>
          <a:p>
            <a:fld id="{3A74F2AC-1E9A-41D4-8B35-A069FB343260}" type="slidenum">
              <a:rPr lang="en-US" smtClean="0"/>
              <a:pPr/>
              <a:t>‹#›</a:t>
            </a:fld>
            <a:endParaRPr lang="en-US" dirty="0"/>
          </a:p>
        </p:txBody>
      </p:sp>
      <p:sp>
        <p:nvSpPr>
          <p:cNvPr id="9" name="Picture Placeholder 5">
            <a:extLst>
              <a:ext uri="{FF2B5EF4-FFF2-40B4-BE49-F238E27FC236}">
                <a16:creationId xmlns:a16="http://schemas.microsoft.com/office/drawing/2014/main" id="{FEB033A5-8394-F4A4-5649-6DEF3575AB1F}"/>
              </a:ext>
            </a:extLst>
          </p:cNvPr>
          <p:cNvSpPr>
            <a:spLocks noGrp="1"/>
          </p:cNvSpPr>
          <p:nvPr>
            <p:ph type="pic" sz="quarter" idx="13"/>
          </p:nvPr>
        </p:nvSpPr>
        <p:spPr>
          <a:xfrm>
            <a:off x="177800" y="3493294"/>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dirty="0"/>
          </a:p>
        </p:txBody>
      </p:sp>
      <p:sp>
        <p:nvSpPr>
          <p:cNvPr id="41" name="Text Placeholder 40">
            <a:extLst>
              <a:ext uri="{FF2B5EF4-FFF2-40B4-BE49-F238E27FC236}">
                <a16:creationId xmlns:a16="http://schemas.microsoft.com/office/drawing/2014/main" id="{C619E713-500F-EAFC-9855-564078CBFA2F}"/>
              </a:ext>
            </a:extLst>
          </p:cNvPr>
          <p:cNvSpPr>
            <a:spLocks noGrp="1"/>
          </p:cNvSpPr>
          <p:nvPr>
            <p:ph type="body" sz="quarter" idx="16" hasCustomPrompt="1"/>
          </p:nvPr>
        </p:nvSpPr>
        <p:spPr>
          <a:xfrm>
            <a:off x="9470230" y="-11669"/>
            <a:ext cx="2733675" cy="6885543"/>
          </a:xfrm>
          <a:blipFill>
            <a:blip r:embed="rId2" cstate="screen">
              <a:extLst>
                <a:ext uri="{28A0092B-C50C-407E-A947-70E740481C1C}">
                  <a14:useLocalDpi xmlns:a14="http://schemas.microsoft.com/office/drawing/2010/main"/>
                </a:ext>
              </a:extLst>
            </a:blip>
            <a:stretch>
              <a:fillRect/>
            </a:stretch>
          </a:blipFill>
        </p:spPr>
        <p:txBody>
          <a:bodyPr rIns="1224000"/>
          <a:lstStyle>
            <a:lvl1pPr marL="0" indent="0">
              <a:buFontTx/>
              <a:buNone/>
              <a:defRPr sz="900">
                <a:highlight>
                  <a:srgbClr val="E0B537"/>
                </a:highlight>
              </a:defRPr>
            </a:lvl1pPr>
          </a:lstStyle>
          <a:p>
            <a:pPr marL="0" marR="0" lvl="0" indent="0" algn="l" defTabSz="914400" rtl="0" eaLnBrk="1" fontAlgn="auto" latinLnBrk="0" hangingPunct="1">
              <a:lnSpc>
                <a:spcPct val="100000"/>
              </a:lnSpc>
              <a:spcBef>
                <a:spcPts val="0"/>
              </a:spcBef>
              <a:spcAft>
                <a:spcPts val="1200"/>
              </a:spcAft>
              <a:buClr>
                <a:schemeClr val="accent1"/>
              </a:buClr>
              <a:buSzTx/>
              <a:buFontTx/>
              <a:buNone/>
              <a:tabLst/>
              <a:defRPr/>
            </a:pPr>
            <a:r>
              <a:rPr lang="en-US"/>
              <a:t>Do not enter text into this placeholder. This will not show up when presenting </a:t>
            </a:r>
          </a:p>
          <a:p>
            <a:pPr lvl="0"/>
            <a:endParaRPr lang="en-US" dirty="0"/>
          </a:p>
        </p:txBody>
      </p:sp>
      <p:grpSp>
        <p:nvGrpSpPr>
          <p:cNvPr id="2" name="Group 1">
            <a:extLst>
              <a:ext uri="{FF2B5EF4-FFF2-40B4-BE49-F238E27FC236}">
                <a16:creationId xmlns:a16="http://schemas.microsoft.com/office/drawing/2014/main" id="{28D9F1CD-1443-C93B-B5FC-BBD26FF0176A}"/>
              </a:ext>
            </a:extLst>
          </p:cNvPr>
          <p:cNvGrpSpPr/>
          <p:nvPr userDrawn="1"/>
        </p:nvGrpSpPr>
        <p:grpSpPr>
          <a:xfrm>
            <a:off x="-1518920" y="0"/>
            <a:ext cx="1248590" cy="3843947"/>
            <a:chOff x="-2206171" y="0"/>
            <a:chExt cx="1973942" cy="3614166"/>
          </a:xfrm>
        </p:grpSpPr>
        <p:sp>
          <p:nvSpPr>
            <p:cNvPr id="5" name="Rectangle 4">
              <a:extLst>
                <a:ext uri="{FF2B5EF4-FFF2-40B4-BE49-F238E27FC236}">
                  <a16:creationId xmlns:a16="http://schemas.microsoft.com/office/drawing/2014/main" id="{17E886BA-A624-7E98-E66E-C103EEF1E379}"/>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t>TEMPLATE TIPS</a:t>
              </a:r>
            </a:p>
          </p:txBody>
        </p:sp>
        <p:sp>
          <p:nvSpPr>
            <p:cNvPr id="7" name="Rectangle 6">
              <a:extLst>
                <a:ext uri="{FF2B5EF4-FFF2-40B4-BE49-F238E27FC236}">
                  <a16:creationId xmlns:a16="http://schemas.microsoft.com/office/drawing/2014/main" id="{704B6DFD-338E-43BE-6F28-91B01B8319FD}"/>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US" sz="900" dirty="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endParaRPr lang="en-US" sz="900" dirty="0">
                <a:solidFill>
                  <a:schemeClr val="tx1"/>
                </a:solidFill>
              </a:endParaRPr>
            </a:p>
            <a:p>
              <a:r>
                <a:rPr lang="en-US" sz="900" dirty="0">
                  <a:solidFill>
                    <a:schemeClr val="tx1"/>
                  </a:solidFill>
                </a:rPr>
                <a:t>To change pictures, right click the picture and select ‘change picture. </a:t>
              </a:r>
            </a:p>
            <a:p>
              <a:endParaRPr lang="en-US" sz="900" dirty="0">
                <a:solidFill>
                  <a:schemeClr val="tx1"/>
                </a:solidFill>
              </a:endParaRPr>
            </a:p>
            <a:p>
              <a:r>
                <a:rPr lang="en-US" sz="900" dirty="0">
                  <a:solidFill>
                    <a:schemeClr val="tx1"/>
                  </a:solidFill>
                </a:rPr>
                <a:t>Clicking reset under the home tab will reset the picture into the correct position.</a:t>
              </a:r>
            </a:p>
            <a:p>
              <a:endParaRPr lang="en-US" sz="900" dirty="0">
                <a:solidFill>
                  <a:schemeClr val="tx1"/>
                </a:solidFill>
              </a:endParaRPr>
            </a:p>
          </p:txBody>
        </p:sp>
      </p:grpSp>
    </p:spTree>
    <p:extLst>
      <p:ext uri="{BB962C8B-B14F-4D97-AF65-F5344CB8AC3E}">
        <p14:creationId xmlns:p14="http://schemas.microsoft.com/office/powerpoint/2010/main" val="40830311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099FF1D-F1A7-336D-5E8F-7D4A04A33ACE}"/>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0F94FF68-1FEB-B7F7-65F4-DE2AC8545AA5}"/>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DFB098B-3796-060B-68EB-6151F08E56B1}"/>
              </a:ext>
            </a:extLst>
          </p:cNvPr>
          <p:cNvSpPr>
            <a:spLocks noGrp="1"/>
          </p:cNvSpPr>
          <p:nvPr>
            <p:ph type="sldNum" sz="quarter" idx="11"/>
          </p:nvPr>
        </p:nvSpPr>
        <p:spPr/>
        <p:txBody>
          <a:bodyPr/>
          <a:lstStyle/>
          <a:p>
            <a:fld id="{3A74F2AC-1E9A-41D4-8B35-A069FB343260}" type="slidenum">
              <a:rPr lang="en-US" smtClean="0"/>
              <a:pPr/>
              <a:t>‹#›</a:t>
            </a:fld>
            <a:endParaRPr lang="en-US" dirty="0"/>
          </a:p>
        </p:txBody>
      </p:sp>
      <p:sp>
        <p:nvSpPr>
          <p:cNvPr id="7" name="TextBox 6">
            <a:extLst>
              <a:ext uri="{FF2B5EF4-FFF2-40B4-BE49-F238E27FC236}">
                <a16:creationId xmlns:a16="http://schemas.microsoft.com/office/drawing/2014/main" id="{8F7583B2-C380-F3A5-97EE-3C1D90FD0EFC}"/>
              </a:ext>
            </a:extLst>
          </p:cNvPr>
          <p:cNvSpPr txBox="1"/>
          <p:nvPr userDrawn="1"/>
        </p:nvSpPr>
        <p:spPr>
          <a:xfrm>
            <a:off x="855643" y="1859340"/>
            <a:ext cx="10480714" cy="3139321"/>
          </a:xfrm>
          <a:prstGeom prst="rect">
            <a:avLst/>
          </a:prstGeom>
          <a:noFill/>
        </p:spPr>
        <p:txBody>
          <a:bodyPr wrap="square">
            <a:spAutoFit/>
          </a:bodyPr>
          <a:lstStyle/>
          <a:p>
            <a:pPr algn="ctr"/>
            <a:r>
              <a:rPr lang="en-US" sz="6600" b="1" dirty="0">
                <a:solidFill>
                  <a:schemeClr val="bg1"/>
                </a:solidFill>
              </a:rPr>
              <a:t>DO NOT USE ANY LAYOUTS THAT APPEAR AFTER THIS LAYOUT</a:t>
            </a:r>
          </a:p>
        </p:txBody>
      </p:sp>
    </p:spTree>
    <p:extLst>
      <p:ext uri="{BB962C8B-B14F-4D97-AF65-F5344CB8AC3E}">
        <p14:creationId xmlns:p14="http://schemas.microsoft.com/office/powerpoint/2010/main" val="39607687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DEC26B-3545-881C-E832-01F00F9A730F}"/>
              </a:ext>
            </a:extLst>
          </p:cNvPr>
          <p:cNvSpPr>
            <a:spLocks noGrp="1"/>
          </p:cNvSpPr>
          <p:nvPr>
            <p:ph type="title"/>
          </p:nvPr>
        </p:nvSpPr>
        <p:spPr>
          <a:xfrm>
            <a:off x="685800" y="303166"/>
            <a:ext cx="8977313" cy="1134949"/>
          </a:xfrm>
          <a:prstGeom prst="rect">
            <a:avLst/>
          </a:prstGeom>
        </p:spPr>
        <p:txBody>
          <a:bodyPr vert="horz" lIns="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DC64AB-1B21-A1E4-20DB-7553965AA263}"/>
              </a:ext>
            </a:extLst>
          </p:cNvPr>
          <p:cNvSpPr>
            <a:spLocks noGrp="1"/>
          </p:cNvSpPr>
          <p:nvPr>
            <p:ph type="body" idx="1"/>
          </p:nvPr>
        </p:nvSpPr>
        <p:spPr>
          <a:xfrm>
            <a:off x="685800" y="1714500"/>
            <a:ext cx="10820399" cy="4228034"/>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2A5C1168-C513-74C1-2D1C-90CA539B8B54}"/>
              </a:ext>
            </a:extLst>
          </p:cNvPr>
          <p:cNvSpPr>
            <a:spLocks noGrp="1"/>
          </p:cNvSpPr>
          <p:nvPr>
            <p:ph type="ftr" sz="quarter" idx="3"/>
          </p:nvPr>
        </p:nvSpPr>
        <p:spPr>
          <a:xfrm>
            <a:off x="933450" y="6312695"/>
            <a:ext cx="3303588" cy="209324"/>
          </a:xfrm>
          <a:prstGeom prst="callout1">
            <a:avLst>
              <a:gd name="adj1" fmla="val 489"/>
              <a:gd name="adj2" fmla="val 124"/>
              <a:gd name="adj3" fmla="val 98152"/>
              <a:gd name="adj4" fmla="val 14"/>
            </a:avLst>
          </a:prstGeom>
          <a:ln>
            <a:solidFill>
              <a:schemeClr val="bg2"/>
            </a:solidFill>
          </a:ln>
        </p:spPr>
        <p:txBody>
          <a:bodyPr vert="horz" lIns="91440" tIns="45720" rIns="91440" bIns="45720" rtlCol="0" anchor="ctr"/>
          <a:lstStyle>
            <a:lvl1pPr algn="l">
              <a:defRPr sz="1000">
                <a:solidFill>
                  <a:schemeClr val="tx2"/>
                </a:solidFill>
              </a:defRPr>
            </a:lvl1pPr>
          </a:lstStyle>
          <a:p>
            <a:endParaRPr lang="en-US" dirty="0"/>
          </a:p>
        </p:txBody>
      </p:sp>
      <p:sp>
        <p:nvSpPr>
          <p:cNvPr id="7" name="Slide Number Placeholder 5">
            <a:extLst>
              <a:ext uri="{FF2B5EF4-FFF2-40B4-BE49-F238E27FC236}">
                <a16:creationId xmlns:a16="http://schemas.microsoft.com/office/drawing/2014/main" id="{388356C1-9537-12C9-A8C3-95B9A17B4F3E}"/>
              </a:ext>
            </a:extLst>
          </p:cNvPr>
          <p:cNvSpPr>
            <a:spLocks noGrp="1"/>
          </p:cNvSpPr>
          <p:nvPr>
            <p:ph type="sldNum" sz="quarter" idx="4"/>
          </p:nvPr>
        </p:nvSpPr>
        <p:spPr>
          <a:xfrm>
            <a:off x="684211" y="6234795"/>
            <a:ext cx="249239" cy="365125"/>
          </a:xfrm>
          <a:prstGeom prst="rect">
            <a:avLst/>
          </a:prstGeom>
        </p:spPr>
        <p:txBody>
          <a:bodyPr vert="horz" lIns="0" tIns="45720" rIns="0" bIns="45720" rtlCol="0" anchor="ctr"/>
          <a:lstStyle>
            <a:lvl1pPr algn="l">
              <a:defRPr sz="1050">
                <a:solidFill>
                  <a:schemeClr val="tx2"/>
                </a:solidFill>
              </a:defRPr>
            </a:lvl1pPr>
          </a:lstStyle>
          <a:p>
            <a:fld id="{3A74F2AC-1E9A-41D4-8B35-A069FB343260}" type="slidenum">
              <a:rPr lang="en-US" smtClean="0"/>
              <a:pPr/>
              <a:t>‹#›</a:t>
            </a:fld>
            <a:endParaRPr lang="en-US" dirty="0"/>
          </a:p>
        </p:txBody>
      </p:sp>
    </p:spTree>
    <p:extLst>
      <p:ext uri="{BB962C8B-B14F-4D97-AF65-F5344CB8AC3E}">
        <p14:creationId xmlns:p14="http://schemas.microsoft.com/office/powerpoint/2010/main" val="1485468225"/>
      </p:ext>
    </p:extLst>
  </p:cSld>
  <p:clrMap bg1="lt1" tx1="dk1" bg2="lt2" tx2="dk2" accent1="accent1" accent2="accent2" accent3="accent3" accent4="accent4" accent5="accent5" accent6="accent6" hlink="hlink" folHlink="folHlink"/>
  <p:sldLayoutIdLst>
    <p:sldLayoutId id="2147483649" r:id="rId1"/>
    <p:sldLayoutId id="2147483690" r:id="rId2"/>
    <p:sldLayoutId id="2147483659" r:id="rId3"/>
    <p:sldLayoutId id="2147483680" r:id="rId4"/>
    <p:sldLayoutId id="2147483681" r:id="rId5"/>
    <p:sldLayoutId id="2147483683" r:id="rId6"/>
    <p:sldLayoutId id="2147483684" r:id="rId7"/>
    <p:sldLayoutId id="2147483663" r:id="rId8"/>
    <p:sldLayoutId id="2147483692" r:id="rId9"/>
    <p:sldLayoutId id="2147483670" r:id="rId10"/>
    <p:sldLayoutId id="2147483658" r:id="rId11"/>
    <p:sldLayoutId id="2147483687" r:id="rId12"/>
    <p:sldLayoutId id="2147483686" r:id="rId13"/>
    <p:sldLayoutId id="2147483688" r:id="rId14"/>
    <p:sldLayoutId id="2147483689" r:id="rId15"/>
    <p:sldLayoutId id="2147483650" r:id="rId16"/>
    <p:sldLayoutId id="2147483652" r:id="rId17"/>
    <p:sldLayoutId id="2147483653" r:id="rId18"/>
    <p:sldLayoutId id="2147483677" r:id="rId19"/>
    <p:sldLayoutId id="2147483671" r:id="rId20"/>
    <p:sldLayoutId id="2147483672" r:id="rId21"/>
    <p:sldLayoutId id="2147483654" r:id="rId22"/>
    <p:sldLayoutId id="2147483655" r:id="rId23"/>
    <p:sldLayoutId id="2147483679" r:id="rId24"/>
    <p:sldLayoutId id="2147483656" r:id="rId25"/>
    <p:sldLayoutId id="2147483661" r:id="rId26"/>
    <p:sldLayoutId id="2147483695" r:id="rId27"/>
    <p:sldLayoutId id="2147483666" r:id="rId28"/>
    <p:sldLayoutId id="2147483657" r:id="rId29"/>
    <p:sldLayoutId id="2147483676" r:id="rId30"/>
    <p:sldLayoutId id="2147483669" r:id="rId31"/>
    <p:sldLayoutId id="2147483674" r:id="rId32"/>
    <p:sldLayoutId id="2147483678" r:id="rId33"/>
    <p:sldLayoutId id="2147483696" r:id="rId34"/>
  </p:sldLayoutIdLst>
  <p:hf hdr="0" dt="0"/>
  <p:txStyles>
    <p:titleStyle>
      <a:lvl1pPr algn="l" defTabSz="914400" rtl="0" eaLnBrk="1" latinLnBrk="0" hangingPunct="1">
        <a:lnSpc>
          <a:spcPct val="100000"/>
        </a:lnSpc>
        <a:spcBef>
          <a:spcPct val="0"/>
        </a:spcBef>
        <a:buNone/>
        <a:defRPr sz="2800" b="1" kern="1200" cap="all"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432" userDrawn="1">
          <p15:clr>
            <a:srgbClr val="F26B43"/>
          </p15:clr>
        </p15:guide>
        <p15:guide id="4" pos="862" userDrawn="1">
          <p15:clr>
            <a:srgbClr val="F26B43"/>
          </p15:clr>
        </p15:guide>
        <p15:guide id="5" pos="1011" userDrawn="1">
          <p15:clr>
            <a:srgbClr val="F26B43"/>
          </p15:clr>
        </p15:guide>
        <p15:guide id="6" pos="1443" userDrawn="1">
          <p15:clr>
            <a:srgbClr val="F26B43"/>
          </p15:clr>
        </p15:guide>
        <p15:guide id="7" pos="1592" userDrawn="1">
          <p15:clr>
            <a:srgbClr val="F26B43"/>
          </p15:clr>
        </p15:guide>
        <p15:guide id="8" pos="2023" userDrawn="1">
          <p15:clr>
            <a:srgbClr val="F26B43"/>
          </p15:clr>
        </p15:guide>
        <p15:guide id="9" pos="2173" userDrawn="1">
          <p15:clr>
            <a:srgbClr val="F26B43"/>
          </p15:clr>
        </p15:guide>
        <p15:guide id="10" pos="2604" userDrawn="1">
          <p15:clr>
            <a:srgbClr val="F26B43"/>
          </p15:clr>
        </p15:guide>
        <p15:guide id="11" pos="2753" userDrawn="1">
          <p15:clr>
            <a:srgbClr val="F26B43"/>
          </p15:clr>
        </p15:guide>
        <p15:guide id="12" pos="3184" userDrawn="1">
          <p15:clr>
            <a:srgbClr val="F26B43"/>
          </p15:clr>
        </p15:guide>
        <p15:guide id="13" pos="3364" userDrawn="1">
          <p15:clr>
            <a:srgbClr val="F26B43"/>
          </p15:clr>
        </p15:guide>
        <p15:guide id="14" pos="3765" userDrawn="1">
          <p15:clr>
            <a:srgbClr val="F26B43"/>
          </p15:clr>
        </p15:guide>
        <p15:guide id="15" pos="3914" userDrawn="1">
          <p15:clr>
            <a:srgbClr val="F26B43"/>
          </p15:clr>
        </p15:guide>
        <p15:guide id="16" pos="4345" userDrawn="1">
          <p15:clr>
            <a:srgbClr val="F26B43"/>
          </p15:clr>
        </p15:guide>
        <p15:guide id="17" pos="4495" userDrawn="1">
          <p15:clr>
            <a:srgbClr val="F26B43"/>
          </p15:clr>
        </p15:guide>
        <p15:guide id="18" pos="4926" userDrawn="1">
          <p15:clr>
            <a:srgbClr val="F26B43"/>
          </p15:clr>
        </p15:guide>
        <p15:guide id="19" pos="5075" userDrawn="1">
          <p15:clr>
            <a:srgbClr val="F26B43"/>
          </p15:clr>
        </p15:guide>
        <p15:guide id="20" pos="5506" userDrawn="1">
          <p15:clr>
            <a:srgbClr val="F26B43"/>
          </p15:clr>
        </p15:guide>
        <p15:guide id="21" pos="5656" userDrawn="1">
          <p15:clr>
            <a:srgbClr val="F26B43"/>
          </p15:clr>
        </p15:guide>
        <p15:guide id="22" pos="6087" userDrawn="1">
          <p15:clr>
            <a:srgbClr val="F26B43"/>
          </p15:clr>
        </p15:guide>
        <p15:guide id="23" pos="6236" userDrawn="1">
          <p15:clr>
            <a:srgbClr val="F26B43"/>
          </p15:clr>
        </p15:guide>
        <p15:guide id="24" pos="6667" userDrawn="1">
          <p15:clr>
            <a:srgbClr val="F26B43"/>
          </p15:clr>
        </p15:guide>
        <p15:guide id="25" pos="6817" userDrawn="1">
          <p15:clr>
            <a:srgbClr val="F26B43"/>
          </p15:clr>
        </p15:guide>
        <p15:guide id="26" pos="7248" userDrawn="1">
          <p15:clr>
            <a:srgbClr val="F26B43"/>
          </p15:clr>
        </p15:guide>
        <p15:guide id="27" orient="horz" userDrawn="1">
          <p15:clr>
            <a:srgbClr val="F26B43"/>
          </p15:clr>
        </p15:guide>
        <p15:guide id="28" orient="horz" pos="4320" userDrawn="1">
          <p15:clr>
            <a:srgbClr val="F26B43"/>
          </p15:clr>
        </p15:guide>
        <p15:guide id="29" orient="horz" pos="1080" userDrawn="1">
          <p15:clr>
            <a:srgbClr val="F26B43"/>
          </p15:clr>
        </p15:guide>
        <p15:guide id="30" orient="horz" pos="1616" userDrawn="1">
          <p15:clr>
            <a:srgbClr val="F26B43"/>
          </p15:clr>
        </p15:guide>
        <p15:guide id="31" orient="horz" pos="1783" userDrawn="1">
          <p15:clr>
            <a:srgbClr val="F26B43"/>
          </p15:clr>
        </p15:guide>
        <p15:guide id="32" orient="horz" pos="2337" userDrawn="1">
          <p15:clr>
            <a:srgbClr val="F26B43"/>
          </p15:clr>
        </p15:guide>
        <p15:guide id="33" orient="horz" pos="2486" userDrawn="1">
          <p15:clr>
            <a:srgbClr val="F26B43"/>
          </p15:clr>
        </p15:guide>
        <p15:guide id="34" orient="horz" pos="3040" userDrawn="1">
          <p15:clr>
            <a:srgbClr val="F26B43"/>
          </p15:clr>
        </p15:guide>
        <p15:guide id="35" orient="horz" pos="3190" userDrawn="1">
          <p15:clr>
            <a:srgbClr val="F26B43"/>
          </p15:clr>
        </p15:guide>
        <p15:guide id="36"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CBA6-1F0B-62CA-3A66-991BB6C2A1B7}"/>
              </a:ext>
            </a:extLst>
          </p:cNvPr>
          <p:cNvSpPr>
            <a:spLocks noGrp="1"/>
          </p:cNvSpPr>
          <p:nvPr>
            <p:ph type="ctrTitle"/>
          </p:nvPr>
        </p:nvSpPr>
        <p:spPr/>
        <p:txBody>
          <a:bodyPr/>
          <a:lstStyle/>
          <a:p>
            <a:r>
              <a:t>Predicting a 10% loss in the S&amp;P 500</a:t>
            </a:r>
          </a:p>
        </p:txBody>
      </p:sp>
      <p:sp>
        <p:nvSpPr>
          <p:cNvPr id="3" name="Subtitle 2">
            <a:extLst>
              <a:ext uri="{FF2B5EF4-FFF2-40B4-BE49-F238E27FC236}">
                <a16:creationId xmlns:a16="http://schemas.microsoft.com/office/drawing/2014/main" id="{82913C15-6DC7-A3D4-7EC2-AC667FEB47BC}"/>
              </a:ext>
            </a:extLst>
          </p:cNvPr>
          <p:cNvSpPr>
            <a:spLocks noGrp="1"/>
          </p:cNvSpPr>
          <p:nvPr>
            <p:ph type="subTitle" idx="1"/>
          </p:nvPr>
        </p:nvSpPr>
        <p:spPr/>
        <p:txBody>
          <a:bodyPr>
            <a:normAutofit fontScale="85000" lnSpcReduction="10000"/>
          </a:bodyPr>
          <a:lstStyle/>
          <a:p>
            <a:r>
              <a:rPr lang="en-US" dirty="0"/>
              <a:t>Michal Bem, Flynn Kelleher, </a:t>
            </a:r>
            <a:r>
              <a:rPr lang="en-US" dirty="0" err="1"/>
              <a:t>Qianying</a:t>
            </a:r>
            <a:r>
              <a:rPr lang="en-US" dirty="0"/>
              <a:t> Ma, Karel </a:t>
            </a:r>
            <a:r>
              <a:rPr lang="en-US" dirty="0" err="1"/>
              <a:t>Moryoussef</a:t>
            </a:r>
            <a:r>
              <a:rPr lang="en-US" dirty="0"/>
              <a:t>, Pir Mujtaba, Connor O’Neil, Maria Ryabova, Rafa Salama, Maxime Vallot, Samantha Vun, Olivia Yuan</a:t>
            </a:r>
            <a:endParaRPr dirty="0"/>
          </a:p>
          <a:p>
            <a:r>
              <a:rPr dirty="0"/>
              <a:t>Harvard Management Company</a:t>
            </a:r>
          </a:p>
          <a:p>
            <a:r>
              <a:rPr dirty="0"/>
              <a:t>MIT Sloan 15.451 Investment Management Lab</a:t>
            </a:r>
          </a:p>
          <a:p>
            <a:r>
              <a:rPr dirty="0"/>
              <a:t>October 22, 2026</a:t>
            </a:r>
          </a:p>
        </p:txBody>
      </p:sp>
    </p:spTree>
    <p:extLst>
      <p:ext uri="{BB962C8B-B14F-4D97-AF65-F5344CB8AC3E}">
        <p14:creationId xmlns:p14="http://schemas.microsoft.com/office/powerpoint/2010/main" val="4192275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81451632-0AD4-5928-2CDD-40FDF7E220F0}"/>
              </a:ext>
            </a:extLst>
          </p:cNvPr>
          <p:cNvGraphicFramePr>
            <a:graphicFrameLocks noGrp="1"/>
          </p:cNvGraphicFramePr>
          <p:nvPr>
            <p:extLst>
              <p:ext uri="{D42A27DB-BD31-4B8C-83A1-F6EECF244321}">
                <p14:modId xmlns:p14="http://schemas.microsoft.com/office/powerpoint/2010/main" val="1085276985"/>
              </p:ext>
            </p:extLst>
          </p:nvPr>
        </p:nvGraphicFramePr>
        <p:xfrm>
          <a:off x="685800" y="1259112"/>
          <a:ext cx="6337300" cy="4339775"/>
        </p:xfrm>
        <a:graphic>
          <a:graphicData uri="http://schemas.openxmlformats.org/drawingml/2006/table">
            <a:tbl>
              <a:tblPr bandRow="1">
                <a:tableStyleId>{5C22544A-7EE6-4342-B048-85BDC9FD1C3A}</a:tableStyleId>
              </a:tblPr>
              <a:tblGrid>
                <a:gridCol w="825500">
                  <a:extLst>
                    <a:ext uri="{9D8B030D-6E8A-4147-A177-3AD203B41FA5}">
                      <a16:colId xmlns:a16="http://schemas.microsoft.com/office/drawing/2014/main" val="2933952694"/>
                    </a:ext>
                  </a:extLst>
                </a:gridCol>
                <a:gridCol w="5511800">
                  <a:extLst>
                    <a:ext uri="{9D8B030D-6E8A-4147-A177-3AD203B41FA5}">
                      <a16:colId xmlns:a16="http://schemas.microsoft.com/office/drawing/2014/main" val="3757269170"/>
                    </a:ext>
                  </a:extLst>
                </a:gridCol>
              </a:tblGrid>
              <a:tr h="867955">
                <a:tc>
                  <a:txBody>
                    <a:bodyPr/>
                    <a:lstStyle/>
                    <a:p>
                      <a:r>
                        <a:rPr lang="en-US" sz="4000" b="1" dirty="0">
                          <a:solidFill>
                            <a:schemeClr val="accent5"/>
                          </a:solidFill>
                        </a:rPr>
                        <a:t>01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400" dirty="0">
                          <a:solidFill>
                            <a:schemeClr val="bg1"/>
                          </a:solidFill>
                        </a:rPr>
                        <a:t>The question and the baseline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442280"/>
                  </a:ext>
                </a:extLst>
              </a:tr>
              <a:tr h="867955">
                <a:tc>
                  <a:txBody>
                    <a:bodyPr/>
                    <a:lstStyle/>
                    <a:p>
                      <a:r>
                        <a:rPr lang="en-US" sz="4000" b="1" dirty="0">
                          <a:solidFill>
                            <a:schemeClr val="accent5"/>
                          </a:solidFill>
                        </a:rPr>
                        <a:t>02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Predictors and methods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42657287"/>
                  </a:ext>
                </a:extLst>
              </a:tr>
              <a:tr h="867955">
                <a:tc>
                  <a:txBody>
                    <a:bodyPr/>
                    <a:lstStyle/>
                    <a:p>
                      <a:r>
                        <a:rPr lang="en-US" sz="4000" b="1" dirty="0">
                          <a:solidFill>
                            <a:schemeClr val="accent5"/>
                          </a:solidFill>
                        </a:rPr>
                        <a:t>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Results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8266280"/>
                  </a:ext>
                </a:extLst>
              </a:tr>
              <a:tr h="867955">
                <a:tc>
                  <a:txBody>
                    <a:bodyPr/>
                    <a:lstStyle/>
                    <a:p>
                      <a:r>
                        <a:rPr lang="en-US" sz="4000" b="1" dirty="0">
                          <a:solidFill>
                            <a:schemeClr val="accent5"/>
                          </a:solidFill>
                        </a:rPr>
                        <a:t>04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RBP in three sell-offs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3109919"/>
                  </a:ext>
                </a:extLst>
              </a:tr>
              <a:tr h="867955">
                <a:tc>
                  <a:txBody>
                    <a:bodyPr/>
                    <a:lstStyle/>
                    <a:p>
                      <a:r>
                        <a:rPr lang="en-US" sz="4000" b="1" dirty="0">
                          <a:solidFill>
                            <a:schemeClr val="accent5"/>
                          </a:solidFill>
                        </a:rPr>
                        <a:t>05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Conclusions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97846403"/>
                  </a:ext>
                </a:extLst>
              </a:tr>
            </a:tbl>
          </a:graphicData>
        </a:graphic>
      </p:graphicFrame>
    </p:spTree>
    <p:extLst>
      <p:ext uri="{BB962C8B-B14F-4D97-AF65-F5344CB8AC3E}">
        <p14:creationId xmlns:p14="http://schemas.microsoft.com/office/powerpoint/2010/main" val="176750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question</a:t>
            </a:r>
          </a:p>
        </p:txBody>
      </p:sp>
      <p:sp>
        <p:nvSpPr>
          <p:cNvPr id="3" name="TextBox 2"/>
          <p:cNvSpPr txBox="1"/>
          <p:nvPr/>
        </p:nvSpPr>
        <p:spPr>
          <a:xfrm>
            <a:off x="685800" y="1417320"/>
            <a:ext cx="10789920" cy="822960"/>
          </a:xfrm>
          <a:prstGeom prst="rect">
            <a:avLst/>
          </a:prstGeom>
          <a:noFill/>
        </p:spPr>
        <p:txBody>
          <a:bodyPr wrap="square" lIns="0" tIns="0" rIns="0" bIns="0" anchor="t">
            <a:spAutoFit/>
          </a:bodyPr>
          <a:lstStyle/>
          <a:p>
            <a:pPr algn="l">
              <a:spcAft>
                <a:spcPts val="600"/>
              </a:spcAft>
            </a:pPr>
            <a:r>
              <a:rPr sz="2400" b="1" dirty="0">
                <a:solidFill>
                  <a:srgbClr val="041D40"/>
                </a:solidFill>
                <a:latin typeface="Arial"/>
              </a:rPr>
              <a:t>What is the probability that the S&amp;P 500 loses 10% or more over the next three months?</a:t>
            </a:r>
          </a:p>
        </p:txBody>
      </p:sp>
      <p:sp>
        <p:nvSpPr>
          <p:cNvPr id="4" name="Rectangle 3"/>
          <p:cNvSpPr/>
          <p:nvPr/>
        </p:nvSpPr>
        <p:spPr>
          <a:xfrm>
            <a:off x="685800" y="2606040"/>
            <a:ext cx="3383280" cy="26517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969121"/>
            <a:ext cx="2834640" cy="553998"/>
          </a:xfrm>
          <a:prstGeom prst="rect">
            <a:avLst/>
          </a:prstGeom>
          <a:noFill/>
        </p:spPr>
        <p:txBody>
          <a:bodyPr wrap="square" lIns="0" tIns="0" rIns="0" bIns="0" anchor="t">
            <a:spAutoFit/>
          </a:bodyPr>
          <a:lstStyle/>
          <a:p>
            <a:pPr algn="ctr">
              <a:spcAft>
                <a:spcPts val="600"/>
              </a:spcAft>
            </a:pPr>
            <a:r>
              <a:rPr sz="3600" b="1" dirty="0">
                <a:solidFill>
                  <a:srgbClr val="A31F34"/>
                </a:solidFill>
                <a:latin typeface="Arial Black"/>
              </a:rPr>
              <a:t>10%</a:t>
            </a:r>
          </a:p>
        </p:txBody>
      </p:sp>
      <p:sp>
        <p:nvSpPr>
          <p:cNvPr id="6" name="TextBox 5"/>
          <p:cNvSpPr txBox="1"/>
          <p:nvPr/>
        </p:nvSpPr>
        <p:spPr>
          <a:xfrm>
            <a:off x="960120" y="3749039"/>
            <a:ext cx="2834640" cy="461665"/>
          </a:xfrm>
          <a:prstGeom prst="rect">
            <a:avLst/>
          </a:prstGeom>
          <a:noFill/>
        </p:spPr>
        <p:txBody>
          <a:bodyPr wrap="square" lIns="0" tIns="0" rIns="0" bIns="0" anchor="t">
            <a:spAutoFit/>
          </a:bodyPr>
          <a:lstStyle/>
          <a:p>
            <a:pPr algn="ctr">
              <a:spcAft>
                <a:spcPts val="600"/>
              </a:spcAft>
            </a:pPr>
            <a:r>
              <a:rPr lang="en-US" sz="1500" dirty="0">
                <a:solidFill>
                  <a:srgbClr val="545759"/>
                </a:solidFill>
                <a:latin typeface="Arial"/>
              </a:rPr>
              <a:t>loss in the S&amp;P 500 Total Return Index</a:t>
            </a:r>
            <a:endParaRPr sz="1500" b="0" dirty="0">
              <a:solidFill>
                <a:srgbClr val="545759"/>
              </a:solidFill>
              <a:latin typeface="Arial"/>
            </a:endParaRPr>
          </a:p>
        </p:txBody>
      </p:sp>
      <p:sp>
        <p:nvSpPr>
          <p:cNvPr id="7" name="Rectangle 6"/>
          <p:cNvSpPr/>
          <p:nvPr/>
        </p:nvSpPr>
        <p:spPr>
          <a:xfrm>
            <a:off x="4343400" y="2606040"/>
            <a:ext cx="3383280" cy="26517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2969121"/>
            <a:ext cx="2834640" cy="1184940"/>
          </a:xfrm>
          <a:prstGeom prst="rect">
            <a:avLst/>
          </a:prstGeom>
          <a:noFill/>
        </p:spPr>
        <p:txBody>
          <a:bodyPr wrap="square" lIns="0" tIns="0" rIns="0" bIns="0" anchor="t">
            <a:spAutoFit/>
          </a:bodyPr>
          <a:lstStyle/>
          <a:p>
            <a:pPr algn="ctr">
              <a:spcAft>
                <a:spcPts val="600"/>
              </a:spcAft>
            </a:pPr>
            <a:r>
              <a:rPr lang="en-US" sz="3600" b="1" dirty="0">
                <a:solidFill>
                  <a:srgbClr val="A31F34"/>
                </a:solidFill>
                <a:latin typeface="Arial Black"/>
              </a:rPr>
              <a:t>1930–1990</a:t>
            </a:r>
          </a:p>
        </p:txBody>
      </p:sp>
      <p:sp>
        <p:nvSpPr>
          <p:cNvPr id="9" name="TextBox 8"/>
          <p:cNvSpPr txBox="1"/>
          <p:nvPr/>
        </p:nvSpPr>
        <p:spPr>
          <a:xfrm>
            <a:off x="4617720" y="3749039"/>
            <a:ext cx="2834640" cy="461665"/>
          </a:xfrm>
          <a:prstGeom prst="rect">
            <a:avLst/>
          </a:prstGeom>
          <a:noFill/>
        </p:spPr>
        <p:txBody>
          <a:bodyPr wrap="square" lIns="0" tIns="0" rIns="0" bIns="0" anchor="t">
            <a:spAutoFit/>
          </a:bodyPr>
          <a:lstStyle/>
          <a:p>
            <a:pPr algn="ctr">
              <a:spcAft>
                <a:spcPts val="600"/>
              </a:spcAft>
            </a:pPr>
            <a:r>
              <a:rPr lang="en-US" sz="1500" b="0" dirty="0">
                <a:solidFill>
                  <a:srgbClr val="545759"/>
                </a:solidFill>
                <a:latin typeface="Arial"/>
              </a:rPr>
              <a:t>723 rolling 3-month training periods containing 22 drawdown episodes</a:t>
            </a:r>
            <a:endParaRPr sz="1500" b="0" dirty="0">
              <a:solidFill>
                <a:srgbClr val="545759"/>
              </a:solidFill>
              <a:latin typeface="Arial"/>
            </a:endParaRPr>
          </a:p>
        </p:txBody>
      </p:sp>
      <p:sp>
        <p:nvSpPr>
          <p:cNvPr id="10" name="Rectangle 9"/>
          <p:cNvSpPr/>
          <p:nvPr/>
        </p:nvSpPr>
        <p:spPr>
          <a:xfrm>
            <a:off x="8001000" y="2606040"/>
            <a:ext cx="3383280" cy="26517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969121"/>
            <a:ext cx="2834640" cy="822960"/>
          </a:xfrm>
          <a:prstGeom prst="rect">
            <a:avLst/>
          </a:prstGeom>
          <a:noFill/>
        </p:spPr>
        <p:txBody>
          <a:bodyPr wrap="square" lIns="0" tIns="0" rIns="0" bIns="0" anchor="t">
            <a:spAutoFit/>
          </a:bodyPr>
          <a:lstStyle/>
          <a:p>
            <a:pPr algn="ctr">
              <a:spcAft>
                <a:spcPts val="600"/>
              </a:spcAft>
            </a:pPr>
            <a:r>
              <a:rPr sz="3600" b="1" dirty="0">
                <a:solidFill>
                  <a:srgbClr val="A31F34"/>
                </a:solidFill>
                <a:latin typeface="Arial Black"/>
              </a:rPr>
              <a:t>1991–2025</a:t>
            </a:r>
          </a:p>
        </p:txBody>
      </p:sp>
      <p:sp>
        <p:nvSpPr>
          <p:cNvPr id="12" name="TextBox 11"/>
          <p:cNvSpPr txBox="1"/>
          <p:nvPr/>
        </p:nvSpPr>
        <p:spPr>
          <a:xfrm>
            <a:off x="8275320" y="3749039"/>
            <a:ext cx="2834640" cy="692497"/>
          </a:xfrm>
          <a:prstGeom prst="rect">
            <a:avLst/>
          </a:prstGeom>
          <a:noFill/>
        </p:spPr>
        <p:txBody>
          <a:bodyPr wrap="square" lIns="0" tIns="0" rIns="0" bIns="0" anchor="t">
            <a:spAutoFit/>
          </a:bodyPr>
          <a:lstStyle/>
          <a:p>
            <a:pPr algn="ctr">
              <a:spcAft>
                <a:spcPts val="600"/>
              </a:spcAft>
            </a:pPr>
            <a:r>
              <a:rPr lang="en-US" sz="1500" b="0" dirty="0">
                <a:solidFill>
                  <a:srgbClr val="545759"/>
                </a:solidFill>
                <a:latin typeface="Arial"/>
              </a:rPr>
              <a:t>420 rolling 3-month test periods containing 12 drawdown episodes</a:t>
            </a:r>
            <a:endParaRPr sz="1500" b="0" dirty="0">
              <a:solidFill>
                <a:srgbClr val="545759"/>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3166"/>
            <a:ext cx="9601200" cy="1134949"/>
          </a:xfrm>
        </p:spPr>
        <p:txBody>
          <a:bodyPr/>
          <a:lstStyle/>
          <a:p>
            <a:r>
              <a:rPr dirty="0"/>
              <a:t>Normal distribution vs. </a:t>
            </a:r>
            <a:r>
              <a:rPr lang="en-US" dirty="0"/>
              <a:t>actual RESULTS</a:t>
            </a:r>
            <a:endParaRPr dirty="0"/>
          </a:p>
        </p:txBody>
      </p:sp>
      <p:sp>
        <p:nvSpPr>
          <p:cNvPr id="3" name="TextBox 2"/>
          <p:cNvSpPr txBox="1"/>
          <p:nvPr/>
        </p:nvSpPr>
        <p:spPr>
          <a:xfrm>
            <a:off x="685800" y="1417320"/>
            <a:ext cx="10789920" cy="246221"/>
          </a:xfrm>
          <a:prstGeom prst="rect">
            <a:avLst/>
          </a:prstGeom>
          <a:noFill/>
        </p:spPr>
        <p:txBody>
          <a:bodyPr wrap="square" lIns="0" tIns="0" rIns="0" bIns="0" anchor="t">
            <a:spAutoFit/>
          </a:bodyPr>
          <a:lstStyle/>
          <a:p>
            <a:pPr algn="l">
              <a:spcAft>
                <a:spcPts val="600"/>
              </a:spcAft>
            </a:pPr>
            <a:r>
              <a:rPr lang="en-US" sz="1600" b="0" dirty="0">
                <a:solidFill>
                  <a:srgbClr val="545759"/>
                </a:solidFill>
                <a:latin typeface="Arial"/>
              </a:rPr>
              <a:t>Let’s suppose annual returns are distributed</a:t>
            </a:r>
            <a:endParaRPr sz="1600" b="0" dirty="0">
              <a:solidFill>
                <a:srgbClr val="545759"/>
              </a:solidFill>
              <a:latin typeface="Arial"/>
            </a:endParaRPr>
          </a:p>
        </p:txBody>
      </p:sp>
      <p:sp>
        <p:nvSpPr>
          <p:cNvPr id="4" name="TextBox 3"/>
          <p:cNvSpPr txBox="1"/>
          <p:nvPr/>
        </p:nvSpPr>
        <p:spPr>
          <a:xfrm>
            <a:off x="685800" y="2371001"/>
            <a:ext cx="5334001" cy="984885"/>
          </a:xfrm>
          <a:prstGeom prst="rect">
            <a:avLst/>
          </a:prstGeom>
          <a:noFill/>
        </p:spPr>
        <p:txBody>
          <a:bodyPr wrap="square" lIns="0" tIns="0" rIns="0" bIns="0" anchor="t">
            <a:spAutoFit/>
          </a:bodyPr>
          <a:lstStyle/>
          <a:p>
            <a:pPr>
              <a:spcAft>
                <a:spcPts val="600"/>
              </a:spcAft>
            </a:pPr>
            <a:r>
              <a:rPr lang="en-US" sz="1500" b="1" dirty="0">
                <a:solidFill>
                  <a:srgbClr val="041D40"/>
                </a:solidFill>
                <a:latin typeface="Arial Black"/>
              </a:rPr>
              <a:t>1928–2026 </a:t>
            </a:r>
            <a:r>
              <a:rPr lang="en-US" sz="1200" dirty="0">
                <a:solidFill>
                  <a:srgbClr val="041D40"/>
                </a:solidFill>
                <a:latin typeface="Arial" panose="020B0604020202020204" pitchFamily="34" charset="0"/>
                <a:cs typeface="Arial" panose="020B0604020202020204" pitchFamily="34" charset="0"/>
              </a:rPr>
              <a:t>(11.7% mean, 19.9% volatility a year)</a:t>
            </a:r>
          </a:p>
          <a:p>
            <a:pPr>
              <a:spcAft>
                <a:spcPts val="600"/>
              </a:spcAft>
            </a:pPr>
            <a:r>
              <a:rPr sz="4400" b="1" dirty="0">
                <a:solidFill>
                  <a:srgbClr val="041D40"/>
                </a:solidFill>
                <a:latin typeface="Arial Black"/>
              </a:rPr>
              <a:t>9.0%</a:t>
            </a:r>
            <a:r>
              <a:rPr lang="en-US" sz="1200" dirty="0">
                <a:solidFill>
                  <a:srgbClr val="041D40"/>
                </a:solidFill>
                <a:latin typeface="Arial" panose="020B0604020202020204" pitchFamily="34" charset="0"/>
                <a:cs typeface="Arial" panose="020B0604020202020204" pitchFamily="34" charset="0"/>
              </a:rPr>
              <a:t> Chance of a three-month window ending down 10%</a:t>
            </a:r>
            <a:endParaRPr lang="en-US" sz="1100" dirty="0">
              <a:solidFill>
                <a:srgbClr val="041D40"/>
              </a:solidFill>
              <a:latin typeface="Arial" panose="020B0604020202020204" pitchFamily="34" charset="0"/>
              <a:cs typeface="Arial" panose="020B0604020202020204" pitchFamily="34" charset="0"/>
            </a:endParaRPr>
          </a:p>
        </p:txBody>
      </p:sp>
      <p:sp>
        <p:nvSpPr>
          <p:cNvPr id="6" name="TextBox 5"/>
          <p:cNvSpPr txBox="1"/>
          <p:nvPr/>
        </p:nvSpPr>
        <p:spPr>
          <a:xfrm>
            <a:off x="6172201" y="2371001"/>
            <a:ext cx="5037667" cy="984885"/>
          </a:xfrm>
          <a:prstGeom prst="rect">
            <a:avLst/>
          </a:prstGeom>
          <a:noFill/>
        </p:spPr>
        <p:txBody>
          <a:bodyPr wrap="square" lIns="0" tIns="0" rIns="0" bIns="0" anchor="t">
            <a:spAutoFit/>
          </a:bodyPr>
          <a:lstStyle/>
          <a:p>
            <a:pPr algn="l">
              <a:spcAft>
                <a:spcPts val="600"/>
              </a:spcAft>
            </a:pPr>
            <a:r>
              <a:rPr lang="en-US" sz="1500" b="1" dirty="0">
                <a:solidFill>
                  <a:srgbClr val="A31F34"/>
                </a:solidFill>
                <a:latin typeface="Arial Black"/>
              </a:rPr>
              <a:t>What Happened?</a:t>
            </a:r>
          </a:p>
          <a:p>
            <a:pPr>
              <a:spcAft>
                <a:spcPts val="600"/>
              </a:spcAft>
            </a:pPr>
            <a:r>
              <a:rPr sz="4400" b="1" dirty="0">
                <a:solidFill>
                  <a:srgbClr val="A31F34"/>
                </a:solidFill>
                <a:latin typeface="Arial Black"/>
              </a:rPr>
              <a:t>6.9%</a:t>
            </a:r>
            <a:endParaRPr lang="en-US" sz="1200" dirty="0">
              <a:solidFill>
                <a:srgbClr val="041D40"/>
              </a:solidFill>
              <a:latin typeface="Arial" panose="020B0604020202020204" pitchFamily="34" charset="0"/>
              <a:cs typeface="Arial" panose="020B0604020202020204" pitchFamily="34" charset="0"/>
            </a:endParaRPr>
          </a:p>
        </p:txBody>
      </p:sp>
      <p:sp>
        <p:nvSpPr>
          <p:cNvPr id="8" name="TextBox 7"/>
          <p:cNvSpPr txBox="1"/>
          <p:nvPr/>
        </p:nvSpPr>
        <p:spPr>
          <a:xfrm>
            <a:off x="685801" y="4081155"/>
            <a:ext cx="5334000" cy="1000274"/>
          </a:xfrm>
          <a:prstGeom prst="rect">
            <a:avLst/>
          </a:prstGeom>
          <a:noFill/>
        </p:spPr>
        <p:txBody>
          <a:bodyPr wrap="square" lIns="0" tIns="0" rIns="0" bIns="0" anchor="t">
            <a:spAutoFit/>
          </a:bodyPr>
          <a:lstStyle/>
          <a:p>
            <a:pPr>
              <a:spcAft>
                <a:spcPts val="600"/>
              </a:spcAft>
            </a:pPr>
            <a:r>
              <a:rPr lang="en-US" sz="1600" b="1" dirty="0">
                <a:solidFill>
                  <a:srgbClr val="041D40"/>
                </a:solidFill>
                <a:latin typeface="Arial Black"/>
              </a:rPr>
              <a:t>1976–2026 </a:t>
            </a:r>
            <a:r>
              <a:rPr lang="en-US" sz="1200" dirty="0">
                <a:solidFill>
                  <a:srgbClr val="041D40"/>
                </a:solidFill>
                <a:latin typeface="Arial" panose="020B0604020202020204" pitchFamily="34" charset="0"/>
                <a:cs typeface="Arial" panose="020B0604020202020204" pitchFamily="34" charset="0"/>
              </a:rPr>
              <a:t>(12.5% mean, 14.7% volatility a year)</a:t>
            </a:r>
            <a:endParaRPr lang="en-US" sz="1600" b="1" dirty="0">
              <a:solidFill>
                <a:srgbClr val="041D40"/>
              </a:solidFill>
              <a:latin typeface="Arial Black"/>
            </a:endParaRPr>
          </a:p>
          <a:p>
            <a:pPr>
              <a:spcAft>
                <a:spcPts val="600"/>
              </a:spcAft>
            </a:pPr>
            <a:r>
              <a:rPr sz="4400" b="1" dirty="0">
                <a:solidFill>
                  <a:srgbClr val="041D40"/>
                </a:solidFill>
                <a:latin typeface="Arial Black"/>
              </a:rPr>
              <a:t>3.1%</a:t>
            </a:r>
            <a:r>
              <a:rPr lang="en-US" sz="1200" dirty="0">
                <a:solidFill>
                  <a:srgbClr val="041D40"/>
                </a:solidFill>
                <a:latin typeface="Arial" panose="020B0604020202020204" pitchFamily="34" charset="0"/>
                <a:cs typeface="Arial" panose="020B0604020202020204" pitchFamily="34" charset="0"/>
              </a:rPr>
              <a:t> Chance of a three-month window ending down 10%</a:t>
            </a:r>
            <a:endParaRPr sz="1200" b="1" dirty="0">
              <a:solidFill>
                <a:srgbClr val="041D40"/>
              </a:solidFill>
              <a:latin typeface="Arial Black"/>
            </a:endParaRPr>
          </a:p>
        </p:txBody>
      </p:sp>
      <p:sp>
        <p:nvSpPr>
          <p:cNvPr id="10" name="TextBox 9"/>
          <p:cNvSpPr txBox="1"/>
          <p:nvPr/>
        </p:nvSpPr>
        <p:spPr>
          <a:xfrm>
            <a:off x="6172201" y="4081155"/>
            <a:ext cx="2904068" cy="984885"/>
          </a:xfrm>
          <a:prstGeom prst="rect">
            <a:avLst/>
          </a:prstGeom>
          <a:noFill/>
        </p:spPr>
        <p:txBody>
          <a:bodyPr wrap="square" lIns="0" tIns="0" rIns="0" bIns="0" anchor="t">
            <a:spAutoFit/>
          </a:bodyPr>
          <a:lstStyle/>
          <a:p>
            <a:pPr>
              <a:spcAft>
                <a:spcPts val="600"/>
              </a:spcAft>
            </a:pPr>
            <a:r>
              <a:rPr lang="en-US" sz="1500" b="1" dirty="0">
                <a:solidFill>
                  <a:srgbClr val="A31F34"/>
                </a:solidFill>
                <a:latin typeface="Arial Black"/>
              </a:rPr>
              <a:t>What Happened?</a:t>
            </a:r>
            <a:endParaRPr lang="en-US" sz="4400" b="1" dirty="0">
              <a:solidFill>
                <a:srgbClr val="A31F34"/>
              </a:solidFill>
              <a:latin typeface="Arial Black"/>
            </a:endParaRPr>
          </a:p>
          <a:p>
            <a:pPr algn="l">
              <a:spcAft>
                <a:spcPts val="600"/>
              </a:spcAft>
            </a:pPr>
            <a:r>
              <a:rPr sz="4400" b="1" dirty="0">
                <a:solidFill>
                  <a:srgbClr val="A31F34"/>
                </a:solidFill>
                <a:latin typeface="Arial Black"/>
              </a:rPr>
              <a:t>4.5%</a:t>
            </a:r>
            <a:endParaRPr sz="1200" dirty="0">
              <a:solidFill>
                <a:srgbClr val="041D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9EF71C5-F541-DC59-5D91-49BFE417893B}"/>
              </a:ext>
            </a:extLst>
          </p:cNvPr>
          <p:cNvSpPr txBox="1"/>
          <p:nvPr/>
        </p:nvSpPr>
        <p:spPr>
          <a:xfrm>
            <a:off x="7797828" y="4573597"/>
            <a:ext cx="2861681" cy="538609"/>
          </a:xfrm>
          <a:prstGeom prst="rect">
            <a:avLst/>
          </a:prstGeom>
          <a:noFill/>
        </p:spPr>
        <p:txBody>
          <a:bodyPr wrap="none" rtlCol="0">
            <a:spAutoFit/>
          </a:bodyPr>
          <a:lstStyle/>
          <a:p>
            <a:pPr>
              <a:spcAft>
                <a:spcPts val="600"/>
              </a:spcAft>
            </a:pPr>
            <a:r>
              <a:rPr lang="en-US" sz="1200" dirty="0">
                <a:solidFill>
                  <a:srgbClr val="041D40"/>
                </a:solidFill>
                <a:latin typeface="Arial" panose="020B0604020202020204" pitchFamily="34" charset="0"/>
                <a:cs typeface="Arial" panose="020B0604020202020204" pitchFamily="34" charset="0"/>
              </a:rPr>
              <a:t>27 of 606 rolling three-month windows, </a:t>
            </a:r>
          </a:p>
          <a:p>
            <a:pPr>
              <a:spcAft>
                <a:spcPts val="600"/>
              </a:spcAft>
            </a:pPr>
            <a:r>
              <a:rPr lang="en-US" sz="1200" dirty="0">
                <a:solidFill>
                  <a:srgbClr val="041D40"/>
                </a:solidFill>
                <a:latin typeface="Arial" panose="020B0604020202020204" pitchFamily="34" charset="0"/>
                <a:cs typeface="Arial" panose="020B0604020202020204" pitchFamily="34" charset="0"/>
              </a:rPr>
              <a:t>~1.5x the normal</a:t>
            </a:r>
          </a:p>
        </p:txBody>
      </p:sp>
      <p:sp>
        <p:nvSpPr>
          <p:cNvPr id="15" name="TextBox 14">
            <a:extLst>
              <a:ext uri="{FF2B5EF4-FFF2-40B4-BE49-F238E27FC236}">
                <a16:creationId xmlns:a16="http://schemas.microsoft.com/office/drawing/2014/main" id="{B96A2860-F910-5A4E-6764-66DB36A89C65}"/>
              </a:ext>
            </a:extLst>
          </p:cNvPr>
          <p:cNvSpPr txBox="1"/>
          <p:nvPr/>
        </p:nvSpPr>
        <p:spPr>
          <a:xfrm>
            <a:off x="7797828" y="2817277"/>
            <a:ext cx="2989921" cy="538609"/>
          </a:xfrm>
          <a:prstGeom prst="rect">
            <a:avLst/>
          </a:prstGeom>
          <a:noFill/>
        </p:spPr>
        <p:txBody>
          <a:bodyPr wrap="none" rtlCol="0">
            <a:spAutoFit/>
          </a:bodyPr>
          <a:lstStyle/>
          <a:p>
            <a:pPr>
              <a:spcAft>
                <a:spcPts val="600"/>
              </a:spcAft>
            </a:pPr>
            <a:r>
              <a:rPr lang="en-US" sz="1200" dirty="0">
                <a:solidFill>
                  <a:srgbClr val="041D40"/>
                </a:solidFill>
                <a:latin typeface="Arial" panose="020B0604020202020204" pitchFamily="34" charset="0"/>
                <a:cs typeface="Arial" panose="020B0604020202020204" pitchFamily="34" charset="0"/>
              </a:rPr>
              <a:t>81 of 1,182 rolling three-month windows, </a:t>
            </a:r>
          </a:p>
          <a:p>
            <a:pPr>
              <a:spcAft>
                <a:spcPts val="600"/>
              </a:spcAft>
            </a:pPr>
            <a:r>
              <a:rPr lang="en-US" sz="1200" dirty="0">
                <a:solidFill>
                  <a:srgbClr val="041D40"/>
                </a:solidFill>
                <a:latin typeface="Arial" panose="020B0604020202020204" pitchFamily="34" charset="0"/>
                <a:cs typeface="Arial" panose="020B0604020202020204" pitchFamily="34" charset="0"/>
              </a:rPr>
              <a:t>~0.8x the normal</a:t>
            </a:r>
          </a:p>
        </p:txBody>
      </p:sp>
      <p:pic>
        <p:nvPicPr>
          <p:cNvPr id="16" name="Picture 15" descr="eq_normal.png"/>
          <p:cNvPicPr>
            <a:picLocks noChangeAspect="1"/>
          </p:cNvPicPr>
          <p:nvPr/>
        </p:nvPicPr>
        <p:blipFill>
          <a:blip r:embed="rId3"/>
          <a:stretch>
            <a:fillRect/>
          </a:stretch>
        </p:blipFill>
        <p:spPr>
          <a:xfrm>
            <a:off x="4716341" y="1388110"/>
            <a:ext cx="3191256" cy="281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Rolling 3-Month Returns Since 1928</a:t>
            </a:r>
            <a:endParaRPr dirty="0"/>
          </a:p>
        </p:txBody>
      </p:sp>
      <p:graphicFrame>
        <p:nvGraphicFramePr>
          <p:cNvPr id="3" name="Chart 2"/>
          <p:cNvGraphicFramePr>
            <a:graphicFrameLocks noGrp="1"/>
          </p:cNvGraphicFramePr>
          <p:nvPr/>
        </p:nvGraphicFramePr>
        <p:xfrm>
          <a:off x="685800" y="1463040"/>
          <a:ext cx="78638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961120" y="1737360"/>
            <a:ext cx="2560320" cy="731520"/>
          </a:xfrm>
          <a:prstGeom prst="rect">
            <a:avLst/>
          </a:prstGeom>
          <a:noFill/>
        </p:spPr>
        <p:txBody>
          <a:bodyPr wrap="square" lIns="0" tIns="0" rIns="0" bIns="0" anchor="t">
            <a:spAutoFit/>
          </a:bodyPr>
          <a:lstStyle/>
          <a:p>
            <a:pPr algn="l">
              <a:spcAft>
                <a:spcPts val="600"/>
              </a:spcAft>
            </a:pPr>
            <a:r>
              <a:rPr sz="4000" b="1">
                <a:solidFill>
                  <a:srgbClr val="A31F34"/>
                </a:solidFill>
                <a:latin typeface="Arial Black"/>
              </a:rPr>
              <a:t>81</a:t>
            </a:r>
          </a:p>
        </p:txBody>
      </p:sp>
      <p:sp>
        <p:nvSpPr>
          <p:cNvPr id="5" name="TextBox 4"/>
          <p:cNvSpPr txBox="1"/>
          <p:nvPr/>
        </p:nvSpPr>
        <p:spPr>
          <a:xfrm>
            <a:off x="8961120" y="2514600"/>
            <a:ext cx="2560320" cy="822960"/>
          </a:xfrm>
          <a:prstGeom prst="rect">
            <a:avLst/>
          </a:prstGeom>
          <a:noFill/>
        </p:spPr>
        <p:txBody>
          <a:bodyPr wrap="square" lIns="0" tIns="0" rIns="0" bIns="0" anchor="t">
            <a:spAutoFit/>
          </a:bodyPr>
          <a:lstStyle/>
          <a:p>
            <a:pPr algn="l">
              <a:spcAft>
                <a:spcPts val="600"/>
              </a:spcAft>
            </a:pPr>
            <a:r>
              <a:rPr sz="1300" b="0">
                <a:solidFill>
                  <a:srgbClr val="545759"/>
                </a:solidFill>
                <a:latin typeface="Arial"/>
              </a:rPr>
              <a:t>three-month windows ended 10% or more down, out of 1,182</a:t>
            </a:r>
          </a:p>
        </p:txBody>
      </p:sp>
      <p:sp>
        <p:nvSpPr>
          <p:cNvPr id="6" name="TextBox 5"/>
          <p:cNvSpPr txBox="1"/>
          <p:nvPr/>
        </p:nvSpPr>
        <p:spPr>
          <a:xfrm>
            <a:off x="8961120" y="3291840"/>
            <a:ext cx="2560320" cy="731520"/>
          </a:xfrm>
          <a:prstGeom prst="rect">
            <a:avLst/>
          </a:prstGeom>
          <a:noFill/>
        </p:spPr>
        <p:txBody>
          <a:bodyPr wrap="square" lIns="0" tIns="0" rIns="0" bIns="0" anchor="t">
            <a:spAutoFit/>
          </a:bodyPr>
          <a:lstStyle/>
          <a:p>
            <a:pPr algn="l">
              <a:spcAft>
                <a:spcPts val="600"/>
              </a:spcAft>
            </a:pPr>
            <a:r>
              <a:rPr sz="4000" b="1">
                <a:solidFill>
                  <a:srgbClr val="041D40"/>
                </a:solidFill>
                <a:latin typeface="Arial Black"/>
              </a:rPr>
              <a:t>21</a:t>
            </a:r>
          </a:p>
        </p:txBody>
      </p:sp>
      <p:sp>
        <p:nvSpPr>
          <p:cNvPr id="7" name="TextBox 6"/>
          <p:cNvSpPr txBox="1"/>
          <p:nvPr/>
        </p:nvSpPr>
        <p:spPr>
          <a:xfrm>
            <a:off x="8961120" y="4069080"/>
            <a:ext cx="2560320" cy="822960"/>
          </a:xfrm>
          <a:prstGeom prst="rect">
            <a:avLst/>
          </a:prstGeom>
          <a:noFill/>
        </p:spPr>
        <p:txBody>
          <a:bodyPr wrap="square" lIns="0" tIns="0" rIns="0" bIns="0" anchor="t">
            <a:spAutoFit/>
          </a:bodyPr>
          <a:lstStyle/>
          <a:p>
            <a:pPr algn="l">
              <a:spcAft>
                <a:spcPts val="600"/>
              </a:spcAft>
            </a:pPr>
            <a:r>
              <a:rPr sz="1300" b="0">
                <a:solidFill>
                  <a:srgbClr val="545759"/>
                </a:solidFill>
                <a:latin typeface="Arial"/>
              </a:rPr>
              <a:t>of them in our 1991–2025 test window, in 12 separate episodes</a:t>
            </a:r>
          </a:p>
        </p:txBody>
      </p:sp>
      <p:sp>
        <p:nvSpPr>
          <p:cNvPr id="8" name="TextBox 7"/>
          <p:cNvSpPr txBox="1"/>
          <p:nvPr/>
        </p:nvSpPr>
        <p:spPr>
          <a:xfrm>
            <a:off x="685800" y="5897880"/>
            <a:ext cx="10789920" cy="274320"/>
          </a:xfrm>
          <a:prstGeom prst="rect">
            <a:avLst/>
          </a:prstGeom>
          <a:noFill/>
        </p:spPr>
        <p:txBody>
          <a:bodyPr wrap="square" lIns="0" tIns="0" rIns="0" bIns="0" anchor="t">
            <a:spAutoFit/>
          </a:bodyPr>
          <a:lstStyle/>
          <a:p>
            <a:pPr algn="l">
              <a:spcAft>
                <a:spcPts val="600"/>
              </a:spcAft>
            </a:pPr>
            <a:r>
              <a:rPr sz="1000" b="0">
                <a:solidFill>
                  <a:srgbClr val="8A8B8C"/>
                </a:solidFill>
                <a:latin typeface="Arial"/>
              </a:rPr>
              <a:t>S&amp;P 500 total return, month-end rolling three-month windows, 1928–2026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Chosen Predictors</a:t>
            </a:r>
            <a:endParaRPr dirty="0"/>
          </a:p>
        </p:txBody>
      </p:sp>
      <p:graphicFrame>
        <p:nvGraphicFramePr>
          <p:cNvPr id="3" name="Table 2"/>
          <p:cNvGraphicFramePr>
            <a:graphicFrameLocks noGrp="1"/>
          </p:cNvGraphicFramePr>
          <p:nvPr/>
        </p:nvGraphicFramePr>
        <p:xfrm>
          <a:off x="685800" y="1417320"/>
          <a:ext cx="10789920" cy="4224528"/>
        </p:xfrm>
        <a:graphic>
          <a:graphicData uri="http://schemas.openxmlformats.org/drawingml/2006/table">
            <a:tbl>
              <a:tblPr>
                <a:tableStyleId>{5940675A-B579-460E-94D1-54222C63F5DA}</a:tableStyleId>
              </a:tblPr>
              <a:tblGrid>
                <a:gridCol w="18288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301752">
                <a:tc>
                  <a:txBody>
                    <a:bodyPr/>
                    <a:lstStyle/>
                    <a:p>
                      <a:pPr algn="l"/>
                      <a:r>
                        <a:rPr sz="1200" b="1">
                          <a:solidFill>
                            <a:srgbClr val="FFFFFF"/>
                          </a:solidFill>
                          <a:latin typeface="Arial"/>
                        </a:rPr>
                        <a:t>Group</a:t>
                      </a:r>
                    </a:p>
                  </a:txBody>
                  <a:tcPr marL="73152" marR="73152" marT="27432" marB="27432" anchor="ctr">
                    <a:solidFill>
                      <a:srgbClr val="041D40"/>
                    </a:solidFill>
                  </a:tcPr>
                </a:tc>
                <a:tc>
                  <a:txBody>
                    <a:bodyPr/>
                    <a:lstStyle/>
                    <a:p>
                      <a:pPr algn="l"/>
                      <a:r>
                        <a:rPr sz="1200" b="1">
                          <a:solidFill>
                            <a:srgbClr val="FFFFFF"/>
                          </a:solidFill>
                          <a:latin typeface="Arial"/>
                        </a:rPr>
                        <a:t>Predictor</a:t>
                      </a:r>
                    </a:p>
                  </a:txBody>
                  <a:tcPr marL="73152" marR="73152" marT="27432" marB="27432" anchor="ctr">
                    <a:solidFill>
                      <a:srgbClr val="041D40"/>
                    </a:solidFill>
                  </a:tcPr>
                </a:tc>
                <a:tc>
                  <a:txBody>
                    <a:bodyPr/>
                    <a:lstStyle/>
                    <a:p>
                      <a:pPr algn="ctr"/>
                      <a:r>
                        <a:rPr sz="1200" b="1">
                          <a:solidFill>
                            <a:srgbClr val="FFFFFF"/>
                          </a:solidFill>
                          <a:latin typeface="Arial"/>
                        </a:rPr>
                        <a:t>From</a:t>
                      </a:r>
                    </a:p>
                  </a:txBody>
                  <a:tcPr marL="73152" marR="73152" marT="27432" marB="27432" anchor="ctr">
                    <a:solidFill>
                      <a:srgbClr val="041D40"/>
                    </a:solidFill>
                  </a:tcPr>
                </a:tc>
                <a:tc>
                  <a:txBody>
                    <a:bodyPr/>
                    <a:lstStyle/>
                    <a:p>
                      <a:pPr algn="ctr"/>
                      <a:r>
                        <a:rPr sz="1200" b="1">
                          <a:solidFill>
                            <a:srgbClr val="FFFFFF"/>
                          </a:solidFill>
                          <a:latin typeface="Arial"/>
                        </a:rPr>
                        <a:t>Known at the forecast date as</a:t>
                      </a:r>
                    </a:p>
                  </a:txBody>
                  <a:tcPr marL="73152" marR="73152" marT="27432" marB="27432" anchor="ctr">
                    <a:solidFill>
                      <a:srgbClr val="041D40"/>
                    </a:solidFill>
                  </a:tcPr>
                </a:tc>
                <a:extLst>
                  <a:ext uri="{0D108BD9-81ED-4DB2-BD59-A6C34878D82A}">
                    <a16:rowId xmlns:a16="http://schemas.microsoft.com/office/drawing/2014/main" val="10000"/>
                  </a:ext>
                </a:extLst>
              </a:tr>
              <a:tr h="301752">
                <a:tc rowSpan="4">
                  <a:txBody>
                    <a:bodyPr/>
                    <a:lstStyle/>
                    <a:p>
                      <a:pPr algn="l"/>
                      <a:r>
                        <a:rPr sz="1200" b="1">
                          <a:solidFill>
                            <a:srgbClr val="545759"/>
                          </a:solidFill>
                          <a:latin typeface="Arial"/>
                        </a:rPr>
                        <a:t>Market</a:t>
                      </a:r>
                    </a:p>
                  </a:txBody>
                  <a:tcPr marL="73152" marR="73152" marT="27432" marB="27432" anchor="ctr">
                    <a:solidFill>
                      <a:srgbClr val="FFFFFF"/>
                    </a:solidFill>
                  </a:tcPr>
                </a:tc>
                <a:tc>
                  <a:txBody>
                    <a:bodyPr/>
                    <a:lstStyle/>
                    <a:p>
                      <a:pPr algn="l"/>
                      <a:r>
                        <a:rPr sz="1200" b="1">
                          <a:solidFill>
                            <a:srgbClr val="545759"/>
                          </a:solidFill>
                          <a:latin typeface="Arial"/>
                        </a:rPr>
                        <a:t>Past 3-month return</a:t>
                      </a:r>
                    </a:p>
                  </a:txBody>
                  <a:tcPr marL="73152" marR="73152" marT="27432" marB="27432" anchor="ctr">
                    <a:solidFill>
                      <a:srgbClr val="FFFFFF"/>
                    </a:solidFill>
                  </a:tcPr>
                </a:tc>
                <a:tc>
                  <a:txBody>
                    <a:bodyPr/>
                    <a:lstStyle/>
                    <a:p>
                      <a:pPr algn="ctr"/>
                      <a:r>
                        <a:rPr sz="1200" b="0">
                          <a:solidFill>
                            <a:srgbClr val="545759"/>
                          </a:solidFill>
                          <a:latin typeface="Arial"/>
                        </a:rPr>
                        <a:t>1928</a:t>
                      </a:r>
                    </a:p>
                  </a:txBody>
                  <a:tcPr marL="73152" marR="73152" marT="27432" marB="27432" anchor="ctr">
                    <a:solidFill>
                      <a:srgbClr val="FFFFFF"/>
                    </a:solidFill>
                  </a:tcPr>
                </a:tc>
                <a:tc>
                  <a:txBody>
                    <a:bodyPr/>
                    <a:lstStyle/>
                    <a:p>
                      <a:pPr algn="ctr"/>
                      <a:r>
                        <a:rPr sz="1200" b="0">
                          <a:solidFill>
                            <a:srgbClr val="545759"/>
                          </a:solidFill>
                          <a:latin typeface="Arial"/>
                        </a:rPr>
                        <a:t>Through month-end</a:t>
                      </a:r>
                    </a:p>
                  </a:txBody>
                  <a:tcPr marL="73152" marR="73152" marT="27432" marB="27432" anchor="ctr">
                    <a:solidFill>
                      <a:srgbClr val="FFFFFF"/>
                    </a:solidFill>
                  </a:tcPr>
                </a:tc>
                <a:extLst>
                  <a:ext uri="{0D108BD9-81ED-4DB2-BD59-A6C34878D82A}">
                    <a16:rowId xmlns:a16="http://schemas.microsoft.com/office/drawing/2014/main" val="10001"/>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Trailing volatility (63 days)</a:t>
                      </a:r>
                    </a:p>
                  </a:txBody>
                  <a:tcPr marL="73152" marR="73152" marT="27432" marB="27432" anchor="ctr">
                    <a:solidFill>
                      <a:srgbClr val="FFFFFF"/>
                    </a:solidFill>
                  </a:tcPr>
                </a:tc>
                <a:tc>
                  <a:txBody>
                    <a:bodyPr/>
                    <a:lstStyle/>
                    <a:p>
                      <a:pPr algn="ctr"/>
                      <a:r>
                        <a:rPr sz="1200" b="0">
                          <a:solidFill>
                            <a:srgbClr val="545759"/>
                          </a:solidFill>
                          <a:latin typeface="Arial"/>
                        </a:rPr>
                        <a:t>1928</a:t>
                      </a:r>
                    </a:p>
                  </a:txBody>
                  <a:tcPr marL="73152" marR="73152" marT="27432" marB="27432" anchor="ctr">
                    <a:solidFill>
                      <a:srgbClr val="FFFFFF"/>
                    </a:solidFill>
                  </a:tcPr>
                </a:tc>
                <a:tc>
                  <a:txBody>
                    <a:bodyPr/>
                    <a:lstStyle/>
                    <a:p>
                      <a:pPr algn="ctr"/>
                      <a:r>
                        <a:rPr sz="1200" b="0">
                          <a:solidFill>
                            <a:srgbClr val="545759"/>
                          </a:solidFill>
                          <a:latin typeface="Arial"/>
                        </a:rPr>
                        <a:t>Second-to-last trading day</a:t>
                      </a:r>
                    </a:p>
                  </a:txBody>
                  <a:tcPr marL="73152" marR="73152" marT="27432" marB="27432" anchor="ctr">
                    <a:solidFill>
                      <a:srgbClr val="FFFFFF"/>
                    </a:solidFill>
                  </a:tcPr>
                </a:tc>
                <a:extLst>
                  <a:ext uri="{0D108BD9-81ED-4DB2-BD59-A6C34878D82A}">
                    <a16:rowId xmlns:a16="http://schemas.microsoft.com/office/drawing/2014/main" val="10002"/>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Credit spread (Baa − Aaa)</a:t>
                      </a:r>
                    </a:p>
                  </a:txBody>
                  <a:tcPr marL="73152" marR="73152" marT="27432" marB="27432" anchor="ctr">
                    <a:solidFill>
                      <a:srgbClr val="FFFFFF"/>
                    </a:solidFill>
                  </a:tcPr>
                </a:tc>
                <a:tc>
                  <a:txBody>
                    <a:bodyPr/>
                    <a:lstStyle/>
                    <a:p>
                      <a:pPr algn="ctr"/>
                      <a:r>
                        <a:rPr sz="1200" b="0">
                          <a:solidFill>
                            <a:srgbClr val="545759"/>
                          </a:solidFill>
                          <a:latin typeface="Arial"/>
                        </a:rPr>
                        <a:t>1928</a:t>
                      </a:r>
                    </a:p>
                  </a:txBody>
                  <a:tcPr marL="73152" marR="73152" marT="27432" marB="27432" anchor="ctr">
                    <a:solidFill>
                      <a:srgbClr val="FFFFFF"/>
                    </a:solidFill>
                  </a:tcPr>
                </a:tc>
                <a:tc>
                  <a:txBody>
                    <a:bodyPr/>
                    <a:lstStyle/>
                    <a:p>
                      <a:pPr algn="ctr"/>
                      <a:r>
                        <a:rPr sz="1200" b="0">
                          <a:solidFill>
                            <a:srgbClr val="545759"/>
                          </a:solidFill>
                          <a:latin typeface="Arial"/>
                        </a:rPr>
                        <a:t>Previous month's average</a:t>
                      </a:r>
                    </a:p>
                  </a:txBody>
                  <a:tcPr marL="73152" marR="73152" marT="27432" marB="27432" anchor="ctr">
                    <a:solidFill>
                      <a:srgbClr val="FFFFFF"/>
                    </a:solidFill>
                  </a:tcPr>
                </a:tc>
                <a:extLst>
                  <a:ext uri="{0D108BD9-81ED-4DB2-BD59-A6C34878D82A}">
                    <a16:rowId xmlns:a16="http://schemas.microsoft.com/office/drawing/2014/main" val="10006"/>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GARCH volatility forecast</a:t>
                      </a:r>
                    </a:p>
                  </a:txBody>
                  <a:tcPr marL="73152" marR="73152" marT="27432" marB="27432" anchor="ctr">
                    <a:solidFill>
                      <a:srgbClr val="FFFFFF"/>
                    </a:solidFill>
                  </a:tcPr>
                </a:tc>
                <a:tc>
                  <a:txBody>
                    <a:bodyPr/>
                    <a:lstStyle/>
                    <a:p>
                      <a:pPr algn="ctr"/>
                      <a:r>
                        <a:rPr sz="1200" b="0">
                          <a:solidFill>
                            <a:srgbClr val="545759"/>
                          </a:solidFill>
                          <a:latin typeface="Arial"/>
                        </a:rPr>
                        <a:t>1938</a:t>
                      </a:r>
                    </a:p>
                  </a:txBody>
                  <a:tcPr marL="73152" marR="73152" marT="27432" marB="27432" anchor="ctr">
                    <a:solidFill>
                      <a:srgbClr val="FFFFFF"/>
                    </a:solidFill>
                  </a:tcPr>
                </a:tc>
                <a:tc>
                  <a:txBody>
                    <a:bodyPr/>
                    <a:lstStyle/>
                    <a:p>
                      <a:pPr algn="ctr"/>
                      <a:r>
                        <a:rPr sz="1200" b="0">
                          <a:solidFill>
                            <a:srgbClr val="545759"/>
                          </a:solidFill>
                          <a:latin typeface="Arial"/>
                        </a:rPr>
                        <a:t>Second-to-last trading day</a:t>
                      </a:r>
                    </a:p>
                  </a:txBody>
                  <a:tcPr marL="73152" marR="73152" marT="27432" marB="27432" anchor="ctr">
                    <a:solidFill>
                      <a:srgbClr val="FFFFFF"/>
                    </a:solidFill>
                  </a:tcPr>
                </a:tc>
                <a:extLst>
                  <a:ext uri="{0D108BD9-81ED-4DB2-BD59-A6C34878D82A}">
                    <a16:rowId xmlns:a16="http://schemas.microsoft.com/office/drawing/2014/main" val="10003"/>
                  </a:ext>
                </a:extLst>
              </a:tr>
              <a:tr h="301752">
                <a:tc rowSpan="2">
                  <a:txBody>
                    <a:bodyPr/>
                    <a:lstStyle/>
                    <a:p>
                      <a:pPr algn="l"/>
                      <a:r>
                        <a:rPr sz="1200" b="1">
                          <a:solidFill>
                            <a:srgbClr val="545759"/>
                          </a:solidFill>
                          <a:latin typeface="Arial"/>
                        </a:rPr>
                        <a:t>Composite</a:t>
                      </a:r>
                    </a:p>
                  </a:txBody>
                  <a:tcPr marL="73152" marR="73152" marT="27432" marB="27432" anchor="ctr">
                    <a:solidFill>
                      <a:srgbClr val="FFFFFF"/>
                    </a:solidFill>
                  </a:tcPr>
                </a:tc>
                <a:tc>
                  <a:txBody>
                    <a:bodyPr/>
                    <a:lstStyle/>
                    <a:p>
                      <a:pPr algn="l"/>
                      <a:r>
                        <a:rPr sz="1200" b="1">
                          <a:solidFill>
                            <a:srgbClr val="545759"/>
                          </a:solidFill>
                          <a:latin typeface="Arial"/>
                        </a:rPr>
                        <a:t>Absorption-ratio shift</a:t>
                      </a:r>
                    </a:p>
                  </a:txBody>
                  <a:tcPr marL="73152" marR="73152" marT="27432" marB="27432" anchor="ctr">
                    <a:solidFill>
                      <a:srgbClr val="FFFFFF"/>
                    </a:solidFill>
                  </a:tcPr>
                </a:tc>
                <a:tc>
                  <a:txBody>
                    <a:bodyPr/>
                    <a:lstStyle/>
                    <a:p>
                      <a:pPr algn="ctr"/>
                      <a:r>
                        <a:rPr sz="1200" b="0">
                          <a:solidFill>
                            <a:srgbClr val="545759"/>
                          </a:solidFill>
                          <a:latin typeface="Arial"/>
                        </a:rPr>
                        <a:t>1929</a:t>
                      </a:r>
                    </a:p>
                  </a:txBody>
                  <a:tcPr marL="73152" marR="73152" marT="27432" marB="27432" anchor="ctr">
                    <a:solidFill>
                      <a:srgbClr val="FFFFFF"/>
                    </a:solidFill>
                  </a:tcPr>
                </a:tc>
                <a:tc>
                  <a:txBody>
                    <a:bodyPr/>
                    <a:lstStyle/>
                    <a:p>
                      <a:pPr algn="ctr"/>
                      <a:r>
                        <a:rPr sz="1200" b="0">
                          <a:solidFill>
                            <a:srgbClr val="545759"/>
                          </a:solidFill>
                          <a:latin typeface="Arial"/>
                        </a:rPr>
                        <a:t>Second-to-last trading day</a:t>
                      </a:r>
                    </a:p>
                  </a:txBody>
                  <a:tcPr marL="73152" marR="73152" marT="27432" marB="27432" anchor="ctr">
                    <a:solidFill>
                      <a:srgbClr val="FFFFFF"/>
                    </a:solidFill>
                  </a:tcPr>
                </a:tc>
                <a:extLst>
                  <a:ext uri="{0D108BD9-81ED-4DB2-BD59-A6C34878D82A}">
                    <a16:rowId xmlns:a16="http://schemas.microsoft.com/office/drawing/2014/main" val="10005"/>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Turbulence</a:t>
                      </a:r>
                    </a:p>
                  </a:txBody>
                  <a:tcPr marL="73152" marR="73152" marT="27432" marB="27432" anchor="ctr">
                    <a:solidFill>
                      <a:srgbClr val="FFFFFF"/>
                    </a:solidFill>
                  </a:tcPr>
                </a:tc>
                <a:tc>
                  <a:txBody>
                    <a:bodyPr/>
                    <a:lstStyle/>
                    <a:p>
                      <a:pPr algn="ctr"/>
                      <a:r>
                        <a:rPr sz="1200" b="0">
                          <a:solidFill>
                            <a:srgbClr val="545759"/>
                          </a:solidFill>
                          <a:latin typeface="Arial"/>
                        </a:rPr>
                        <a:t>1930</a:t>
                      </a:r>
                    </a:p>
                  </a:txBody>
                  <a:tcPr marL="73152" marR="73152" marT="27432" marB="27432" anchor="ctr">
                    <a:solidFill>
                      <a:srgbClr val="FFFFFF"/>
                    </a:solidFill>
                  </a:tcPr>
                </a:tc>
                <a:tc>
                  <a:txBody>
                    <a:bodyPr/>
                    <a:lstStyle/>
                    <a:p>
                      <a:pPr algn="ctr"/>
                      <a:r>
                        <a:rPr sz="1200" b="0">
                          <a:solidFill>
                            <a:srgbClr val="545759"/>
                          </a:solidFill>
                          <a:latin typeface="Arial"/>
                        </a:rPr>
                        <a:t>Second-to-last trading day</a:t>
                      </a:r>
                    </a:p>
                  </a:txBody>
                  <a:tcPr marL="73152" marR="73152" marT="27432" marB="27432" anchor="ctr">
                    <a:solidFill>
                      <a:srgbClr val="FFFFFF"/>
                    </a:solidFill>
                  </a:tcPr>
                </a:tc>
                <a:extLst>
                  <a:ext uri="{0D108BD9-81ED-4DB2-BD59-A6C34878D82A}">
                    <a16:rowId xmlns:a16="http://schemas.microsoft.com/office/drawing/2014/main" val="10004"/>
                  </a:ext>
                </a:extLst>
              </a:tr>
              <a:tr h="301752">
                <a:tc>
                  <a:txBody>
                    <a:bodyPr/>
                    <a:lstStyle/>
                    <a:p>
                      <a:pPr algn="l"/>
                      <a:r>
                        <a:rPr sz="1200" b="1">
                          <a:solidFill>
                            <a:srgbClr val="545759"/>
                          </a:solidFill>
                          <a:latin typeface="Arial"/>
                        </a:rPr>
                        <a:t>Monetary</a:t>
                      </a:r>
                    </a:p>
                  </a:txBody>
                  <a:tcPr marL="73152" marR="73152" marT="27432" marB="27432" anchor="ctr">
                    <a:solidFill>
                      <a:srgbClr val="FFFFFF"/>
                    </a:solidFill>
                  </a:tcPr>
                </a:tc>
                <a:tc>
                  <a:txBody>
                    <a:bodyPr/>
                    <a:lstStyle/>
                    <a:p>
                      <a:pPr algn="l"/>
                      <a:r>
                        <a:rPr sz="1200" b="1">
                          <a:solidFill>
                            <a:srgbClr val="545759"/>
                          </a:solidFill>
                          <a:latin typeface="Arial"/>
                        </a:rPr>
                        <a:t>Yield-curve slope (10y − 3m)</a:t>
                      </a:r>
                    </a:p>
                  </a:txBody>
                  <a:tcPr marL="73152" marR="73152" marT="27432" marB="27432" anchor="ctr">
                    <a:solidFill>
                      <a:srgbClr val="FFFFFF"/>
                    </a:solidFill>
                  </a:tcPr>
                </a:tc>
                <a:tc>
                  <a:txBody>
                    <a:bodyPr/>
                    <a:lstStyle/>
                    <a:p>
                      <a:pPr algn="ctr"/>
                      <a:r>
                        <a:rPr sz="1200" b="0">
                          <a:solidFill>
                            <a:srgbClr val="545759"/>
                          </a:solidFill>
                          <a:latin typeface="Arial"/>
                        </a:rPr>
                        <a:t>1934</a:t>
                      </a:r>
                    </a:p>
                  </a:txBody>
                  <a:tcPr marL="73152" marR="73152" marT="27432" marB="27432" anchor="ctr">
                    <a:solidFill>
                      <a:srgbClr val="FFFFFF"/>
                    </a:solidFill>
                  </a:tcPr>
                </a:tc>
                <a:tc>
                  <a:txBody>
                    <a:bodyPr/>
                    <a:lstStyle/>
                    <a:p>
                      <a:pPr algn="ctr"/>
                      <a:r>
                        <a:rPr sz="1200" b="0">
                          <a:solidFill>
                            <a:srgbClr val="545759"/>
                          </a:solidFill>
                          <a:latin typeface="Arial"/>
                        </a:rPr>
                        <a:t>Previous month's average</a:t>
                      </a:r>
                    </a:p>
                  </a:txBody>
                  <a:tcPr marL="73152" marR="73152" marT="27432" marB="27432" anchor="ctr">
                    <a:solidFill>
                      <a:srgbClr val="FFFFFF"/>
                    </a:solidFill>
                  </a:tcPr>
                </a:tc>
                <a:extLst>
                  <a:ext uri="{0D108BD9-81ED-4DB2-BD59-A6C34878D82A}">
                    <a16:rowId xmlns:a16="http://schemas.microsoft.com/office/drawing/2014/main" val="10007"/>
                  </a:ext>
                </a:extLst>
              </a:tr>
              <a:tr h="301752">
                <a:tc rowSpan="2">
                  <a:txBody>
                    <a:bodyPr/>
                    <a:lstStyle/>
                    <a:p>
                      <a:pPr algn="l"/>
                      <a:r>
                        <a:rPr sz="1200" b="1">
                          <a:solidFill>
                            <a:srgbClr val="545759"/>
                          </a:solidFill>
                          <a:latin typeface="Arial"/>
                        </a:rPr>
                        <a:t>Valuation</a:t>
                      </a:r>
                    </a:p>
                  </a:txBody>
                  <a:tcPr marL="73152" marR="73152" marT="27432" marB="27432" anchor="ctr">
                    <a:solidFill>
                      <a:srgbClr val="FFFFFF"/>
                    </a:solidFill>
                  </a:tcPr>
                </a:tc>
                <a:tc>
                  <a:txBody>
                    <a:bodyPr/>
                    <a:lstStyle/>
                    <a:p>
                      <a:pPr algn="l"/>
                      <a:r>
                        <a:rPr sz="1200" b="1">
                          <a:solidFill>
                            <a:srgbClr val="545759"/>
                          </a:solidFill>
                          <a:latin typeface="Arial"/>
                        </a:rPr>
                        <a:t>CAPE</a:t>
                      </a:r>
                    </a:p>
                  </a:txBody>
                  <a:tcPr marL="73152" marR="73152" marT="27432" marB="27432" anchor="ctr">
                    <a:solidFill>
                      <a:srgbClr val="FFFFFF"/>
                    </a:solidFill>
                  </a:tcPr>
                </a:tc>
                <a:tc>
                  <a:txBody>
                    <a:bodyPr/>
                    <a:lstStyle/>
                    <a:p>
                      <a:pPr algn="ctr"/>
                      <a:r>
                        <a:rPr sz="1200" b="0">
                          <a:solidFill>
                            <a:srgbClr val="545759"/>
                          </a:solidFill>
                          <a:latin typeface="Arial"/>
                        </a:rPr>
                        <a:t>1928</a:t>
                      </a:r>
                    </a:p>
                  </a:txBody>
                  <a:tcPr marL="73152" marR="73152" marT="27432" marB="27432" anchor="ctr">
                    <a:solidFill>
                      <a:srgbClr val="FFFFFF"/>
                    </a:solidFill>
                  </a:tcPr>
                </a:tc>
                <a:tc>
                  <a:txBody>
                    <a:bodyPr/>
                    <a:lstStyle/>
                    <a:p>
                      <a:pPr algn="ctr"/>
                      <a:r>
                        <a:rPr sz="1200" b="0">
                          <a:solidFill>
                            <a:srgbClr val="545759"/>
                          </a:solidFill>
                          <a:latin typeface="Arial"/>
                        </a:rPr>
                        <a:t>Earnings lagged 6 months</a:t>
                      </a:r>
                    </a:p>
                  </a:txBody>
                  <a:tcPr marL="73152" marR="73152" marT="27432" marB="27432" anchor="ctr">
                    <a:solidFill>
                      <a:srgbClr val="FFFFFF"/>
                    </a:solidFill>
                  </a:tcPr>
                </a:tc>
                <a:extLst>
                  <a:ext uri="{0D108BD9-81ED-4DB2-BD59-A6C34878D82A}">
                    <a16:rowId xmlns:a16="http://schemas.microsoft.com/office/drawing/2014/main" val="10008"/>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Concentration (HHI)</a:t>
                      </a:r>
                    </a:p>
                  </a:txBody>
                  <a:tcPr marL="73152" marR="73152" marT="27432" marB="27432" anchor="ctr">
                    <a:solidFill>
                      <a:srgbClr val="FFFFFF"/>
                    </a:solidFill>
                  </a:tcPr>
                </a:tc>
                <a:tc>
                  <a:txBody>
                    <a:bodyPr/>
                    <a:lstStyle/>
                    <a:p>
                      <a:pPr algn="ctr"/>
                      <a:r>
                        <a:rPr sz="1200" b="0">
                          <a:solidFill>
                            <a:srgbClr val="545759"/>
                          </a:solidFill>
                          <a:latin typeface="Arial"/>
                        </a:rPr>
                        <a:t>1957</a:t>
                      </a:r>
                    </a:p>
                  </a:txBody>
                  <a:tcPr marL="73152" marR="73152" marT="27432" marB="27432" anchor="ctr">
                    <a:solidFill>
                      <a:srgbClr val="FFFFFF"/>
                    </a:solidFill>
                  </a:tcPr>
                </a:tc>
                <a:tc>
                  <a:txBody>
                    <a:bodyPr/>
                    <a:lstStyle/>
                    <a:p>
                      <a:pPr algn="ctr"/>
                      <a:r>
                        <a:rPr sz="1200" b="0">
                          <a:solidFill>
                            <a:srgbClr val="545759"/>
                          </a:solidFill>
                          <a:latin typeface="Arial"/>
                        </a:rPr>
                        <a:t>Month's last close</a:t>
                      </a:r>
                    </a:p>
                  </a:txBody>
                  <a:tcPr marL="73152" marR="73152" marT="27432" marB="27432" anchor="ctr">
                    <a:solidFill>
                      <a:srgbClr val="FFFFFF"/>
                    </a:solidFill>
                  </a:tcPr>
                </a:tc>
                <a:extLst>
                  <a:ext uri="{0D108BD9-81ED-4DB2-BD59-A6C34878D82A}">
                    <a16:rowId xmlns:a16="http://schemas.microsoft.com/office/drawing/2014/main" val="10009"/>
                  </a:ext>
                </a:extLst>
              </a:tr>
              <a:tr h="301752">
                <a:tc rowSpan="3">
                  <a:txBody>
                    <a:bodyPr/>
                    <a:lstStyle/>
                    <a:p>
                      <a:pPr algn="l"/>
                      <a:r>
                        <a:rPr sz="1200" b="1">
                          <a:solidFill>
                            <a:srgbClr val="545759"/>
                          </a:solidFill>
                          <a:latin typeface="Arial"/>
                        </a:rPr>
                        <a:t>Macro</a:t>
                      </a:r>
                    </a:p>
                  </a:txBody>
                  <a:tcPr marL="73152" marR="73152" marT="27432" marB="27432" anchor="ctr">
                    <a:solidFill>
                      <a:srgbClr val="FFFFFF"/>
                    </a:solidFill>
                  </a:tcPr>
                </a:tc>
                <a:tc>
                  <a:txBody>
                    <a:bodyPr/>
                    <a:lstStyle/>
                    <a:p>
                      <a:pPr algn="l"/>
                      <a:r>
                        <a:rPr sz="1200" b="1">
                          <a:solidFill>
                            <a:srgbClr val="545759"/>
                          </a:solidFill>
                          <a:latin typeface="Arial"/>
                        </a:rPr>
                        <a:t>Industrial production, 12m</a:t>
                      </a:r>
                    </a:p>
                  </a:txBody>
                  <a:tcPr marL="73152" marR="73152" marT="27432" marB="27432" anchor="ctr">
                    <a:solidFill>
                      <a:srgbClr val="FFFFFF"/>
                    </a:solidFill>
                  </a:tcPr>
                </a:tc>
                <a:tc>
                  <a:txBody>
                    <a:bodyPr/>
                    <a:lstStyle/>
                    <a:p>
                      <a:pPr algn="ctr"/>
                      <a:r>
                        <a:rPr sz="1200" b="0">
                          <a:solidFill>
                            <a:srgbClr val="545759"/>
                          </a:solidFill>
                          <a:latin typeface="Arial"/>
                        </a:rPr>
                        <a:t>1928</a:t>
                      </a:r>
                    </a:p>
                  </a:txBody>
                  <a:tcPr marL="73152" marR="73152" marT="27432" marB="27432" anchor="ctr">
                    <a:solidFill>
                      <a:srgbClr val="FFFFFF"/>
                    </a:solidFill>
                  </a:tcPr>
                </a:tc>
                <a:tc>
                  <a:txBody>
                    <a:bodyPr/>
                    <a:lstStyle/>
                    <a:p>
                      <a:pPr algn="ctr"/>
                      <a:r>
                        <a:rPr sz="1200" b="0">
                          <a:solidFill>
                            <a:srgbClr val="545759"/>
                          </a:solidFill>
                          <a:latin typeface="Arial"/>
                        </a:rPr>
                        <a:t>First release</a:t>
                      </a:r>
                    </a:p>
                  </a:txBody>
                  <a:tcPr marL="73152" marR="73152" marT="27432" marB="27432" anchor="ctr">
                    <a:solidFill>
                      <a:srgbClr val="FFFFFF"/>
                    </a:solidFill>
                  </a:tcPr>
                </a:tc>
                <a:extLst>
                  <a:ext uri="{0D108BD9-81ED-4DB2-BD59-A6C34878D82A}">
                    <a16:rowId xmlns:a16="http://schemas.microsoft.com/office/drawing/2014/main" val="10010"/>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Inflation (CPI), 12m</a:t>
                      </a:r>
                    </a:p>
                  </a:txBody>
                  <a:tcPr marL="73152" marR="73152" marT="27432" marB="27432" anchor="ctr">
                    <a:solidFill>
                      <a:srgbClr val="FFFFFF"/>
                    </a:solidFill>
                  </a:tcPr>
                </a:tc>
                <a:tc>
                  <a:txBody>
                    <a:bodyPr/>
                    <a:lstStyle/>
                    <a:p>
                      <a:pPr algn="ctr"/>
                      <a:r>
                        <a:rPr sz="1200" b="0">
                          <a:solidFill>
                            <a:srgbClr val="545759"/>
                          </a:solidFill>
                          <a:latin typeface="Arial"/>
                        </a:rPr>
                        <a:t>1949</a:t>
                      </a:r>
                    </a:p>
                  </a:txBody>
                  <a:tcPr marL="73152" marR="73152" marT="27432" marB="27432" anchor="ctr">
                    <a:solidFill>
                      <a:srgbClr val="FFFFFF"/>
                    </a:solidFill>
                  </a:tcPr>
                </a:tc>
                <a:tc>
                  <a:txBody>
                    <a:bodyPr/>
                    <a:lstStyle/>
                    <a:p>
                      <a:pPr algn="ctr"/>
                      <a:r>
                        <a:rPr sz="1200" b="0">
                          <a:solidFill>
                            <a:srgbClr val="545759"/>
                          </a:solidFill>
                          <a:latin typeface="Arial"/>
                        </a:rPr>
                        <a:t>First release</a:t>
                      </a:r>
                    </a:p>
                  </a:txBody>
                  <a:tcPr marL="73152" marR="73152" marT="27432" marB="27432" anchor="ctr">
                    <a:solidFill>
                      <a:srgbClr val="FFFFFF"/>
                    </a:solidFill>
                  </a:tcPr>
                </a:tc>
                <a:extLst>
                  <a:ext uri="{0D108BD9-81ED-4DB2-BD59-A6C34878D82A}">
                    <a16:rowId xmlns:a16="http://schemas.microsoft.com/office/drawing/2014/main" val="10011"/>
                  </a:ext>
                </a:extLst>
              </a:tr>
              <a:tr h="301752">
                <a:tc vMerge="1">
                  <a:txBody>
                    <a:bodyPr/>
                    <a:lstStyle/>
                    <a:p>
                      <a:pPr algn="l"/>
                      <a:endParaRPr/>
                    </a:p>
                  </a:txBody>
                  <a:tcPr marL="73152" marR="73152" marT="27432" marB="27432" anchor="ctr">
                    <a:solidFill>
                      <a:srgbClr val="FFFFFF"/>
                    </a:solidFill>
                  </a:tcPr>
                </a:tc>
                <a:tc>
                  <a:txBody>
                    <a:bodyPr/>
                    <a:lstStyle/>
                    <a:p>
                      <a:pPr algn="l"/>
                      <a:r>
                        <a:rPr sz="1200" b="1">
                          <a:solidFill>
                            <a:srgbClr val="545759"/>
                          </a:solidFill>
                          <a:latin typeface="Arial"/>
                        </a:rPr>
                        <a:t>Unemployment change, 12m</a:t>
                      </a:r>
                    </a:p>
                  </a:txBody>
                  <a:tcPr marL="73152" marR="73152" marT="27432" marB="27432" anchor="ctr">
                    <a:solidFill>
                      <a:srgbClr val="FFFFFF"/>
                    </a:solidFill>
                  </a:tcPr>
                </a:tc>
                <a:tc>
                  <a:txBody>
                    <a:bodyPr/>
                    <a:lstStyle/>
                    <a:p>
                      <a:pPr algn="ctr"/>
                      <a:r>
                        <a:rPr sz="1200" b="0">
                          <a:solidFill>
                            <a:srgbClr val="545759"/>
                          </a:solidFill>
                          <a:latin typeface="Arial"/>
                        </a:rPr>
                        <a:t>1960</a:t>
                      </a:r>
                    </a:p>
                  </a:txBody>
                  <a:tcPr marL="73152" marR="73152" marT="27432" marB="27432" anchor="ctr">
                    <a:solidFill>
                      <a:srgbClr val="FFFFFF"/>
                    </a:solidFill>
                  </a:tcPr>
                </a:tc>
                <a:tc>
                  <a:txBody>
                    <a:bodyPr/>
                    <a:lstStyle/>
                    <a:p>
                      <a:pPr algn="ctr"/>
                      <a:r>
                        <a:rPr sz="1200" b="0">
                          <a:solidFill>
                            <a:srgbClr val="545759"/>
                          </a:solidFill>
                          <a:latin typeface="Arial"/>
                        </a:rPr>
                        <a:t>First release</a:t>
                      </a:r>
                    </a:p>
                  </a:txBody>
                  <a:tcPr marL="73152" marR="73152" marT="27432" marB="27432" anchor="ctr">
                    <a:solidFill>
                      <a:srgbClr val="FFFFFF"/>
                    </a:solidFill>
                  </a:tcPr>
                </a:tc>
                <a:extLst>
                  <a:ext uri="{0D108BD9-81ED-4DB2-BD59-A6C34878D82A}">
                    <a16:rowId xmlns:a16="http://schemas.microsoft.com/office/drawing/2014/main" val="10012"/>
                  </a:ext>
                </a:extLst>
              </a:tr>
              <a:tr h="301752">
                <a:tc>
                  <a:txBody>
                    <a:bodyPr/>
                    <a:lstStyle/>
                    <a:p>
                      <a:pPr algn="l"/>
                      <a:r>
                        <a:rPr sz="1200" b="1">
                          <a:solidFill>
                            <a:srgbClr val="545759"/>
                          </a:solidFill>
                          <a:latin typeface="Arial"/>
                        </a:rPr>
                        <a:t>Sentiment</a:t>
                      </a:r>
                    </a:p>
                  </a:txBody>
                  <a:tcPr marL="73152" marR="73152" marT="27432" marB="27432" anchor="ctr">
                    <a:solidFill>
                      <a:srgbClr val="FFFFFF"/>
                    </a:solidFill>
                  </a:tcPr>
                </a:tc>
                <a:tc>
                  <a:txBody>
                    <a:bodyPr/>
                    <a:lstStyle/>
                    <a:p>
                      <a:pPr algn="l"/>
                      <a:r>
                        <a:rPr sz="1200" b="1">
                          <a:solidFill>
                            <a:srgbClr val="545759"/>
                          </a:solidFill>
                          <a:latin typeface="Arial"/>
                        </a:rPr>
                        <a:t>Consumer sentiment (Michigan)</a:t>
                      </a:r>
                    </a:p>
                  </a:txBody>
                  <a:tcPr marL="73152" marR="73152" marT="27432" marB="27432" anchor="ctr">
                    <a:solidFill>
                      <a:srgbClr val="FFFFFF"/>
                    </a:solidFill>
                  </a:tcPr>
                </a:tc>
                <a:tc>
                  <a:txBody>
                    <a:bodyPr/>
                    <a:lstStyle/>
                    <a:p>
                      <a:pPr algn="ctr"/>
                      <a:r>
                        <a:rPr sz="1200" b="0">
                          <a:solidFill>
                            <a:srgbClr val="545759"/>
                          </a:solidFill>
                          <a:latin typeface="Arial"/>
                        </a:rPr>
                        <a:t>1952</a:t>
                      </a:r>
                    </a:p>
                  </a:txBody>
                  <a:tcPr marL="73152" marR="73152" marT="27432" marB="27432" anchor="ctr">
                    <a:solidFill>
                      <a:srgbClr val="FFFFFF"/>
                    </a:solidFill>
                  </a:tcPr>
                </a:tc>
                <a:tc>
                  <a:txBody>
                    <a:bodyPr/>
                    <a:lstStyle/>
                    <a:p>
                      <a:pPr algn="ctr"/>
                      <a:r>
                        <a:rPr sz="1200" b="0">
                          <a:solidFill>
                            <a:srgbClr val="545759"/>
                          </a:solidFill>
                          <a:latin typeface="Arial"/>
                        </a:rPr>
                        <a:t>Previous month's final</a:t>
                      </a:r>
                    </a:p>
                  </a:txBody>
                  <a:tcPr marL="73152" marR="73152" marT="27432" marB="27432" anchor="ctr">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predictors that see danger differently</a:t>
            </a:r>
          </a:p>
        </p:txBody>
      </p:sp>
      <p:sp>
        <p:nvSpPr>
          <p:cNvPr id="3" name="Rectangle 2"/>
          <p:cNvSpPr/>
          <p:nvPr/>
        </p:nvSpPr>
        <p:spPr>
          <a:xfrm>
            <a:off x="685800" y="1865376"/>
            <a:ext cx="5623560" cy="3657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48256"/>
            <a:ext cx="51663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ABSORPTION RATIO</a:t>
            </a:r>
          </a:p>
        </p:txBody>
      </p:sp>
      <p:sp>
        <p:nvSpPr>
          <p:cNvPr id="5" name="TextBox 4"/>
          <p:cNvSpPr txBox="1"/>
          <p:nvPr/>
        </p:nvSpPr>
        <p:spPr>
          <a:xfrm>
            <a:off x="914400" y="2505456"/>
            <a:ext cx="5166360" cy="320040"/>
          </a:xfrm>
          <a:prstGeom prst="rect">
            <a:avLst/>
          </a:prstGeom>
          <a:noFill/>
        </p:spPr>
        <p:txBody>
          <a:bodyPr wrap="square" lIns="0" tIns="0" rIns="0" bIns="0">
            <a:spAutoFit/>
          </a:bodyPr>
          <a:lstStyle/>
          <a:p>
            <a:pPr algn="l">
              <a:spcAft>
                <a:spcPts val="600"/>
              </a:spcAft>
            </a:pPr>
            <a:r>
              <a:rPr sz="1600" b="0" i="1" dirty="0">
                <a:solidFill>
                  <a:srgbClr val="041D40"/>
                </a:solidFill>
                <a:latin typeface="Arial"/>
              </a:rPr>
              <a:t>Are markets moving as one?</a:t>
            </a:r>
          </a:p>
        </p:txBody>
      </p:sp>
      <p:sp>
        <p:nvSpPr>
          <p:cNvPr id="6" name="TextBox 5"/>
          <p:cNvSpPr txBox="1"/>
          <p:nvPr/>
        </p:nvSpPr>
        <p:spPr>
          <a:xfrm>
            <a:off x="914400" y="2916936"/>
            <a:ext cx="5166360" cy="914400"/>
          </a:xfrm>
          <a:prstGeom prst="rect">
            <a:avLst/>
          </a:prstGeom>
          <a:noFill/>
        </p:spPr>
        <p:txBody>
          <a:bodyPr wrap="square" lIns="0" tIns="0" rIns="0" bIns="0">
            <a:spAutoFit/>
          </a:bodyPr>
          <a:lstStyle/>
          <a:p>
            <a:pPr algn="l" marL="228600" indent="-228600">
              <a:spcAft>
                <a:spcPts val="600"/>
              </a:spcAft>
              <a:buFont typeface="Arial"/>
              <a:buChar char="•"/>
            </a:pPr>
            <a:r>
              <a:rPr sz="1400" b="0" i="0" dirty="0">
                <a:solidFill>
                  <a:srgbClr val="545759"/>
                </a:solidFill>
                <a:latin typeface="Arial"/>
              </a:rPr>
              <a:t>How much of 17 industries’ moves come from a few common forces (PCA)</a:t>
            </a:r>
          </a:p>
          <a:p>
            <a:pPr algn="l" marL="228600" indent="-228600">
              <a:spcAft>
                <a:spcPts val="600"/>
              </a:spcAft>
              <a:buFont typeface="Arial"/>
              <a:buChar char="•"/>
            </a:pPr>
            <a:r>
              <a:rPr sz="1400" b="0" i="0" dirty="0">
                <a:solidFill>
                  <a:srgbClr val="545759"/>
                </a:solidFill>
                <a:latin typeface="Arial"/>
              </a:rPr>
              <a:t>When everything moves together, a shock spreads further: the market is fragile</a:t>
            </a:r>
          </a:p>
          <a:p>
            <a:pPr algn="l" marL="228600" indent="-228600">
              <a:spcAft>
                <a:spcPts val="600"/>
              </a:spcAft>
              <a:buFont typeface="Arial"/>
              <a:buChar char="•"/>
            </a:pPr>
            <a:r>
              <a:rPr sz="1400" b="0" i="0" dirty="0">
                <a:solidFill>
                  <a:srgbClr val="545759"/>
                </a:solidFill>
                <a:latin typeface="Arial"/>
              </a:rPr>
              <a:t>Meant to flag that fragility before a fall</a:t>
            </a:r>
          </a:p>
        </p:txBody>
      </p:sp>
      <p:sp>
        <p:nvSpPr>
          <p:cNvPr id="7" name="Rectangle 6"/>
          <p:cNvSpPr/>
          <p:nvPr/>
        </p:nvSpPr>
        <p:spPr>
          <a:xfrm>
            <a:off x="6583680" y="1865376"/>
            <a:ext cx="4892040" cy="3657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12280" y="2048256"/>
            <a:ext cx="443484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GARCH VOLATILITY</a:t>
            </a:r>
          </a:p>
        </p:txBody>
      </p:sp>
      <p:sp>
        <p:nvSpPr>
          <p:cNvPr id="9" name="TextBox 8"/>
          <p:cNvSpPr txBox="1"/>
          <p:nvPr/>
        </p:nvSpPr>
        <p:spPr>
          <a:xfrm>
            <a:off x="6812280" y="2505456"/>
            <a:ext cx="443484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Is the market getting rougher?</a:t>
            </a:r>
          </a:p>
        </p:txBody>
      </p:sp>
      <p:sp>
        <p:nvSpPr>
          <p:cNvPr id="10" name="TextBox 9"/>
          <p:cNvSpPr txBox="1"/>
          <p:nvPr/>
        </p:nvSpPr>
        <p:spPr>
          <a:xfrm>
            <a:off x="6812280" y="2916936"/>
            <a:ext cx="4434840" cy="1463040"/>
          </a:xfrm>
          <a:prstGeom prst="rect">
            <a:avLst/>
          </a:prstGeom>
          <a:noFill/>
        </p:spPr>
        <p:txBody>
          <a:bodyPr wrap="square" lIns="0" tIns="0" rIns="0" bIns="0">
            <a:spAutoFit/>
          </a:bodyPr>
          <a:lstStyle/>
          <a:p>
            <a:pPr algn="l" marL="228600" indent="-228600">
              <a:spcAft>
                <a:spcPts val="600"/>
              </a:spcAft>
              <a:buFont typeface="Arial"/>
              <a:buChar char="•"/>
            </a:pPr>
            <a:r>
              <a:rPr sz="1400" b="0" i="0">
                <a:solidFill>
                  <a:srgbClr val="545759"/>
                </a:solidFill>
                <a:latin typeface="Arial"/>
              </a:rPr>
              <a:t>Forecasts next quarter’s volatility from how calm and rough periods cluster</a:t>
            </a:r>
          </a:p>
          <a:p>
            <a:pPr algn="l" marL="228600" indent="-228600">
              <a:spcAft>
                <a:spcPts val="600"/>
              </a:spcAft>
              <a:buFont typeface="Arial"/>
              <a:buChar char="•"/>
            </a:pPr>
            <a:r>
              <a:rPr sz="1400" b="0" i="0">
                <a:solidFill>
                  <a:srgbClr val="545759"/>
                </a:solidFill>
                <a:latin typeface="Arial"/>
              </a:rPr>
              <a:t>Forecasts better than simply looking at past volatility</a:t>
            </a:r>
          </a:p>
          <a:p>
            <a:pPr algn="l" marL="228600" indent="-228600">
              <a:spcAft>
                <a:spcPts val="600"/>
              </a:spcAft>
              <a:buFont typeface="Arial"/>
              <a:buChar char="•"/>
            </a:pPr>
            <a:r>
              <a:rPr sz="1400" b="0" i="0">
                <a:solidFill>
                  <a:srgbClr val="545759"/>
                </a:solidFill>
                <a:latin typeface="Arial"/>
              </a:rPr>
              <a:t>Sees a crisis once it has begun</a:t>
            </a:r>
          </a:p>
        </p:txBody>
      </p:sp>
      <p:sp>
        <p:nvSpPr>
          <p:cNvPr id="15" name="AR stat 1 value"/>
          <p:cNvSpPr txBox="1"/>
          <p:nvPr/>
        </p:nvSpPr>
        <p:spPr>
          <a:xfrm>
            <a:off x="914400" y="4224528"/>
            <a:ext cx="1508760" cy="502920"/>
          </a:xfrm>
          <a:prstGeom prst="rect">
            <a:avLst/>
          </a:prstGeom>
          <a:noFill/>
        </p:spPr>
        <p:txBody>
          <a:bodyPr wrap="square" lIns="0" tIns="0" rIns="0" bIns="0" anchor="t">
            <a:spAutoFit/>
          </a:bodyPr>
          <a:lstStyle/>
          <a:p>
            <a:r>
              <a:rPr sz="3200" b="1" i="0">
                <a:solidFill>
                  <a:srgbClr val="A31F34"/>
                </a:solidFill>
                <a:latin typeface="Arial"/>
              </a:rPr>
              <a:t>52%</a:t>
            </a:r>
          </a:p>
        </p:txBody>
      </p:sp>
      <p:sp>
        <p:nvSpPr>
          <p:cNvPr id="16" name="AR stat 1 label"/>
          <p:cNvSpPr txBox="1"/>
          <p:nvPr/>
        </p:nvSpPr>
        <p:spPr>
          <a:xfrm>
            <a:off x="914400" y="4727448"/>
            <a:ext cx="1691640" cy="365760"/>
          </a:xfrm>
          <a:prstGeom prst="rect">
            <a:avLst/>
          </a:prstGeom>
          <a:noFill/>
        </p:spPr>
        <p:txBody>
          <a:bodyPr wrap="square" lIns="0" tIns="0" rIns="0" bIns="0" anchor="t">
            <a:spAutoFit/>
          </a:bodyPr>
          <a:lstStyle/>
          <a:p>
            <a:r>
              <a:rPr sz="1100" b="0" i="0">
                <a:solidFill>
                  <a:srgbClr val="545759"/>
                </a:solidFill>
                <a:latin typeface="Arial"/>
              </a:rPr>
              <a:t>of 10% losses had a spike</a:t>
            </a:r>
          </a:p>
        </p:txBody>
      </p:sp>
      <p:sp>
        <p:nvSpPr>
          <p:cNvPr id="17" name="AR stat 2 value"/>
          <p:cNvSpPr txBox="1"/>
          <p:nvPr/>
        </p:nvSpPr>
        <p:spPr>
          <a:xfrm>
            <a:off x="2834640" y="4224528"/>
            <a:ext cx="1417320" cy="502920"/>
          </a:xfrm>
          <a:prstGeom prst="rect">
            <a:avLst/>
          </a:prstGeom>
          <a:noFill/>
        </p:spPr>
        <p:txBody>
          <a:bodyPr wrap="square" lIns="0" tIns="0" rIns="0" bIns="0" anchor="t">
            <a:spAutoFit/>
          </a:bodyPr>
          <a:lstStyle/>
          <a:p>
            <a:r>
              <a:rPr sz="3200" b="1" i="0">
                <a:solidFill>
                  <a:srgbClr val="041D40"/>
                </a:solidFill>
                <a:latin typeface="Arial"/>
              </a:rPr>
              <a:t>27%</a:t>
            </a:r>
          </a:p>
        </p:txBody>
      </p:sp>
      <p:sp>
        <p:nvSpPr>
          <p:cNvPr id="18" name="AR stat 2 label"/>
          <p:cNvSpPr txBox="1"/>
          <p:nvPr/>
        </p:nvSpPr>
        <p:spPr>
          <a:xfrm>
            <a:off x="2834640" y="4727448"/>
            <a:ext cx="1417320" cy="365760"/>
          </a:xfrm>
          <a:prstGeom prst="rect">
            <a:avLst/>
          </a:prstGeom>
          <a:noFill/>
        </p:spPr>
        <p:txBody>
          <a:bodyPr wrap="square" lIns="0" tIns="0" rIns="0" bIns="0" anchor="t">
            <a:spAutoFit/>
          </a:bodyPr>
          <a:lstStyle/>
          <a:p>
            <a:r>
              <a:rPr sz="1100" b="0" i="0">
                <a:solidFill>
                  <a:srgbClr val="545759"/>
                </a:solidFill>
                <a:latin typeface="Arial"/>
              </a:rPr>
              <a:t>of other months</a:t>
            </a:r>
          </a:p>
        </p:txBody>
      </p:sp>
      <p:sp>
        <p:nvSpPr>
          <p:cNvPr id="19" name="AR footnote"/>
          <p:cNvSpPr txBox="1"/>
          <p:nvPr/>
        </p:nvSpPr>
        <p:spPr>
          <a:xfrm>
            <a:off x="914400" y="5102352"/>
            <a:ext cx="5166360" cy="201168"/>
          </a:xfrm>
          <a:prstGeom prst="rect">
            <a:avLst/>
          </a:prstGeom>
          <a:noFill/>
        </p:spPr>
        <p:txBody>
          <a:bodyPr wrap="square" lIns="0" tIns="0" rIns="0" bIns="0" anchor="t">
            <a:spAutoFit/>
          </a:bodyPr>
          <a:lstStyle/>
          <a:p>
            <a:r>
              <a:rPr sz="1100" b="0" i="1" dirty="0">
                <a:solidFill>
                  <a:srgbClr val="545759"/>
                </a:solidFill>
                <a:latin typeface="Arial"/>
              </a:rPr>
              <a:t>But 9 in 10 spikes were false alarms: it flags fragility, not timing · 1991–2025</a:t>
            </a:r>
          </a:p>
        </p:txBody>
      </p:sp>
      <p:sp>
        <p:nvSpPr>
          <p:cNvPr id="20" name="TextBox 19"/>
          <p:cNvSpPr txBox="1"/>
          <p:nvPr/>
        </p:nvSpPr>
        <p:spPr>
          <a:xfrm>
            <a:off x="685800" y="5669280"/>
            <a:ext cx="10789920" cy="548640"/>
          </a:xfrm>
          <a:prstGeom prst="rect">
            <a:avLst/>
          </a:prstGeom>
          <a:noFill/>
        </p:spPr>
        <p:txBody>
          <a:bodyPr wrap="square" lIns="0" rIns="0" tIns="0" bIns="0">
            <a:spAutoFit/>
          </a:bodyPr>
          <a:lstStyle/>
          <a:p>
            <a:r>
              <a:rPr sz="1600" b="0">
                <a:solidFill>
                  <a:srgbClr val="041D40"/>
                </a:solidFill>
                <a:latin typeface="Arial"/>
              </a:rPr>
              <a:t>Two different signals, correlated at only 0.27: one looks for fragility before a fall, the other measures stress during it. Each brings new information to every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Most predictors carry their own information</a:t>
            </a:r>
          </a:p>
        </p:txBody>
      </p:sp>
      <p:graphicFrame>
        <p:nvGraphicFramePr>
          <p:cNvPr id="3" name="Correlation matrix"/>
          <p:cNvGraphicFramePr>
            <a:graphicFrameLocks noGrp="1"/>
          </p:cNvGraphicFramePr>
          <p:nvPr/>
        </p:nvGraphicFramePr>
        <p:xfrm>
          <a:off x="685800" y="1600200"/>
          <a:ext cx="7726680" cy="3840480"/>
        </p:xfrm>
        <a:graphic>
          <a:graphicData uri="http://schemas.openxmlformats.org/drawingml/2006/table">
            <a:tbl>
              <a:tblPr>
                <a:tableStyleId>{5C22544A-7EE6-4342-B048-85BDC9FD1C3A}</a:tableStyleId>
              </a:tblPr>
              <a:tblGrid>
                <a:gridCol w="1783080"/>
                <a:gridCol w="457200"/>
                <a:gridCol w="457200"/>
                <a:gridCol w="457200"/>
                <a:gridCol w="457200"/>
                <a:gridCol w="457200"/>
                <a:gridCol w="457200"/>
                <a:gridCol w="457200"/>
                <a:gridCol w="457200"/>
                <a:gridCol w="457200"/>
                <a:gridCol w="457200"/>
                <a:gridCol w="457200"/>
                <a:gridCol w="457200"/>
                <a:gridCol w="457200"/>
              </a:tblGrid>
              <a:tr h="274320">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1">
                          <a:solidFill>
                            <a:srgbClr val="FFFFFF"/>
                          </a:solidFill>
                          <a:latin typeface="Arial"/>
                        </a:rPr>
                        <a:t>1</a:t>
                      </a:r>
                    </a:p>
                  </a:txBody>
                  <a:tcPr marL="36576" marR="36576" marT="0" marB="0" anchor="ctr">
                    <a:solidFill>
                      <a:srgbClr val="041D40"/>
                    </a:solidFill>
                  </a:tcPr>
                </a:tc>
                <a:tc>
                  <a:txBody>
                    <a:bodyPr/>
                    <a:lstStyle/>
                    <a:p>
                      <a:pPr algn="ctr"/>
                      <a:r>
                        <a:rPr sz="1000" b="1">
                          <a:solidFill>
                            <a:srgbClr val="FFFFFF"/>
                          </a:solidFill>
                          <a:latin typeface="Arial"/>
                        </a:rPr>
                        <a:t>2</a:t>
                      </a:r>
                    </a:p>
                  </a:txBody>
                  <a:tcPr marL="36576" marR="36576" marT="0" marB="0" anchor="ctr">
                    <a:solidFill>
                      <a:srgbClr val="041D40"/>
                    </a:solidFill>
                  </a:tcPr>
                </a:tc>
                <a:tc>
                  <a:txBody>
                    <a:bodyPr/>
                    <a:lstStyle/>
                    <a:p>
                      <a:pPr algn="ctr"/>
                      <a:r>
                        <a:rPr sz="1000" b="1">
                          <a:solidFill>
                            <a:srgbClr val="FFFFFF"/>
                          </a:solidFill>
                          <a:latin typeface="Arial"/>
                        </a:rPr>
                        <a:t>3</a:t>
                      </a:r>
                    </a:p>
                  </a:txBody>
                  <a:tcPr marL="36576" marR="36576" marT="0" marB="0" anchor="ctr">
                    <a:solidFill>
                      <a:srgbClr val="041D40"/>
                    </a:solidFill>
                  </a:tcPr>
                </a:tc>
                <a:tc>
                  <a:txBody>
                    <a:bodyPr/>
                    <a:lstStyle/>
                    <a:p>
                      <a:pPr algn="ctr"/>
                      <a:r>
                        <a:rPr sz="1000" b="1">
                          <a:solidFill>
                            <a:srgbClr val="FFFFFF"/>
                          </a:solidFill>
                          <a:latin typeface="Arial"/>
                        </a:rPr>
                        <a:t>4</a:t>
                      </a:r>
                    </a:p>
                  </a:txBody>
                  <a:tcPr marL="36576" marR="36576" marT="0" marB="0" anchor="ctr">
                    <a:solidFill>
                      <a:srgbClr val="041D40"/>
                    </a:solidFill>
                  </a:tcPr>
                </a:tc>
                <a:tc>
                  <a:txBody>
                    <a:bodyPr/>
                    <a:lstStyle/>
                    <a:p>
                      <a:pPr algn="ctr"/>
                      <a:r>
                        <a:rPr sz="1000" b="1">
                          <a:solidFill>
                            <a:srgbClr val="FFFFFF"/>
                          </a:solidFill>
                          <a:latin typeface="Arial"/>
                        </a:rPr>
                        <a:t>5</a:t>
                      </a:r>
                    </a:p>
                  </a:txBody>
                  <a:tcPr marL="36576" marR="36576" marT="0" marB="0" anchor="ctr">
                    <a:solidFill>
                      <a:srgbClr val="041D40"/>
                    </a:solidFill>
                  </a:tcPr>
                </a:tc>
                <a:tc>
                  <a:txBody>
                    <a:bodyPr/>
                    <a:lstStyle/>
                    <a:p>
                      <a:pPr algn="ctr"/>
                      <a:r>
                        <a:rPr sz="1000" b="1">
                          <a:solidFill>
                            <a:srgbClr val="FFFFFF"/>
                          </a:solidFill>
                          <a:latin typeface="Arial"/>
                        </a:rPr>
                        <a:t>6</a:t>
                      </a:r>
                    </a:p>
                  </a:txBody>
                  <a:tcPr marL="36576" marR="36576" marT="0" marB="0" anchor="ctr">
                    <a:solidFill>
                      <a:srgbClr val="041D40"/>
                    </a:solidFill>
                  </a:tcPr>
                </a:tc>
                <a:tc>
                  <a:txBody>
                    <a:bodyPr/>
                    <a:lstStyle/>
                    <a:p>
                      <a:pPr algn="ctr"/>
                      <a:r>
                        <a:rPr sz="1000" b="1">
                          <a:solidFill>
                            <a:srgbClr val="FFFFFF"/>
                          </a:solidFill>
                          <a:latin typeface="Arial"/>
                        </a:rPr>
                        <a:t>7</a:t>
                      </a:r>
                    </a:p>
                  </a:txBody>
                  <a:tcPr marL="36576" marR="36576" marT="0" marB="0" anchor="ctr">
                    <a:solidFill>
                      <a:srgbClr val="041D40"/>
                    </a:solidFill>
                  </a:tcPr>
                </a:tc>
                <a:tc>
                  <a:txBody>
                    <a:bodyPr/>
                    <a:lstStyle/>
                    <a:p>
                      <a:pPr algn="ctr"/>
                      <a:r>
                        <a:rPr sz="1000" b="1">
                          <a:solidFill>
                            <a:srgbClr val="FFFFFF"/>
                          </a:solidFill>
                          <a:latin typeface="Arial"/>
                        </a:rPr>
                        <a:t>8</a:t>
                      </a:r>
                    </a:p>
                  </a:txBody>
                  <a:tcPr marL="36576" marR="36576" marT="0" marB="0" anchor="ctr">
                    <a:solidFill>
                      <a:srgbClr val="041D40"/>
                    </a:solidFill>
                  </a:tcPr>
                </a:tc>
                <a:tc>
                  <a:txBody>
                    <a:bodyPr/>
                    <a:lstStyle/>
                    <a:p>
                      <a:pPr algn="ctr"/>
                      <a:r>
                        <a:rPr sz="1000" b="1">
                          <a:solidFill>
                            <a:srgbClr val="FFFFFF"/>
                          </a:solidFill>
                          <a:latin typeface="Arial"/>
                        </a:rPr>
                        <a:t>9</a:t>
                      </a:r>
                    </a:p>
                  </a:txBody>
                  <a:tcPr marL="36576" marR="36576" marT="0" marB="0" anchor="ctr">
                    <a:solidFill>
                      <a:srgbClr val="041D40"/>
                    </a:solidFill>
                  </a:tcPr>
                </a:tc>
                <a:tc>
                  <a:txBody>
                    <a:bodyPr/>
                    <a:lstStyle/>
                    <a:p>
                      <a:pPr algn="ctr"/>
                      <a:r>
                        <a:rPr sz="1000" b="1">
                          <a:solidFill>
                            <a:srgbClr val="FFFFFF"/>
                          </a:solidFill>
                          <a:latin typeface="Arial"/>
                        </a:rPr>
                        <a:t>10</a:t>
                      </a:r>
                    </a:p>
                  </a:txBody>
                  <a:tcPr marL="36576" marR="36576" marT="0" marB="0" anchor="ctr">
                    <a:solidFill>
                      <a:srgbClr val="041D40"/>
                    </a:solidFill>
                  </a:tcPr>
                </a:tc>
                <a:tc>
                  <a:txBody>
                    <a:bodyPr/>
                    <a:lstStyle/>
                    <a:p>
                      <a:pPr algn="ctr"/>
                      <a:r>
                        <a:rPr sz="1000" b="1">
                          <a:solidFill>
                            <a:srgbClr val="FFFFFF"/>
                          </a:solidFill>
                          <a:latin typeface="Arial"/>
                        </a:rPr>
                        <a:t>11</a:t>
                      </a:r>
                    </a:p>
                  </a:txBody>
                  <a:tcPr marL="36576" marR="36576" marT="0" marB="0" anchor="ctr">
                    <a:solidFill>
                      <a:srgbClr val="041D40"/>
                    </a:solidFill>
                  </a:tcPr>
                </a:tc>
                <a:tc>
                  <a:txBody>
                    <a:bodyPr/>
                    <a:lstStyle/>
                    <a:p>
                      <a:pPr algn="ctr"/>
                      <a:r>
                        <a:rPr sz="1000" b="1">
                          <a:solidFill>
                            <a:srgbClr val="FFFFFF"/>
                          </a:solidFill>
                          <a:latin typeface="Arial"/>
                        </a:rPr>
                        <a:t>12</a:t>
                      </a:r>
                    </a:p>
                  </a:txBody>
                  <a:tcPr marL="36576" marR="36576" marT="0" marB="0" anchor="ctr">
                    <a:solidFill>
                      <a:srgbClr val="041D40"/>
                    </a:solidFill>
                  </a:tcPr>
                </a:tc>
                <a:tc>
                  <a:txBody>
                    <a:bodyPr/>
                    <a:lstStyle/>
                    <a:p>
                      <a:pPr algn="ctr"/>
                      <a:r>
                        <a:rPr sz="1000" b="1">
                          <a:solidFill>
                            <a:srgbClr val="FFFFFF"/>
                          </a:solidFill>
                          <a:latin typeface="Arial"/>
                        </a:rPr>
                        <a:t>13</a:t>
                      </a:r>
                    </a:p>
                  </a:txBody>
                  <a:tcPr marL="36576" marR="36576" marT="0" marB="0" anchor="ctr">
                    <a:solidFill>
                      <a:srgbClr val="041D40"/>
                    </a:solidFill>
                  </a:tcPr>
                </a:tc>
              </a:tr>
              <a:tr h="274320">
                <a:tc>
                  <a:txBody>
                    <a:bodyPr/>
                    <a:lstStyle/>
                    <a:p>
                      <a:pPr algn="l"/>
                      <a:r>
                        <a:rPr sz="1000" b="0">
                          <a:solidFill>
                            <a:srgbClr val="041D40"/>
                          </a:solidFill>
                          <a:latin typeface="Arial"/>
                        </a:rPr>
                        <a:t>1  Past 3-month return</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2  Trailing volatility</a:t>
                      </a:r>
                    </a:p>
                  </a:txBody>
                  <a:tcPr marL="36576" marR="36576" marT="0" marB="0" anchor="ctr">
                    <a:solidFill>
                      <a:srgbClr val="FFFFFF"/>
                    </a:solidFill>
                  </a:tcPr>
                </a:tc>
                <a:tc>
                  <a:txBody>
                    <a:bodyPr/>
                    <a:lstStyle/>
                    <a:p>
                      <a:pPr algn="ctr"/>
                      <a:r>
                        <a:rPr sz="1000" b="0">
                          <a:solidFill>
                            <a:srgbClr val="545759"/>
                          </a:solidFill>
                          <a:latin typeface="Arial"/>
                        </a:rPr>
                        <a:t>−.28</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3  Credit spread</a:t>
                      </a:r>
                    </a:p>
                  </a:txBody>
                  <a:tcPr marL="36576" marR="36576" marT="0" marB="0" anchor="ctr">
                    <a:solidFill>
                      <a:srgbClr val="FFFFFF"/>
                    </a:solidFill>
                  </a:tcPr>
                </a:tc>
                <a:tc>
                  <a:txBody>
                    <a:bodyPr/>
                    <a:lstStyle/>
                    <a:p>
                      <a:pPr algn="ctr"/>
                      <a:r>
                        <a:rPr sz="1000" b="0">
                          <a:solidFill>
                            <a:srgbClr val="545759"/>
                          </a:solidFill>
                          <a:latin typeface="Arial"/>
                        </a:rPr>
                        <a:t>−.09</a:t>
                      </a:r>
                    </a:p>
                  </a:txBody>
                  <a:tcPr marL="36576" marR="36576" marT="0" marB="0" anchor="ctr">
                    <a:solidFill>
                      <a:srgbClr val="F2F4F7"/>
                    </a:solidFill>
                  </a:tcPr>
                </a:tc>
                <a:tc>
                  <a:txBody>
                    <a:bodyPr/>
                    <a:lstStyle/>
                    <a:p>
                      <a:pPr algn="ctr"/>
                      <a:r>
                        <a:rPr sz="1000" b="1">
                          <a:solidFill>
                            <a:srgbClr val="FFFFFF"/>
                          </a:solidFill>
                          <a:latin typeface="Arial"/>
                        </a:rPr>
                        <a:t>.69</a:t>
                      </a:r>
                    </a:p>
                  </a:txBody>
                  <a:tcPr marL="36576" marR="36576" marT="0" marB="0" anchor="ctr">
                    <a:solidFill>
                      <a:srgbClr val="A31F34"/>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4  GARCH volatility</a:t>
                      </a:r>
                    </a:p>
                  </a:txBody>
                  <a:tcPr marL="36576" marR="36576" marT="0" marB="0" anchor="ctr">
                    <a:solidFill>
                      <a:srgbClr val="FFFFFF"/>
                    </a:solidFill>
                  </a:tcPr>
                </a:tc>
                <a:tc>
                  <a:txBody>
                    <a:bodyPr/>
                    <a:lstStyle/>
                    <a:p>
                      <a:pPr algn="ctr"/>
                      <a:r>
                        <a:rPr sz="1000" b="0">
                          <a:solidFill>
                            <a:srgbClr val="041D40"/>
                          </a:solidFill>
                          <a:latin typeface="Arial"/>
                        </a:rPr>
                        <a:t>−.42</a:t>
                      </a:r>
                    </a:p>
                  </a:txBody>
                  <a:tcPr marL="36576" marR="36576" marT="0" marB="0" anchor="ctr">
                    <a:solidFill>
                      <a:srgbClr val="B9C4D6"/>
                    </a:solidFill>
                  </a:tcPr>
                </a:tc>
                <a:tc>
                  <a:txBody>
                    <a:bodyPr/>
                    <a:lstStyle/>
                    <a:p>
                      <a:pPr algn="ctr"/>
                      <a:r>
                        <a:rPr sz="1000" b="1">
                          <a:solidFill>
                            <a:srgbClr val="FFFFFF"/>
                          </a:solidFill>
                          <a:latin typeface="Arial"/>
                        </a:rPr>
                        <a:t>.78</a:t>
                      </a:r>
                    </a:p>
                  </a:txBody>
                  <a:tcPr marL="36576" marR="36576" marT="0" marB="0" anchor="ctr">
                    <a:solidFill>
                      <a:srgbClr val="A31F34"/>
                    </a:solidFill>
                  </a:tcPr>
                </a:tc>
                <a:tc>
                  <a:txBody>
                    <a:bodyPr/>
                    <a:lstStyle/>
                    <a:p>
                      <a:pPr algn="ctr"/>
                      <a:r>
                        <a:rPr sz="1000" b="0">
                          <a:solidFill>
                            <a:srgbClr val="041D40"/>
                          </a:solidFill>
                          <a:latin typeface="Arial"/>
                        </a:rPr>
                        <a:t>.47</a:t>
                      </a:r>
                    </a:p>
                  </a:txBody>
                  <a:tcPr marL="36576" marR="36576" marT="0" marB="0" anchor="ctr">
                    <a:solidFill>
                      <a:srgbClr val="E9B8C0"/>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5  Absorption-ratio shift</a:t>
                      </a:r>
                    </a:p>
                  </a:txBody>
                  <a:tcPr marL="36576" marR="36576" marT="0" marB="0" anchor="ctr">
                    <a:solidFill>
                      <a:srgbClr val="FFFFFF"/>
                    </a:solidFill>
                  </a:tcPr>
                </a:tc>
                <a:tc>
                  <a:txBody>
                    <a:bodyPr/>
                    <a:lstStyle/>
                    <a:p>
                      <a:pPr algn="ctr"/>
                      <a:r>
                        <a:rPr sz="1000" b="0">
                          <a:solidFill>
                            <a:srgbClr val="545759"/>
                          </a:solidFill>
                          <a:latin typeface="Arial"/>
                        </a:rPr>
                        <a:t>−.21</a:t>
                      </a:r>
                    </a:p>
                  </a:txBody>
                  <a:tcPr marL="36576" marR="36576" marT="0" marB="0" anchor="ctr">
                    <a:solidFill>
                      <a:srgbClr val="F2F4F7"/>
                    </a:solidFill>
                  </a:tcPr>
                </a:tc>
                <a:tc>
                  <a:txBody>
                    <a:bodyPr/>
                    <a:lstStyle/>
                    <a:p>
                      <a:pPr algn="ctr"/>
                      <a:r>
                        <a:rPr sz="1000" b="0">
                          <a:solidFill>
                            <a:srgbClr val="041D40"/>
                          </a:solidFill>
                          <a:latin typeface="Arial"/>
                        </a:rPr>
                        <a:t>.39</a:t>
                      </a:r>
                    </a:p>
                  </a:txBody>
                  <a:tcPr marL="36576" marR="36576" marT="0" marB="0" anchor="ctr">
                    <a:solidFill>
                      <a:srgbClr val="E9B8C0"/>
                    </a:solidFill>
                  </a:tcPr>
                </a:tc>
                <a:tc>
                  <a:txBody>
                    <a:bodyPr/>
                    <a:lstStyle/>
                    <a:p>
                      <a:pPr algn="ctr"/>
                      <a:r>
                        <a:rPr sz="1000" b="0">
                          <a:solidFill>
                            <a:srgbClr val="545759"/>
                          </a:solidFill>
                          <a:latin typeface="Arial"/>
                        </a:rPr>
                        <a:t>.10</a:t>
                      </a:r>
                    </a:p>
                  </a:txBody>
                  <a:tcPr marL="36576" marR="36576" marT="0" marB="0" anchor="ctr">
                    <a:solidFill>
                      <a:srgbClr val="F2F4F7"/>
                    </a:solidFill>
                  </a:tcPr>
                </a:tc>
                <a:tc>
                  <a:txBody>
                    <a:bodyPr/>
                    <a:lstStyle/>
                    <a:p>
                      <a:pPr algn="ctr"/>
                      <a:r>
                        <a:rPr sz="1000" b="0">
                          <a:solidFill>
                            <a:srgbClr val="545759"/>
                          </a:solidFill>
                          <a:latin typeface="Arial"/>
                        </a:rPr>
                        <a:t>.27</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6  Turbulence</a:t>
                      </a:r>
                    </a:p>
                  </a:txBody>
                  <a:tcPr marL="36576" marR="36576" marT="0" marB="0" anchor="ctr">
                    <a:solidFill>
                      <a:srgbClr val="FFFFFF"/>
                    </a:solidFill>
                  </a:tcPr>
                </a:tc>
                <a:tc>
                  <a:txBody>
                    <a:bodyPr/>
                    <a:lstStyle/>
                    <a:p>
                      <a:pPr algn="ctr"/>
                      <a:r>
                        <a:rPr sz="1000" b="0">
                          <a:solidFill>
                            <a:srgbClr val="545759"/>
                          </a:solidFill>
                          <a:latin typeface="Arial"/>
                        </a:rPr>
                        <a:t>−.27</a:t>
                      </a:r>
                    </a:p>
                  </a:txBody>
                  <a:tcPr marL="36576" marR="36576" marT="0" marB="0" anchor="ctr">
                    <a:solidFill>
                      <a:srgbClr val="F2F4F7"/>
                    </a:solidFill>
                  </a:tcPr>
                </a:tc>
                <a:tc>
                  <a:txBody>
                    <a:bodyPr/>
                    <a:lstStyle/>
                    <a:p>
                      <a:pPr algn="ctr"/>
                      <a:r>
                        <a:rPr sz="1000" b="0">
                          <a:solidFill>
                            <a:srgbClr val="041D40"/>
                          </a:solidFill>
                          <a:latin typeface="Arial"/>
                        </a:rPr>
                        <a:t>.47</a:t>
                      </a:r>
                    </a:p>
                  </a:txBody>
                  <a:tcPr marL="36576" marR="36576" marT="0" marB="0" anchor="ctr">
                    <a:solidFill>
                      <a:srgbClr val="E9B8C0"/>
                    </a:solidFill>
                  </a:tcPr>
                </a:tc>
                <a:tc>
                  <a:txBody>
                    <a:bodyPr/>
                    <a:lstStyle/>
                    <a:p>
                      <a:pPr algn="ctr"/>
                      <a:r>
                        <a:rPr sz="1000" b="0">
                          <a:solidFill>
                            <a:srgbClr val="545759"/>
                          </a:solidFill>
                          <a:latin typeface="Arial"/>
                        </a:rPr>
                        <a:t>.14</a:t>
                      </a:r>
                    </a:p>
                  </a:txBody>
                  <a:tcPr marL="36576" marR="36576" marT="0" marB="0" anchor="ctr">
                    <a:solidFill>
                      <a:srgbClr val="F2F4F7"/>
                    </a:solidFill>
                  </a:tcPr>
                </a:tc>
                <a:tc>
                  <a:txBody>
                    <a:bodyPr/>
                    <a:lstStyle/>
                    <a:p>
                      <a:pPr algn="ctr"/>
                      <a:r>
                        <a:rPr sz="1000" b="1">
                          <a:solidFill>
                            <a:srgbClr val="FFFFFF"/>
                          </a:solidFill>
                          <a:latin typeface="Arial"/>
                        </a:rPr>
                        <a:t>.50</a:t>
                      </a:r>
                    </a:p>
                  </a:txBody>
                  <a:tcPr marL="36576" marR="36576" marT="0" marB="0" anchor="ctr">
                    <a:solidFill>
                      <a:srgbClr val="A31F34"/>
                    </a:solidFill>
                  </a:tcPr>
                </a:tc>
                <a:tc>
                  <a:txBody>
                    <a:bodyPr/>
                    <a:lstStyle/>
                    <a:p>
                      <a:pPr algn="ctr"/>
                      <a:r>
                        <a:rPr sz="1000" b="0">
                          <a:solidFill>
                            <a:srgbClr val="545759"/>
                          </a:solidFill>
                          <a:latin typeface="Arial"/>
                        </a:rPr>
                        <a:t>.23</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7  Yield-curve slope</a:t>
                      </a:r>
                    </a:p>
                  </a:txBody>
                  <a:tcPr marL="36576" marR="36576" marT="0" marB="0" anchor="ctr">
                    <a:solidFill>
                      <a:srgbClr val="FFFFFF"/>
                    </a:solidFill>
                  </a:tcPr>
                </a:tc>
                <a:tc>
                  <a:txBody>
                    <a:bodyPr/>
                    <a:lstStyle/>
                    <a:p>
                      <a:pPr algn="ctr"/>
                      <a:r>
                        <a:rPr sz="1000" b="0">
                          <a:solidFill>
                            <a:srgbClr val="545759"/>
                          </a:solidFill>
                          <a:latin typeface="Arial"/>
                        </a:rPr>
                        <a:t>.03</a:t>
                      </a:r>
                    </a:p>
                  </a:txBody>
                  <a:tcPr marL="36576" marR="36576" marT="0" marB="0" anchor="ctr">
                    <a:solidFill>
                      <a:srgbClr val="F2F4F7"/>
                    </a:solidFill>
                  </a:tcPr>
                </a:tc>
                <a:tc>
                  <a:txBody>
                    <a:bodyPr/>
                    <a:lstStyle/>
                    <a:p>
                      <a:pPr algn="ctr"/>
                      <a:r>
                        <a:rPr sz="1000" b="0">
                          <a:solidFill>
                            <a:srgbClr val="545759"/>
                          </a:solidFill>
                          <a:latin typeface="Arial"/>
                        </a:rPr>
                        <a:t>.16</a:t>
                      </a:r>
                    </a:p>
                  </a:txBody>
                  <a:tcPr marL="36576" marR="36576" marT="0" marB="0" anchor="ctr">
                    <a:solidFill>
                      <a:srgbClr val="F2F4F7"/>
                    </a:solidFill>
                  </a:tcPr>
                </a:tc>
                <a:tc>
                  <a:txBody>
                    <a:bodyPr/>
                    <a:lstStyle/>
                    <a:p>
                      <a:pPr algn="ctr"/>
                      <a:r>
                        <a:rPr sz="1000" b="0">
                          <a:solidFill>
                            <a:srgbClr val="041D40"/>
                          </a:solidFill>
                          <a:latin typeface="Arial"/>
                        </a:rPr>
                        <a:t>.34</a:t>
                      </a:r>
                    </a:p>
                  </a:txBody>
                  <a:tcPr marL="36576" marR="36576" marT="0" marB="0" anchor="ctr">
                    <a:solidFill>
                      <a:srgbClr val="E9B8C0"/>
                    </a:solidFill>
                  </a:tcPr>
                </a:tc>
                <a:tc>
                  <a:txBody>
                    <a:bodyPr/>
                    <a:lstStyle/>
                    <a:p>
                      <a:pPr algn="ctr"/>
                      <a:r>
                        <a:rPr sz="1000" b="0">
                          <a:solidFill>
                            <a:srgbClr val="545759"/>
                          </a:solidFill>
                          <a:latin typeface="Arial"/>
                        </a:rPr>
                        <a:t>.16</a:t>
                      </a:r>
                    </a:p>
                  </a:txBody>
                  <a:tcPr marL="36576" marR="36576" marT="0" marB="0" anchor="ctr">
                    <a:solidFill>
                      <a:srgbClr val="F2F4F7"/>
                    </a:solidFill>
                  </a:tcPr>
                </a:tc>
                <a:tc>
                  <a:txBody>
                    <a:bodyPr/>
                    <a:lstStyle/>
                    <a:p>
                      <a:pPr algn="ctr"/>
                      <a:r>
                        <a:rPr sz="1000" b="0">
                          <a:solidFill>
                            <a:srgbClr val="545759"/>
                          </a:solidFill>
                          <a:latin typeface="Arial"/>
                        </a:rPr>
                        <a:t>−.06</a:t>
                      </a:r>
                    </a:p>
                  </a:txBody>
                  <a:tcPr marL="36576" marR="36576" marT="0" marB="0" anchor="ctr">
                    <a:solidFill>
                      <a:srgbClr val="F2F4F7"/>
                    </a:solidFill>
                  </a:tcPr>
                </a:tc>
                <a:tc>
                  <a:txBody>
                    <a:bodyPr/>
                    <a:lstStyle/>
                    <a:p>
                      <a:pPr algn="ctr"/>
                      <a:r>
                        <a:rPr sz="1000" b="0">
                          <a:solidFill>
                            <a:srgbClr val="545759"/>
                          </a:solidFill>
                          <a:latin typeface="Arial"/>
                        </a:rPr>
                        <a:t>−.17</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8  CAPE</a:t>
                      </a:r>
                    </a:p>
                  </a:txBody>
                  <a:tcPr marL="36576" marR="36576" marT="0" marB="0" anchor="ctr">
                    <a:solidFill>
                      <a:srgbClr val="FFFFFF"/>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545759"/>
                          </a:solidFill>
                          <a:latin typeface="Arial"/>
                        </a:rPr>
                        <a:t>−.09</a:t>
                      </a:r>
                    </a:p>
                  </a:txBody>
                  <a:tcPr marL="36576" marR="36576" marT="0" marB="0" anchor="ctr">
                    <a:solidFill>
                      <a:srgbClr val="F2F4F7"/>
                    </a:solidFill>
                  </a:tcPr>
                </a:tc>
                <a:tc>
                  <a:txBody>
                    <a:bodyPr/>
                    <a:lstStyle/>
                    <a:p>
                      <a:pPr algn="ctr"/>
                      <a:r>
                        <a:rPr sz="1000" b="0">
                          <a:solidFill>
                            <a:srgbClr val="041D40"/>
                          </a:solidFill>
                          <a:latin typeface="Arial"/>
                        </a:rPr>
                        <a:t>−.38</a:t>
                      </a:r>
                    </a:p>
                  </a:txBody>
                  <a:tcPr marL="36576" marR="36576" marT="0" marB="0" anchor="ctr">
                    <a:solidFill>
                      <a:srgbClr val="B9C4D6"/>
                    </a:solidFill>
                  </a:tcPr>
                </a:tc>
                <a:tc>
                  <a:txBody>
                    <a:bodyPr/>
                    <a:lstStyle/>
                    <a:p>
                      <a:pPr algn="ctr"/>
                      <a:r>
                        <a:rPr sz="1000" b="0">
                          <a:solidFill>
                            <a:srgbClr val="545759"/>
                          </a:solidFill>
                          <a:latin typeface="Arial"/>
                        </a:rPr>
                        <a:t>.05</a:t>
                      </a:r>
                    </a:p>
                  </a:txBody>
                  <a:tcPr marL="36576" marR="36576" marT="0" marB="0" anchor="ctr">
                    <a:solidFill>
                      <a:srgbClr val="F2F4F7"/>
                    </a:solidFill>
                  </a:tcPr>
                </a:tc>
                <a:tc>
                  <a:txBody>
                    <a:bodyPr/>
                    <a:lstStyle/>
                    <a:p>
                      <a:pPr algn="ctr"/>
                      <a:r>
                        <a:rPr sz="1000" b="0">
                          <a:solidFill>
                            <a:srgbClr val="545759"/>
                          </a:solidFill>
                          <a:latin typeface="Arial"/>
                        </a:rPr>
                        <a:t>−.02</a:t>
                      </a:r>
                    </a:p>
                  </a:txBody>
                  <a:tcPr marL="36576" marR="36576" marT="0" marB="0" anchor="ctr">
                    <a:solidFill>
                      <a:srgbClr val="F2F4F7"/>
                    </a:solidFill>
                  </a:tcPr>
                </a:tc>
                <a:tc>
                  <a:txBody>
                    <a:bodyPr/>
                    <a:lstStyle/>
                    <a:p>
                      <a:pPr algn="ctr"/>
                      <a:r>
                        <a:rPr sz="1000" b="0">
                          <a:solidFill>
                            <a:srgbClr val="545759"/>
                          </a:solidFill>
                          <a:latin typeface="Arial"/>
                        </a:rPr>
                        <a:t>.16</a:t>
                      </a:r>
                    </a:p>
                  </a:txBody>
                  <a:tcPr marL="36576" marR="36576" marT="0" marB="0" anchor="ctr">
                    <a:solidFill>
                      <a:srgbClr val="F2F4F7"/>
                    </a:solidFill>
                  </a:tcPr>
                </a:tc>
                <a:tc>
                  <a:txBody>
                    <a:bodyPr/>
                    <a:lstStyle/>
                    <a:p>
                      <a:pPr algn="ctr"/>
                      <a:r>
                        <a:rPr sz="1000" b="0">
                          <a:solidFill>
                            <a:srgbClr val="545759"/>
                          </a:solidFill>
                          <a:latin typeface="Arial"/>
                        </a:rPr>
                        <a:t>−.24</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9  Concentration (HHI)</a:t>
                      </a:r>
                    </a:p>
                  </a:txBody>
                  <a:tcPr marL="36576" marR="36576" marT="0" marB="0" anchor="ctr">
                    <a:solidFill>
                      <a:srgbClr val="FFFFFF"/>
                    </a:solidFill>
                  </a:tcPr>
                </a:tc>
                <a:tc>
                  <a:txBody>
                    <a:bodyPr/>
                    <a:lstStyle/>
                    <a:p>
                      <a:pPr algn="ctr"/>
                      <a:r>
                        <a:rPr sz="1000" b="0">
                          <a:solidFill>
                            <a:srgbClr val="545759"/>
                          </a:solidFill>
                          <a:latin typeface="Arial"/>
                        </a:rPr>
                        <a:t>−.05</a:t>
                      </a:r>
                    </a:p>
                  </a:txBody>
                  <a:tcPr marL="36576" marR="36576" marT="0" marB="0" anchor="ctr">
                    <a:solidFill>
                      <a:srgbClr val="F2F4F7"/>
                    </a:solidFill>
                  </a:tcPr>
                </a:tc>
                <a:tc>
                  <a:txBody>
                    <a:bodyPr/>
                    <a:lstStyle/>
                    <a:p>
                      <a:pPr algn="ctr"/>
                      <a:r>
                        <a:rPr sz="1000" b="0">
                          <a:solidFill>
                            <a:srgbClr val="545759"/>
                          </a:solidFill>
                          <a:latin typeface="Arial"/>
                        </a:rPr>
                        <a:t>−.20</a:t>
                      </a:r>
                    </a:p>
                  </a:txBody>
                  <a:tcPr marL="36576" marR="36576" marT="0" marB="0" anchor="ctr">
                    <a:solidFill>
                      <a:srgbClr val="F2F4F7"/>
                    </a:solidFill>
                  </a:tcPr>
                </a:tc>
                <a:tc>
                  <a:txBody>
                    <a:bodyPr/>
                    <a:lstStyle/>
                    <a:p>
                      <a:pPr algn="ctr"/>
                      <a:r>
                        <a:rPr sz="1000" b="0">
                          <a:solidFill>
                            <a:srgbClr val="545759"/>
                          </a:solidFill>
                          <a:latin typeface="Arial"/>
                        </a:rPr>
                        <a:t>−.26</a:t>
                      </a:r>
                    </a:p>
                  </a:txBody>
                  <a:tcPr marL="36576" marR="36576" marT="0" marB="0" anchor="ctr">
                    <a:solidFill>
                      <a:srgbClr val="F2F4F7"/>
                    </a:solidFill>
                  </a:tcPr>
                </a:tc>
                <a:tc>
                  <a:txBody>
                    <a:bodyPr/>
                    <a:lstStyle/>
                    <a:p>
                      <a:pPr algn="ctr"/>
                      <a:r>
                        <a:rPr sz="1000" b="0">
                          <a:solidFill>
                            <a:srgbClr val="545759"/>
                          </a:solidFill>
                          <a:latin typeface="Arial"/>
                        </a:rPr>
                        <a:t>−.23</a:t>
                      </a:r>
                    </a:p>
                  </a:txBody>
                  <a:tcPr marL="36576" marR="36576" marT="0" marB="0" anchor="ctr">
                    <a:solidFill>
                      <a:srgbClr val="F2F4F7"/>
                    </a:solidFill>
                  </a:tcPr>
                </a:tc>
                <a:tc>
                  <a:txBody>
                    <a:bodyPr/>
                    <a:lstStyle/>
                    <a:p>
                      <a:pPr algn="ctr"/>
                      <a:r>
                        <a:rPr sz="1000" b="0">
                          <a:solidFill>
                            <a:srgbClr val="545759"/>
                          </a:solidFill>
                          <a:latin typeface="Arial"/>
                        </a:rPr>
                        <a:t>−.05</a:t>
                      </a:r>
                    </a:p>
                  </a:txBody>
                  <a:tcPr marL="36576" marR="36576" marT="0" marB="0" anchor="ctr">
                    <a:solidFill>
                      <a:srgbClr val="F2F4F7"/>
                    </a:solidFill>
                  </a:tcPr>
                </a:tc>
                <a:tc>
                  <a:txBody>
                    <a:bodyPr/>
                    <a:lstStyle/>
                    <a:p>
                      <a:pPr algn="ctr"/>
                      <a:r>
                        <a:rPr sz="1000" b="0">
                          <a:solidFill>
                            <a:srgbClr val="545759"/>
                          </a:solidFill>
                          <a:latin typeface="Arial"/>
                        </a:rPr>
                        <a:t>−.02</a:t>
                      </a:r>
                    </a:p>
                  </a:txBody>
                  <a:tcPr marL="36576" marR="36576" marT="0" marB="0" anchor="ctr">
                    <a:solidFill>
                      <a:srgbClr val="F2F4F7"/>
                    </a:solidFill>
                  </a:tcPr>
                </a:tc>
                <a:tc>
                  <a:txBody>
                    <a:bodyPr/>
                    <a:lstStyle/>
                    <a:p>
                      <a:pPr algn="ctr"/>
                      <a:r>
                        <a:rPr sz="1000" b="0">
                          <a:solidFill>
                            <a:srgbClr val="041D40"/>
                          </a:solidFill>
                          <a:latin typeface="Arial"/>
                        </a:rPr>
                        <a:t>−.39</a:t>
                      </a:r>
                    </a:p>
                  </a:txBody>
                  <a:tcPr marL="36576" marR="36576" marT="0" marB="0" anchor="ctr">
                    <a:solidFill>
                      <a:srgbClr val="B9C4D6"/>
                    </a:solidFill>
                  </a:tcPr>
                </a:tc>
                <a:tc>
                  <a:txBody>
                    <a:bodyPr/>
                    <a:lstStyle/>
                    <a:p>
                      <a:pPr algn="ctr"/>
                      <a:r>
                        <a:rPr sz="1000" b="0">
                          <a:solidFill>
                            <a:srgbClr val="545759"/>
                          </a:solidFill>
                          <a:latin typeface="Arial"/>
                        </a:rPr>
                        <a:t>−.11</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10  Industrial production</a:t>
                      </a:r>
                    </a:p>
                  </a:txBody>
                  <a:tcPr marL="36576" marR="36576" marT="0" marB="0" anchor="ctr">
                    <a:solidFill>
                      <a:srgbClr val="FFFFFF"/>
                    </a:solidFill>
                  </a:tcPr>
                </a:tc>
                <a:tc>
                  <a:txBody>
                    <a:bodyPr/>
                    <a:lstStyle/>
                    <a:p>
                      <a:pPr algn="ctr"/>
                      <a:r>
                        <a:rPr sz="1000" b="0">
                          <a:solidFill>
                            <a:srgbClr val="545759"/>
                          </a:solidFill>
                          <a:latin typeface="Arial"/>
                        </a:rPr>
                        <a:t>.04</a:t>
                      </a:r>
                    </a:p>
                  </a:txBody>
                  <a:tcPr marL="36576" marR="36576" marT="0" marB="0" anchor="ctr">
                    <a:solidFill>
                      <a:srgbClr val="F2F4F7"/>
                    </a:solidFill>
                  </a:tcPr>
                </a:tc>
                <a:tc>
                  <a:txBody>
                    <a:bodyPr/>
                    <a:lstStyle/>
                    <a:p>
                      <a:pPr algn="ctr"/>
                      <a:r>
                        <a:rPr sz="1000" b="0">
                          <a:solidFill>
                            <a:srgbClr val="545759"/>
                          </a:solidFill>
                          <a:latin typeface="Arial"/>
                        </a:rPr>
                        <a:t>−.17</a:t>
                      </a:r>
                    </a:p>
                  </a:txBody>
                  <a:tcPr marL="36576" marR="36576" marT="0" marB="0" anchor="ctr">
                    <a:solidFill>
                      <a:srgbClr val="F2F4F7"/>
                    </a:solidFill>
                  </a:tcPr>
                </a:tc>
                <a:tc>
                  <a:txBody>
                    <a:bodyPr/>
                    <a:lstStyle/>
                    <a:p>
                      <a:pPr algn="ctr"/>
                      <a:r>
                        <a:rPr sz="1000" b="0">
                          <a:solidFill>
                            <a:srgbClr val="545759"/>
                          </a:solidFill>
                          <a:latin typeface="Arial"/>
                        </a:rPr>
                        <a:t>−.21</a:t>
                      </a:r>
                    </a:p>
                  </a:txBody>
                  <a:tcPr marL="36576" marR="36576" marT="0" marB="0" anchor="ctr">
                    <a:solidFill>
                      <a:srgbClr val="F2F4F7"/>
                    </a:solidFill>
                  </a:tcPr>
                </a:tc>
                <a:tc>
                  <a:txBody>
                    <a:bodyPr/>
                    <a:lstStyle/>
                    <a:p>
                      <a:pPr algn="ctr"/>
                      <a:r>
                        <a:rPr sz="1000" b="0">
                          <a:solidFill>
                            <a:srgbClr val="545759"/>
                          </a:solidFill>
                          <a:latin typeface="Arial"/>
                        </a:rPr>
                        <a:t>−.05</a:t>
                      </a:r>
                    </a:p>
                  </a:txBody>
                  <a:tcPr marL="36576" marR="36576" marT="0" marB="0" anchor="ctr">
                    <a:solidFill>
                      <a:srgbClr val="F2F4F7"/>
                    </a:solidFill>
                  </a:tcPr>
                </a:tc>
                <a:tc>
                  <a:txBody>
                    <a:bodyPr/>
                    <a:lstStyle/>
                    <a:p>
                      <a:pPr algn="ctr"/>
                      <a:r>
                        <a:rPr sz="1000" b="0">
                          <a:solidFill>
                            <a:srgbClr val="545759"/>
                          </a:solidFill>
                          <a:latin typeface="Arial"/>
                        </a:rPr>
                        <a:t>−.14</a:t>
                      </a:r>
                    </a:p>
                  </a:txBody>
                  <a:tcPr marL="36576" marR="36576" marT="0" marB="0" anchor="ctr">
                    <a:solidFill>
                      <a:srgbClr val="F2F4F7"/>
                    </a:solidFill>
                  </a:tcPr>
                </a:tc>
                <a:tc>
                  <a:txBody>
                    <a:bodyPr/>
                    <a:lstStyle/>
                    <a:p>
                      <a:pPr algn="ctr"/>
                      <a:r>
                        <a:rPr sz="1000" b="0">
                          <a:solidFill>
                            <a:srgbClr val="545759"/>
                          </a:solidFill>
                          <a:latin typeface="Arial"/>
                        </a:rPr>
                        <a:t>−.19</a:t>
                      </a:r>
                    </a:p>
                  </a:txBody>
                  <a:tcPr marL="36576" marR="36576" marT="0" marB="0" anchor="ctr">
                    <a:solidFill>
                      <a:srgbClr val="F2F4F7"/>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545759"/>
                          </a:solidFill>
                          <a:latin typeface="Arial"/>
                        </a:rPr>
                        <a:t>.10</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11  Inflation (CPI)</a:t>
                      </a:r>
                    </a:p>
                  </a:txBody>
                  <a:tcPr marL="36576" marR="36576" marT="0" marB="0" anchor="ctr">
                    <a:solidFill>
                      <a:srgbClr val="FFFFFF"/>
                    </a:solidFill>
                  </a:tcPr>
                </a:tc>
                <a:tc>
                  <a:txBody>
                    <a:bodyPr/>
                    <a:lstStyle/>
                    <a:p>
                      <a:pPr algn="ctr"/>
                      <a:r>
                        <a:rPr sz="1000" b="0">
                          <a:solidFill>
                            <a:srgbClr val="545759"/>
                          </a:solidFill>
                          <a:latin typeface="Arial"/>
                        </a:rPr>
                        <a:t>−.12</a:t>
                      </a:r>
                    </a:p>
                  </a:txBody>
                  <a:tcPr marL="36576" marR="36576" marT="0" marB="0" anchor="ctr">
                    <a:solidFill>
                      <a:srgbClr val="F2F4F7"/>
                    </a:solidFill>
                  </a:tcPr>
                </a:tc>
                <a:tc>
                  <a:txBody>
                    <a:bodyPr/>
                    <a:lstStyle/>
                    <a:p>
                      <a:pPr algn="ctr"/>
                      <a:r>
                        <a:rPr sz="1000" b="0">
                          <a:solidFill>
                            <a:srgbClr val="545759"/>
                          </a:solidFill>
                          <a:latin typeface="Arial"/>
                        </a:rPr>
                        <a:t>.07</a:t>
                      </a:r>
                    </a:p>
                  </a:txBody>
                  <a:tcPr marL="36576" marR="36576" marT="0" marB="0" anchor="ctr">
                    <a:solidFill>
                      <a:srgbClr val="F2F4F7"/>
                    </a:solidFill>
                  </a:tcPr>
                </a:tc>
                <a:tc>
                  <a:txBody>
                    <a:bodyPr/>
                    <a:lstStyle/>
                    <a:p>
                      <a:pPr algn="ctr"/>
                      <a:r>
                        <a:rPr sz="1000" b="0">
                          <a:solidFill>
                            <a:srgbClr val="041D40"/>
                          </a:solidFill>
                          <a:latin typeface="Arial"/>
                        </a:rPr>
                        <a:t>.33</a:t>
                      </a:r>
                    </a:p>
                  </a:txBody>
                  <a:tcPr marL="36576" marR="36576" marT="0" marB="0" anchor="ctr">
                    <a:solidFill>
                      <a:srgbClr val="E9B8C0"/>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545759"/>
                          </a:solidFill>
                          <a:latin typeface="Arial"/>
                        </a:rPr>
                        <a:t>.06</a:t>
                      </a:r>
                    </a:p>
                  </a:txBody>
                  <a:tcPr marL="36576" marR="36576" marT="0" marB="0" anchor="ctr">
                    <a:solidFill>
                      <a:srgbClr val="F2F4F7"/>
                    </a:solidFill>
                  </a:tcPr>
                </a:tc>
                <a:tc>
                  <a:txBody>
                    <a:bodyPr/>
                    <a:lstStyle/>
                    <a:p>
                      <a:pPr algn="ctr"/>
                      <a:r>
                        <a:rPr sz="1000" b="0">
                          <a:solidFill>
                            <a:srgbClr val="545759"/>
                          </a:solidFill>
                          <a:latin typeface="Arial"/>
                        </a:rPr>
                        <a:t>.06</a:t>
                      </a:r>
                    </a:p>
                  </a:txBody>
                  <a:tcPr marL="36576" marR="36576" marT="0" marB="0" anchor="ctr">
                    <a:solidFill>
                      <a:srgbClr val="F2F4F7"/>
                    </a:solidFill>
                  </a:tcPr>
                </a:tc>
                <a:tc>
                  <a:txBody>
                    <a:bodyPr/>
                    <a:lstStyle/>
                    <a:p>
                      <a:pPr algn="ctr"/>
                      <a:r>
                        <a:rPr sz="1000" b="0">
                          <a:solidFill>
                            <a:srgbClr val="545759"/>
                          </a:solidFill>
                          <a:latin typeface="Arial"/>
                        </a:rPr>
                        <a:t>−.24</a:t>
                      </a:r>
                    </a:p>
                  </a:txBody>
                  <a:tcPr marL="36576" marR="36576" marT="0" marB="0" anchor="ctr">
                    <a:solidFill>
                      <a:srgbClr val="F2F4F7"/>
                    </a:solidFill>
                  </a:tcPr>
                </a:tc>
                <a:tc>
                  <a:txBody>
                    <a:bodyPr/>
                    <a:lstStyle/>
                    <a:p>
                      <a:pPr algn="ctr"/>
                      <a:r>
                        <a:rPr sz="1000" b="0">
                          <a:solidFill>
                            <a:srgbClr val="041D40"/>
                          </a:solidFill>
                          <a:latin typeface="Arial"/>
                        </a:rPr>
                        <a:t>−.35</a:t>
                      </a:r>
                    </a:p>
                  </a:txBody>
                  <a:tcPr marL="36576" marR="36576" marT="0" marB="0" anchor="ctr">
                    <a:solidFill>
                      <a:srgbClr val="B9C4D6"/>
                    </a:solidFill>
                  </a:tcPr>
                </a:tc>
                <a:tc>
                  <a:txBody>
                    <a:bodyPr/>
                    <a:lstStyle/>
                    <a:p>
                      <a:pPr algn="ctr"/>
                      <a:r>
                        <a:rPr sz="1000" b="0">
                          <a:solidFill>
                            <a:srgbClr val="545759"/>
                          </a:solidFill>
                          <a:latin typeface="Arial"/>
                        </a:rPr>
                        <a:t>.06</a:t>
                      </a:r>
                    </a:p>
                  </a:txBody>
                  <a:tcPr marL="36576" marR="36576" marT="0" marB="0" anchor="ctr">
                    <a:solidFill>
                      <a:srgbClr val="F2F4F7"/>
                    </a:solidFill>
                  </a:tcPr>
                </a:tc>
                <a:tc>
                  <a:txBody>
                    <a:bodyPr/>
                    <a:lstStyle/>
                    <a:p>
                      <a:pPr algn="ctr"/>
                      <a:r>
                        <a:rPr sz="1000" b="0">
                          <a:solidFill>
                            <a:srgbClr val="545759"/>
                          </a:solidFill>
                          <a:latin typeface="Arial"/>
                        </a:rPr>
                        <a:t>−.00</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12  Unemployment change</a:t>
                      </a:r>
                    </a:p>
                  </a:txBody>
                  <a:tcPr marL="36576" marR="36576" marT="0" marB="0" anchor="ctr">
                    <a:solidFill>
                      <a:srgbClr val="FFFFFF"/>
                    </a:solidFill>
                  </a:tcPr>
                </a:tc>
                <a:tc>
                  <a:txBody>
                    <a:bodyPr/>
                    <a:lstStyle/>
                    <a:p>
                      <a:pPr algn="ctr"/>
                      <a:r>
                        <a:rPr sz="1000" b="0">
                          <a:solidFill>
                            <a:srgbClr val="545759"/>
                          </a:solidFill>
                          <a:latin typeface="Arial"/>
                        </a:rPr>
                        <a:t>.12</a:t>
                      </a:r>
                    </a:p>
                  </a:txBody>
                  <a:tcPr marL="36576" marR="36576" marT="0" marB="0" anchor="ctr">
                    <a:solidFill>
                      <a:srgbClr val="F2F4F7"/>
                    </a:solidFill>
                  </a:tcPr>
                </a:tc>
                <a:tc>
                  <a:txBody>
                    <a:bodyPr/>
                    <a:lstStyle/>
                    <a:p>
                      <a:pPr algn="ctr"/>
                      <a:r>
                        <a:rPr sz="1000" b="0">
                          <a:solidFill>
                            <a:srgbClr val="545759"/>
                          </a:solidFill>
                          <a:latin typeface="Arial"/>
                        </a:rPr>
                        <a:t>.27</a:t>
                      </a:r>
                    </a:p>
                  </a:txBody>
                  <a:tcPr marL="36576" marR="36576" marT="0" marB="0" anchor="ctr">
                    <a:solidFill>
                      <a:srgbClr val="F2F4F7"/>
                    </a:solidFill>
                  </a:tcPr>
                </a:tc>
                <a:tc>
                  <a:txBody>
                    <a:bodyPr/>
                    <a:lstStyle/>
                    <a:p>
                      <a:pPr algn="ctr"/>
                      <a:r>
                        <a:rPr sz="1000" b="0">
                          <a:solidFill>
                            <a:srgbClr val="041D40"/>
                          </a:solidFill>
                          <a:latin typeface="Arial"/>
                        </a:rPr>
                        <a:t>.43</a:t>
                      </a:r>
                    </a:p>
                  </a:txBody>
                  <a:tcPr marL="36576" marR="36576" marT="0" marB="0" anchor="ctr">
                    <a:solidFill>
                      <a:srgbClr val="E9B8C0"/>
                    </a:solidFill>
                  </a:tcPr>
                </a:tc>
                <a:tc>
                  <a:txBody>
                    <a:bodyPr/>
                    <a:lstStyle/>
                    <a:p>
                      <a:pPr algn="ctr"/>
                      <a:r>
                        <a:rPr sz="1000" b="0">
                          <a:solidFill>
                            <a:srgbClr val="545759"/>
                          </a:solidFill>
                          <a:latin typeface="Arial"/>
                        </a:rPr>
                        <a:t>.17</a:t>
                      </a:r>
                    </a:p>
                  </a:txBody>
                  <a:tcPr marL="36576" marR="36576" marT="0" marB="0" anchor="ctr">
                    <a:solidFill>
                      <a:srgbClr val="F2F4F7"/>
                    </a:solidFill>
                  </a:tcPr>
                </a:tc>
                <a:tc>
                  <a:txBody>
                    <a:bodyPr/>
                    <a:lstStyle/>
                    <a:p>
                      <a:pPr algn="ctr"/>
                      <a:r>
                        <a:rPr sz="1000" b="0">
                          <a:solidFill>
                            <a:srgbClr val="545759"/>
                          </a:solidFill>
                          <a:latin typeface="Arial"/>
                        </a:rPr>
                        <a:t>.15</a:t>
                      </a:r>
                    </a:p>
                  </a:txBody>
                  <a:tcPr marL="36576" marR="36576" marT="0" marB="0" anchor="ctr">
                    <a:solidFill>
                      <a:srgbClr val="F2F4F7"/>
                    </a:solidFill>
                  </a:tcPr>
                </a:tc>
                <a:tc>
                  <a:txBody>
                    <a:bodyPr/>
                    <a:lstStyle/>
                    <a:p>
                      <a:pPr algn="ctr"/>
                      <a:r>
                        <a:rPr sz="1000" b="0">
                          <a:solidFill>
                            <a:srgbClr val="545759"/>
                          </a:solidFill>
                          <a:latin typeface="Arial"/>
                        </a:rPr>
                        <a:t>.15</a:t>
                      </a:r>
                    </a:p>
                  </a:txBody>
                  <a:tcPr marL="36576" marR="36576" marT="0" marB="0" anchor="ctr">
                    <a:solidFill>
                      <a:srgbClr val="F2F4F7"/>
                    </a:solidFill>
                  </a:tcPr>
                </a:tc>
                <a:tc>
                  <a:txBody>
                    <a:bodyPr/>
                    <a:lstStyle/>
                    <a:p>
                      <a:pPr algn="ctr"/>
                      <a:r>
                        <a:rPr sz="1000" b="0">
                          <a:solidFill>
                            <a:srgbClr val="545759"/>
                          </a:solidFill>
                          <a:latin typeface="Arial"/>
                        </a:rPr>
                        <a:t>.04</a:t>
                      </a:r>
                    </a:p>
                  </a:txBody>
                  <a:tcPr marL="36576" marR="36576" marT="0" marB="0" anchor="ctr">
                    <a:solidFill>
                      <a:srgbClr val="F2F4F7"/>
                    </a:solidFill>
                  </a:tcPr>
                </a:tc>
                <a:tc>
                  <a:txBody>
                    <a:bodyPr/>
                    <a:lstStyle/>
                    <a:p>
                      <a:pPr algn="ctr"/>
                      <a:r>
                        <a:rPr sz="1000" b="0">
                          <a:solidFill>
                            <a:srgbClr val="545759"/>
                          </a:solidFill>
                          <a:latin typeface="Arial"/>
                        </a:rPr>
                        <a:t>−.16</a:t>
                      </a:r>
                    </a:p>
                  </a:txBody>
                  <a:tcPr marL="36576" marR="36576" marT="0" marB="0" anchor="ctr">
                    <a:solidFill>
                      <a:srgbClr val="F2F4F7"/>
                    </a:solidFill>
                  </a:tcPr>
                </a:tc>
                <a:tc>
                  <a:txBody>
                    <a:bodyPr/>
                    <a:lstStyle/>
                    <a:p>
                      <a:pPr algn="ctr"/>
                      <a:r>
                        <a:rPr sz="1000" b="0">
                          <a:solidFill>
                            <a:srgbClr val="545759"/>
                          </a:solidFill>
                          <a:latin typeface="Arial"/>
                        </a:rPr>
                        <a:t>.06</a:t>
                      </a:r>
                    </a:p>
                  </a:txBody>
                  <a:tcPr marL="36576" marR="36576" marT="0" marB="0" anchor="ctr">
                    <a:solidFill>
                      <a:srgbClr val="F2F4F7"/>
                    </a:solidFill>
                  </a:tcPr>
                </a:tc>
                <a:tc>
                  <a:txBody>
                    <a:bodyPr/>
                    <a:lstStyle/>
                    <a:p>
                      <a:pPr algn="ctr"/>
                      <a:r>
                        <a:rPr sz="1000" b="1">
                          <a:solidFill>
                            <a:srgbClr val="FFFFFF"/>
                          </a:solidFill>
                          <a:latin typeface="Arial"/>
                        </a:rPr>
                        <a:t>−.81</a:t>
                      </a:r>
                    </a:p>
                  </a:txBody>
                  <a:tcPr marL="36576" marR="36576" marT="0" marB="0" anchor="ctr">
                    <a:solidFill>
                      <a:srgbClr val="041D40"/>
                    </a:solidFill>
                  </a:tcPr>
                </a:tc>
                <a:tc>
                  <a:txBody>
                    <a:bodyPr/>
                    <a:lstStyle/>
                    <a:p>
                      <a:pPr algn="ctr"/>
                      <a:r>
                        <a:rPr sz="1000" b="0">
                          <a:solidFill>
                            <a:srgbClr val="545759"/>
                          </a:solidFill>
                          <a:latin typeface="Arial"/>
                        </a:rPr>
                        <a:t>.04</a:t>
                      </a:r>
                    </a:p>
                  </a:txBody>
                  <a:tcPr marL="36576" marR="36576" marT="0" marB="0" anchor="ctr">
                    <a:solidFill>
                      <a:srgbClr val="F2F4F7"/>
                    </a:solidFill>
                  </a:tcPr>
                </a:tc>
                <a:tc>
                  <a:txBody>
                    <a:bodyPr/>
                    <a:lstStyle/>
                    <a:p>
                      <a:pPr algn="ctr"/>
                      <a:r>
                        <a:rPr sz="1000" b="0">
                          <a:solidFill>
                            <a:srgbClr val="545759"/>
                          </a:solidFill>
                          <a:latin typeface="Arial"/>
                        </a:rPr>
                        <a:t/>
                      </a:r>
                    </a:p>
                  </a:txBody>
                  <a:tcPr marL="36576" marR="36576" marT="0" marB="0" anchor="ctr">
                    <a:solidFill>
                      <a:srgbClr val="FFFFFF"/>
                    </a:solidFill>
                  </a:tcPr>
                </a:tc>
                <a:tc>
                  <a:txBody>
                    <a:bodyPr/>
                    <a:lstStyle/>
                    <a:p>
                      <a:pPr algn="ctr"/>
                      <a:r>
                        <a:rPr sz="1000" b="0">
                          <a:solidFill>
                            <a:srgbClr val="545759"/>
                          </a:solidFill>
                          <a:latin typeface="Arial"/>
                        </a:rPr>
                        <a:t/>
                      </a:r>
                    </a:p>
                  </a:txBody>
                  <a:tcPr marL="36576" marR="36576" marT="0" marB="0" anchor="ctr">
                    <a:solidFill>
                      <a:srgbClr val="FFFFFF"/>
                    </a:solidFill>
                  </a:tcPr>
                </a:tc>
              </a:tr>
              <a:tr h="274320">
                <a:tc>
                  <a:txBody>
                    <a:bodyPr/>
                    <a:lstStyle/>
                    <a:p>
                      <a:pPr algn="l"/>
                      <a:r>
                        <a:rPr sz="1000" b="0">
                          <a:solidFill>
                            <a:srgbClr val="041D40"/>
                          </a:solidFill>
                          <a:latin typeface="Arial"/>
                        </a:rPr>
                        <a:t>13  Consumer sentiment</a:t>
                      </a:r>
                    </a:p>
                  </a:txBody>
                  <a:tcPr marL="36576" marR="36576" marT="0" marB="0" anchor="ctr">
                    <a:solidFill>
                      <a:srgbClr val="FFFFFF"/>
                    </a:solidFill>
                  </a:tcPr>
                </a:tc>
                <a:tc>
                  <a:txBody>
                    <a:bodyPr/>
                    <a:lstStyle/>
                    <a:p>
                      <a:pPr algn="ctr"/>
                      <a:r>
                        <a:rPr sz="1000" b="0">
                          <a:solidFill>
                            <a:srgbClr val="545759"/>
                          </a:solidFill>
                          <a:latin typeface="Arial"/>
                        </a:rPr>
                        <a:t>.03</a:t>
                      </a:r>
                    </a:p>
                  </a:txBody>
                  <a:tcPr marL="36576" marR="36576" marT="0" marB="0" anchor="ctr">
                    <a:solidFill>
                      <a:srgbClr val="F2F4F7"/>
                    </a:solidFill>
                  </a:tcPr>
                </a:tc>
                <a:tc>
                  <a:txBody>
                    <a:bodyPr/>
                    <a:lstStyle/>
                    <a:p>
                      <a:pPr algn="ctr"/>
                      <a:r>
                        <a:rPr sz="1000" b="0">
                          <a:solidFill>
                            <a:srgbClr val="545759"/>
                          </a:solidFill>
                          <a:latin typeface="Arial"/>
                        </a:rPr>
                        <a:t>−.28</a:t>
                      </a:r>
                    </a:p>
                  </a:txBody>
                  <a:tcPr marL="36576" marR="36576" marT="0" marB="0" anchor="ctr">
                    <a:solidFill>
                      <a:srgbClr val="F2F4F7"/>
                    </a:solidFill>
                  </a:tcPr>
                </a:tc>
                <a:tc>
                  <a:txBody>
                    <a:bodyPr/>
                    <a:lstStyle/>
                    <a:p>
                      <a:pPr algn="ctr"/>
                      <a:r>
                        <a:rPr sz="1000" b="0">
                          <a:solidFill>
                            <a:srgbClr val="041D40"/>
                          </a:solidFill>
                          <a:latin typeface="Arial"/>
                        </a:rPr>
                        <a:t>−.47</a:t>
                      </a:r>
                    </a:p>
                  </a:txBody>
                  <a:tcPr marL="36576" marR="36576" marT="0" marB="0" anchor="ctr">
                    <a:solidFill>
                      <a:srgbClr val="B9C4D6"/>
                    </a:solidFill>
                  </a:tcPr>
                </a:tc>
                <a:tc>
                  <a:txBody>
                    <a:bodyPr/>
                    <a:lstStyle/>
                    <a:p>
                      <a:pPr algn="ctr"/>
                      <a:r>
                        <a:rPr sz="1000" b="0">
                          <a:solidFill>
                            <a:srgbClr val="545759"/>
                          </a:solidFill>
                          <a:latin typeface="Arial"/>
                        </a:rPr>
                        <a:t>−.21</a:t>
                      </a:r>
                    </a:p>
                  </a:txBody>
                  <a:tcPr marL="36576" marR="36576" marT="0" marB="0" anchor="ctr">
                    <a:solidFill>
                      <a:srgbClr val="F2F4F7"/>
                    </a:solidFill>
                  </a:tcPr>
                </a:tc>
                <a:tc>
                  <a:txBody>
                    <a:bodyPr/>
                    <a:lstStyle/>
                    <a:p>
                      <a:pPr algn="ctr"/>
                      <a:r>
                        <a:rPr sz="1000" b="0">
                          <a:solidFill>
                            <a:srgbClr val="545759"/>
                          </a:solidFill>
                          <a:latin typeface="Arial"/>
                        </a:rPr>
                        <a:t>−.12</a:t>
                      </a:r>
                    </a:p>
                  </a:txBody>
                  <a:tcPr marL="36576" marR="36576" marT="0" marB="0" anchor="ctr">
                    <a:solidFill>
                      <a:srgbClr val="F2F4F7"/>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545759"/>
                          </a:solidFill>
                          <a:latin typeface="Arial"/>
                        </a:rPr>
                        <a:t>.02</a:t>
                      </a:r>
                    </a:p>
                  </a:txBody>
                  <a:tcPr marL="36576" marR="36576" marT="0" marB="0" anchor="ctr">
                    <a:solidFill>
                      <a:srgbClr val="F2F4F7"/>
                    </a:solidFill>
                  </a:tcPr>
                </a:tc>
                <a:tc>
                  <a:txBody>
                    <a:bodyPr/>
                    <a:lstStyle/>
                    <a:p>
                      <a:pPr algn="ctr"/>
                      <a:r>
                        <a:rPr sz="1000" b="0">
                          <a:solidFill>
                            <a:srgbClr val="545759"/>
                          </a:solidFill>
                          <a:latin typeface="Arial"/>
                        </a:rPr>
                        <a:t>.26</a:t>
                      </a:r>
                    </a:p>
                  </a:txBody>
                  <a:tcPr marL="36576" marR="36576" marT="0" marB="0" anchor="ctr">
                    <a:solidFill>
                      <a:srgbClr val="F2F4F7"/>
                    </a:solidFill>
                  </a:tcPr>
                </a:tc>
                <a:tc>
                  <a:txBody>
                    <a:bodyPr/>
                    <a:lstStyle/>
                    <a:p>
                      <a:pPr algn="ctr"/>
                      <a:r>
                        <a:rPr sz="1000" b="0">
                          <a:solidFill>
                            <a:srgbClr val="545759"/>
                          </a:solidFill>
                          <a:latin typeface="Arial"/>
                        </a:rPr>
                        <a:t>−.01</a:t>
                      </a:r>
                    </a:p>
                  </a:txBody>
                  <a:tcPr marL="36576" marR="36576" marT="0" marB="0" anchor="ctr">
                    <a:solidFill>
                      <a:srgbClr val="F2F4F7"/>
                    </a:solidFill>
                  </a:tcPr>
                </a:tc>
                <a:tc>
                  <a:txBody>
                    <a:bodyPr/>
                    <a:lstStyle/>
                    <a:p>
                      <a:pPr algn="ctr"/>
                      <a:r>
                        <a:rPr sz="1000" b="0">
                          <a:solidFill>
                            <a:srgbClr val="041D40"/>
                          </a:solidFill>
                          <a:latin typeface="Arial"/>
                        </a:rPr>
                        <a:t>.40</a:t>
                      </a:r>
                    </a:p>
                  </a:txBody>
                  <a:tcPr marL="36576" marR="36576" marT="0" marB="0" anchor="ctr">
                    <a:solidFill>
                      <a:srgbClr val="E9B8C0"/>
                    </a:solidFill>
                  </a:tcPr>
                </a:tc>
                <a:tc>
                  <a:txBody>
                    <a:bodyPr/>
                    <a:lstStyle/>
                    <a:p>
                      <a:pPr algn="ctr"/>
                      <a:r>
                        <a:rPr sz="1000" b="1">
                          <a:solidFill>
                            <a:srgbClr val="FFFFFF"/>
                          </a:solidFill>
                          <a:latin typeface="Arial"/>
                        </a:rPr>
                        <a:t>−.50</a:t>
                      </a:r>
                    </a:p>
                  </a:txBody>
                  <a:tcPr marL="36576" marR="36576" marT="0" marB="0" anchor="ctr">
                    <a:solidFill>
                      <a:srgbClr val="041D40"/>
                    </a:solidFill>
                  </a:tcPr>
                </a:tc>
                <a:tc>
                  <a:txBody>
                    <a:bodyPr/>
                    <a:lstStyle/>
                    <a:p>
                      <a:pPr algn="ctr"/>
                      <a:r>
                        <a:rPr sz="1000" b="0">
                          <a:solidFill>
                            <a:srgbClr val="041D40"/>
                          </a:solidFill>
                          <a:latin typeface="Arial"/>
                        </a:rPr>
                        <a:t>−.33</a:t>
                      </a:r>
                    </a:p>
                  </a:txBody>
                  <a:tcPr marL="36576" marR="36576" marT="0" marB="0" anchor="ctr">
                    <a:solidFill>
                      <a:srgbClr val="B9C4D6"/>
                    </a:solidFill>
                  </a:tcPr>
                </a:tc>
                <a:tc>
                  <a:txBody>
                    <a:bodyPr/>
                    <a:lstStyle/>
                    <a:p>
                      <a:pPr algn="ctr"/>
                      <a:r>
                        <a:rPr sz="1000" b="0">
                          <a:solidFill>
                            <a:srgbClr val="545759"/>
                          </a:solidFill>
                          <a:latin typeface="Arial"/>
                        </a:rPr>
                        <a:t/>
                      </a:r>
                    </a:p>
                  </a:txBody>
                  <a:tcPr marL="36576" marR="36576" marT="0" marB="0" anchor="ctr">
                    <a:solidFill>
                      <a:srgbClr val="FFFFFF"/>
                    </a:solidFill>
                  </a:tcPr>
                </a:tc>
              </a:tr>
            </a:tbl>
          </a:graphicData>
        </a:graphic>
      </p:graphicFrame>
      <p:sp>
        <p:nvSpPr>
          <p:cNvPr id="4" name="Rectangle 3"/>
          <p:cNvSpPr/>
          <p:nvPr/>
        </p:nvSpPr>
        <p:spPr>
          <a:xfrm>
            <a:off x="8732520" y="1600200"/>
            <a:ext cx="2743200" cy="3840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0" y="1783080"/>
            <a:ext cx="2286000" cy="640080"/>
          </a:xfrm>
          <a:prstGeom prst="rect">
            <a:avLst/>
          </a:prstGeom>
          <a:noFill/>
        </p:spPr>
        <p:txBody>
          <a:bodyPr wrap="square" lIns="0" rIns="0" tIns="0" bIns="0">
            <a:spAutoFit/>
          </a:bodyPr>
          <a:lstStyle/>
          <a:p>
            <a:pPr>
              <a:spcAft>
                <a:spcPts val="600"/>
              </a:spcAft>
            </a:pPr>
            <a:r>
              <a:rPr sz="3200" b="1">
                <a:solidFill>
                  <a:srgbClr val="A31F34"/>
                </a:solidFill>
                <a:latin typeface="Arial"/>
              </a:rPr>
              <a:t>60 of 78</a:t>
            </a:r>
          </a:p>
        </p:txBody>
      </p:sp>
      <p:sp>
        <p:nvSpPr>
          <p:cNvPr id="6" name="TextBox 5"/>
          <p:cNvSpPr txBox="1"/>
          <p:nvPr/>
        </p:nvSpPr>
        <p:spPr>
          <a:xfrm>
            <a:off x="8961120" y="2377440"/>
            <a:ext cx="2286000" cy="457200"/>
          </a:xfrm>
          <a:prstGeom prst="rect">
            <a:avLst/>
          </a:prstGeom>
          <a:noFill/>
        </p:spPr>
        <p:txBody>
          <a:bodyPr wrap="square" lIns="0" rIns="0" tIns="0" bIns="0">
            <a:spAutoFit/>
          </a:bodyPr>
          <a:lstStyle/>
          <a:p>
            <a:pPr>
              <a:spcAft>
                <a:spcPts val="600"/>
              </a:spcAft>
            </a:pPr>
            <a:r>
              <a:rPr sz="1300" b="0">
                <a:solidFill>
                  <a:srgbClr val="545759"/>
                </a:solidFill>
                <a:latin typeface="Arial"/>
              </a:rPr>
              <a:t>pairs correlate below 0.3</a:t>
            </a:r>
          </a:p>
        </p:txBody>
      </p:sp>
      <p:sp>
        <p:nvSpPr>
          <p:cNvPr id="7" name="TextBox 6"/>
          <p:cNvSpPr txBox="1"/>
          <p:nvPr/>
        </p:nvSpPr>
        <p:spPr>
          <a:xfrm>
            <a:off x="8961120" y="2971800"/>
            <a:ext cx="2286000" cy="2377440"/>
          </a:xfrm>
          <a:prstGeom prst="rect">
            <a:avLst/>
          </a:prstGeom>
          <a:noFill/>
        </p:spPr>
        <p:txBody>
          <a:bodyPr wrap="square" lIns="0" rIns="0" tIns="0" bIns="0">
            <a:spAutoFit/>
          </a:bodyPr>
          <a:lstStyle/>
          <a:p>
            <a:pPr>
              <a:spcAft>
                <a:spcPts val="600"/>
              </a:spcAft>
            </a:pPr>
            <a:r>
              <a:rPr sz="1300" b="1">
                <a:solidFill>
                  <a:srgbClr val="041D40"/>
                </a:solidFill>
                <a:latin typeface="Arial"/>
              </a:rPr>
              <a:t>Only five pairs at .50 or more</a:t>
            </a:r>
          </a:p>
          <a:p>
            <a:pPr>
              <a:spcAft>
                <a:spcPts val="600"/>
              </a:spcAft>
            </a:pPr>
            <a:r>
              <a:rPr sz="1200" b="0">
                <a:solidFill>
                  <a:srgbClr val="545759"/>
                </a:solidFill>
                <a:latin typeface="Arial"/>
              </a:rPr>
              <a:t>Industrial production and unemployment (−.81)</a:t>
            </a:r>
          </a:p>
          <a:p>
            <a:pPr>
              <a:spcAft>
                <a:spcPts val="600"/>
              </a:spcAft>
            </a:pPr>
            <a:r>
              <a:rPr sz="1200" b="0">
                <a:solidFill>
                  <a:srgbClr val="545759"/>
                </a:solidFill>
                <a:latin typeface="Arial"/>
              </a:rPr>
              <a:t>GARCH and trailing volatility (.78)</a:t>
            </a:r>
          </a:p>
          <a:p>
            <a:pPr>
              <a:spcAft>
                <a:spcPts val="600"/>
              </a:spcAft>
            </a:pPr>
            <a:r>
              <a:rPr sz="1200" b="0">
                <a:solidFill>
                  <a:srgbClr val="545759"/>
                </a:solidFill>
                <a:latin typeface="Arial"/>
              </a:rPr>
              <a:t>Trailing volatility and credit spread (.69)</a:t>
            </a:r>
          </a:p>
          <a:p>
            <a:pPr>
              <a:spcAft>
                <a:spcPts val="600"/>
              </a:spcAft>
            </a:pPr>
            <a:r>
              <a:rPr sz="1200" b="0">
                <a:solidFill>
                  <a:srgbClr val="545759"/>
                </a:solidFill>
                <a:latin typeface="Arial"/>
              </a:rPr>
              <a:t>Inflation and sentiment (−.50)</a:t>
            </a:r>
          </a:p>
          <a:p>
            <a:pPr>
              <a:spcAft>
                <a:spcPts val="600"/>
              </a:spcAft>
            </a:pPr>
            <a:r>
              <a:rPr sz="1200" b="0">
                <a:solidFill>
                  <a:srgbClr val="545759"/>
                </a:solidFill>
                <a:latin typeface="Arial"/>
              </a:rPr>
              <a:t>GARCH volatility and turbulence (.50)</a:t>
            </a:r>
          </a:p>
        </p:txBody>
      </p:sp>
      <p:sp>
        <p:nvSpPr>
          <p:cNvPr id="8" name="TextBox 7"/>
          <p:cNvSpPr txBox="1"/>
          <p:nvPr/>
        </p:nvSpPr>
        <p:spPr>
          <a:xfrm>
            <a:off x="685800" y="5577840"/>
            <a:ext cx="10789920" cy="274320"/>
          </a:xfrm>
          <a:prstGeom prst="rect">
            <a:avLst/>
          </a:prstGeom>
          <a:noFill/>
        </p:spPr>
        <p:txBody>
          <a:bodyPr wrap="square" lIns="0" rIns="0" tIns="0" bIns="0">
            <a:spAutoFit/>
          </a:bodyPr>
          <a:lstStyle/>
          <a:p>
            <a:pPr>
              <a:spcAft>
                <a:spcPts val="600"/>
              </a:spcAft>
            </a:pPr>
            <a:r>
              <a:rPr sz="1000" b="0">
                <a:solidFill>
                  <a:srgbClr val="545759"/>
                </a:solidFill>
                <a:latin typeface="Arial"/>
              </a:rPr>
              <a:t>Red: move together · Blue: move in opposite directions · Monthly, 1930–2025, each pair over the months both exist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Regressions: one rule for every market</a:t>
            </a:r>
          </a:p>
        </p:txBody>
      </p:sp>
      <p:sp>
        <p:nvSpPr>
          <p:cNvPr id="3" name="Rectangle 2"/>
          <p:cNvSpPr/>
          <p:nvPr/>
        </p:nvSpPr>
        <p:spPr>
          <a:xfrm>
            <a:off x="685800" y="1865376"/>
            <a:ext cx="3794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48256"/>
            <a:ext cx="3337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LOGISTIC REGRESSION</a:t>
            </a:r>
          </a:p>
        </p:txBody>
      </p:sp>
      <p:sp>
        <p:nvSpPr>
          <p:cNvPr id="5" name="TextBox 4"/>
          <p:cNvSpPr txBox="1"/>
          <p:nvPr/>
        </p:nvSpPr>
        <p:spPr>
          <a:xfrm>
            <a:off x="914400" y="2505456"/>
            <a:ext cx="3337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What matters on average?</a:t>
            </a:r>
          </a:p>
        </p:txBody>
      </p:sp>
      <p:sp>
        <p:nvSpPr>
          <p:cNvPr id="6" name="TextBox 5"/>
          <p:cNvSpPr txBox="1"/>
          <p:nvPr/>
        </p:nvSpPr>
        <p:spPr>
          <a:xfrm>
            <a:off x="914400" y="2916936"/>
            <a:ext cx="3337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One weight per predictor, the same in every market.</a:t>
            </a:r>
          </a:p>
        </p:txBody>
      </p:sp>
      <p:sp>
        <p:nvSpPr>
          <p:cNvPr id="7" name="TextBox 6"/>
          <p:cNvSpPr txBox="1"/>
          <p:nvPr/>
        </p:nvSpPr>
        <p:spPr>
          <a:xfrm>
            <a:off x="914400" y="3557016"/>
            <a:ext cx="3337560" cy="228600"/>
          </a:xfrm>
          <a:prstGeom prst="rect">
            <a:avLst/>
          </a:prstGeom>
          <a:noFill/>
        </p:spPr>
        <p:txBody>
          <a:bodyPr wrap="square" lIns="0" tIns="0" rIns="0" bIns="0">
            <a:spAutoFit/>
          </a:bodyPr>
          <a:lstStyle/>
          <a:p>
            <a:pPr algn="l">
              <a:spcAft>
                <a:spcPts val="600"/>
              </a:spcAft>
            </a:pPr>
            <a:r>
              <a:rPr sz="1100" b="1" i="0">
                <a:solidFill>
                  <a:srgbClr val="545759"/>
                </a:solidFill>
                <a:latin typeface="Arial"/>
              </a:rPr>
              <a:t>RELIES MOST ON</a:t>
            </a:r>
          </a:p>
        </p:txBody>
      </p:sp>
      <p:sp>
        <p:nvSpPr>
          <p:cNvPr id="8" name="Rounded Rectangle 7"/>
          <p:cNvSpPr/>
          <p:nvPr/>
        </p:nvSpPr>
        <p:spPr>
          <a:xfrm>
            <a:off x="914400" y="3831336"/>
            <a:ext cx="1019556" cy="292608"/>
          </a:xfrm>
          <a:prstGeom prst="roundRect">
            <a:avLst>
              <a:gd name="adj" fmla="val 50000"/>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FFFFFF"/>
                </a:solidFill>
                <a:latin typeface="Arial"/>
              </a:rPr>
              <a:t>Inflation</a:t>
            </a:r>
          </a:p>
        </p:txBody>
      </p:sp>
      <p:sp>
        <p:nvSpPr>
          <p:cNvPr id="9" name="Rounded Rectangle 8"/>
          <p:cNvSpPr/>
          <p:nvPr/>
        </p:nvSpPr>
        <p:spPr>
          <a:xfrm>
            <a:off x="2025395" y="3831336"/>
            <a:ext cx="63093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CAPE</a:t>
            </a:r>
          </a:p>
        </p:txBody>
      </p:sp>
      <p:sp>
        <p:nvSpPr>
          <p:cNvPr id="10" name="Rounded Rectangle 9"/>
          <p:cNvSpPr/>
          <p:nvPr/>
        </p:nvSpPr>
        <p:spPr>
          <a:xfrm>
            <a:off x="914400" y="4215384"/>
            <a:ext cx="179679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Past 3-month return</a:t>
            </a:r>
          </a:p>
        </p:txBody>
      </p:sp>
      <p:sp>
        <p:nvSpPr>
          <p:cNvPr id="11" name="TextBox 10"/>
          <p:cNvSpPr txBox="1"/>
          <p:nvPr/>
        </p:nvSpPr>
        <p:spPr>
          <a:xfrm>
            <a:off x="914400" y="4690872"/>
            <a:ext cx="3337560" cy="457200"/>
          </a:xfrm>
          <a:prstGeom prst="rect">
            <a:avLst/>
          </a:prstGeom>
          <a:noFill/>
        </p:spPr>
        <p:txBody>
          <a:bodyPr wrap="square" lIns="0" tIns="0" rIns="0" bIns="0">
            <a:spAutoFit/>
          </a:bodyPr>
          <a:lstStyle/>
          <a:p>
            <a:pPr algn="l">
              <a:spcAft>
                <a:spcPts val="600"/>
              </a:spcAft>
            </a:pPr>
            <a:r>
              <a:rPr sz="1400" b="1" i="0">
                <a:solidFill>
                  <a:srgbClr val="041D40"/>
                </a:solidFill>
                <a:latin typeface="Arial"/>
              </a:rPr>
              <a:t>1 of 21 losses warned of</a:t>
            </a:r>
          </a:p>
        </p:txBody>
      </p:sp>
      <p:sp>
        <p:nvSpPr>
          <p:cNvPr id="12" name="Rectangle 11"/>
          <p:cNvSpPr/>
          <p:nvPr/>
        </p:nvSpPr>
        <p:spPr>
          <a:xfrm>
            <a:off x="4754880" y="1865376"/>
            <a:ext cx="3794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83480" y="2048256"/>
            <a:ext cx="3337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PENALIZED LOGIT</a:t>
            </a:r>
          </a:p>
        </p:txBody>
      </p:sp>
      <p:sp>
        <p:nvSpPr>
          <p:cNvPr id="14" name="TextBox 13"/>
          <p:cNvSpPr txBox="1"/>
          <p:nvPr/>
        </p:nvSpPr>
        <p:spPr>
          <a:xfrm>
            <a:off x="4983480" y="2505456"/>
            <a:ext cx="3337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What survives caution?</a:t>
            </a:r>
          </a:p>
        </p:txBody>
      </p:sp>
      <p:sp>
        <p:nvSpPr>
          <p:cNvPr id="15" name="TextBox 14"/>
          <p:cNvSpPr txBox="1"/>
          <p:nvPr/>
        </p:nvSpPr>
        <p:spPr>
          <a:xfrm>
            <a:off x="4983480" y="2916936"/>
            <a:ext cx="3337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The same, with every weight pulled toward zero.</a:t>
            </a:r>
          </a:p>
        </p:txBody>
      </p:sp>
      <p:sp>
        <p:nvSpPr>
          <p:cNvPr id="16" name="TextBox 15"/>
          <p:cNvSpPr txBox="1"/>
          <p:nvPr/>
        </p:nvSpPr>
        <p:spPr>
          <a:xfrm>
            <a:off x="4983480" y="3557016"/>
            <a:ext cx="3337560" cy="228600"/>
          </a:xfrm>
          <a:prstGeom prst="rect">
            <a:avLst/>
          </a:prstGeom>
          <a:noFill/>
        </p:spPr>
        <p:txBody>
          <a:bodyPr wrap="square" lIns="0" tIns="0" rIns="0" bIns="0">
            <a:spAutoFit/>
          </a:bodyPr>
          <a:lstStyle/>
          <a:p>
            <a:pPr algn="l">
              <a:spcAft>
                <a:spcPts val="600"/>
              </a:spcAft>
            </a:pPr>
            <a:r>
              <a:rPr sz="1100" b="1" i="0">
                <a:solidFill>
                  <a:srgbClr val="545759"/>
                </a:solidFill>
                <a:latin typeface="Arial"/>
              </a:rPr>
              <a:t>RELIES MOST ON</a:t>
            </a:r>
          </a:p>
        </p:txBody>
      </p:sp>
      <p:sp>
        <p:nvSpPr>
          <p:cNvPr id="17" name="Rounded Rectangle 16"/>
          <p:cNvSpPr/>
          <p:nvPr/>
        </p:nvSpPr>
        <p:spPr>
          <a:xfrm>
            <a:off x="4983480" y="3831336"/>
            <a:ext cx="1019556" cy="292608"/>
          </a:xfrm>
          <a:prstGeom prst="roundRect">
            <a:avLst>
              <a:gd name="adj" fmla="val 50000"/>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FFFFFF"/>
                </a:solidFill>
                <a:latin typeface="Arial"/>
              </a:rPr>
              <a:t>Inflation</a:t>
            </a:r>
          </a:p>
        </p:txBody>
      </p:sp>
      <p:sp>
        <p:nvSpPr>
          <p:cNvPr id="18" name="Rounded Rectangle 17"/>
          <p:cNvSpPr/>
          <p:nvPr/>
        </p:nvSpPr>
        <p:spPr>
          <a:xfrm>
            <a:off x="6094476" y="3831336"/>
            <a:ext cx="156362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GARCH volatility</a:t>
            </a:r>
          </a:p>
        </p:txBody>
      </p:sp>
      <p:sp>
        <p:nvSpPr>
          <p:cNvPr id="19" name="Rounded Rectangle 18"/>
          <p:cNvSpPr/>
          <p:nvPr/>
        </p:nvSpPr>
        <p:spPr>
          <a:xfrm>
            <a:off x="4983480" y="4215384"/>
            <a:ext cx="133045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Credit spread</a:t>
            </a:r>
          </a:p>
        </p:txBody>
      </p:sp>
      <p:sp>
        <p:nvSpPr>
          <p:cNvPr id="20" name="TextBox 19"/>
          <p:cNvSpPr txBox="1"/>
          <p:nvPr/>
        </p:nvSpPr>
        <p:spPr>
          <a:xfrm>
            <a:off x="4983480" y="4690872"/>
            <a:ext cx="3337560" cy="457200"/>
          </a:xfrm>
          <a:prstGeom prst="rect">
            <a:avLst/>
          </a:prstGeom>
          <a:noFill/>
        </p:spPr>
        <p:txBody>
          <a:bodyPr wrap="square" lIns="0" tIns="0" rIns="0" bIns="0">
            <a:spAutoFit/>
          </a:bodyPr>
          <a:lstStyle/>
          <a:p>
            <a:pPr algn="l">
              <a:spcAft>
                <a:spcPts val="600"/>
              </a:spcAft>
            </a:pPr>
            <a:r>
              <a:rPr sz="1400" b="1" i="0">
                <a:solidFill>
                  <a:srgbClr val="041D40"/>
                </a:solidFill>
                <a:latin typeface="Arial"/>
              </a:rPr>
              <a:t>3 of 21, warnings right 18% of the time</a:t>
            </a:r>
          </a:p>
        </p:txBody>
      </p:sp>
      <p:sp>
        <p:nvSpPr>
          <p:cNvPr id="21" name="Rectangle 20"/>
          <p:cNvSpPr/>
          <p:nvPr/>
        </p:nvSpPr>
        <p:spPr>
          <a:xfrm>
            <a:off x="8823960" y="1865376"/>
            <a:ext cx="2651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52560" y="2048256"/>
            <a:ext cx="2194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LESSON</a:t>
            </a:r>
          </a:p>
        </p:txBody>
      </p:sp>
      <p:sp>
        <p:nvSpPr>
          <p:cNvPr id="23" name="TextBox 22"/>
          <p:cNvSpPr txBox="1"/>
          <p:nvPr/>
        </p:nvSpPr>
        <p:spPr>
          <a:xfrm>
            <a:off x="9052560" y="2505456"/>
            <a:ext cx="2194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Two kinds of danger</a:t>
            </a:r>
          </a:p>
        </p:txBody>
      </p:sp>
      <p:sp>
        <p:nvSpPr>
          <p:cNvPr id="24" name="TextBox 23"/>
          <p:cNvSpPr txBox="1"/>
          <p:nvPr/>
        </p:nvSpPr>
        <p:spPr>
          <a:xfrm>
            <a:off x="9052560" y="2916936"/>
            <a:ext cx="2194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Slow build-up: high inflation, expensive stocks. Visible stress: rising volatility, wider credit spreads. Does danger come when both appear together?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Machine learning: more flexible rules</a:t>
            </a:r>
          </a:p>
        </p:txBody>
      </p:sp>
      <p:sp>
        <p:nvSpPr>
          <p:cNvPr id="3" name="Rectangle 2"/>
          <p:cNvSpPr/>
          <p:nvPr/>
        </p:nvSpPr>
        <p:spPr>
          <a:xfrm>
            <a:off x="685800" y="1865376"/>
            <a:ext cx="3794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48256"/>
            <a:ext cx="3337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NEURAL NETWORK</a:t>
            </a:r>
          </a:p>
        </p:txBody>
      </p:sp>
      <p:sp>
        <p:nvSpPr>
          <p:cNvPr id="5" name="TextBox 4"/>
          <p:cNvSpPr txBox="1"/>
          <p:nvPr/>
        </p:nvSpPr>
        <p:spPr>
          <a:xfrm>
            <a:off x="914400" y="2505456"/>
            <a:ext cx="3337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Do signals combine?</a:t>
            </a:r>
          </a:p>
        </p:txBody>
      </p:sp>
      <p:sp>
        <p:nvSpPr>
          <p:cNvPr id="6" name="TextBox 5"/>
          <p:cNvSpPr txBox="1"/>
          <p:nvPr/>
        </p:nvSpPr>
        <p:spPr>
          <a:xfrm>
            <a:off x="914400" y="2916936"/>
            <a:ext cx="3337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Learns how predictors interact. Small: 8 hidden units, an average of 5 networks.</a:t>
            </a:r>
          </a:p>
        </p:txBody>
      </p:sp>
      <p:sp>
        <p:nvSpPr>
          <p:cNvPr id="7" name="TextBox 6"/>
          <p:cNvSpPr txBox="1"/>
          <p:nvPr/>
        </p:nvSpPr>
        <p:spPr>
          <a:xfrm>
            <a:off x="914400" y="3557016"/>
            <a:ext cx="3337560" cy="228600"/>
          </a:xfrm>
          <a:prstGeom prst="rect">
            <a:avLst/>
          </a:prstGeom>
          <a:noFill/>
        </p:spPr>
        <p:txBody>
          <a:bodyPr wrap="square" lIns="0" tIns="0" rIns="0" bIns="0">
            <a:spAutoFit/>
          </a:bodyPr>
          <a:lstStyle/>
          <a:p>
            <a:pPr algn="l">
              <a:spcAft>
                <a:spcPts val="600"/>
              </a:spcAft>
            </a:pPr>
            <a:r>
              <a:rPr sz="1100" b="1" i="0">
                <a:solidFill>
                  <a:srgbClr val="545759"/>
                </a:solidFill>
                <a:latin typeface="Arial"/>
              </a:rPr>
              <a:t>RELIES MOST ON</a:t>
            </a:r>
          </a:p>
        </p:txBody>
      </p:sp>
      <p:sp>
        <p:nvSpPr>
          <p:cNvPr id="8" name="Rounded Rectangle 7"/>
          <p:cNvSpPr/>
          <p:nvPr/>
        </p:nvSpPr>
        <p:spPr>
          <a:xfrm>
            <a:off x="914400" y="3831336"/>
            <a:ext cx="1019556" cy="292608"/>
          </a:xfrm>
          <a:prstGeom prst="roundRect">
            <a:avLst>
              <a:gd name="adj" fmla="val 50000"/>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FFFFFF"/>
                </a:solidFill>
                <a:latin typeface="Arial"/>
              </a:rPr>
              <a:t>Inflation</a:t>
            </a:r>
          </a:p>
        </p:txBody>
      </p:sp>
      <p:sp>
        <p:nvSpPr>
          <p:cNvPr id="9" name="Rounded Rectangle 8"/>
          <p:cNvSpPr/>
          <p:nvPr/>
        </p:nvSpPr>
        <p:spPr>
          <a:xfrm>
            <a:off x="2025395" y="3831336"/>
            <a:ext cx="1330452"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Credit spread</a:t>
            </a:r>
          </a:p>
        </p:txBody>
      </p:sp>
      <p:sp>
        <p:nvSpPr>
          <p:cNvPr id="10" name="Rounded Rectangle 9"/>
          <p:cNvSpPr/>
          <p:nvPr/>
        </p:nvSpPr>
        <p:spPr>
          <a:xfrm>
            <a:off x="3447288" y="3831336"/>
            <a:ext cx="63093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CAPE</a:t>
            </a:r>
          </a:p>
        </p:txBody>
      </p:sp>
      <p:sp>
        <p:nvSpPr>
          <p:cNvPr id="11" name="TextBox 10"/>
          <p:cNvSpPr txBox="1"/>
          <p:nvPr/>
        </p:nvSpPr>
        <p:spPr>
          <a:xfrm>
            <a:off x="914400" y="4471416"/>
            <a:ext cx="3337560" cy="457200"/>
          </a:xfrm>
          <a:prstGeom prst="rect">
            <a:avLst/>
          </a:prstGeom>
          <a:noFill/>
        </p:spPr>
        <p:txBody>
          <a:bodyPr wrap="square" lIns="0" tIns="0" rIns="0" bIns="0">
            <a:spAutoFit/>
          </a:bodyPr>
          <a:lstStyle/>
          <a:p>
            <a:pPr algn="l">
              <a:spcAft>
                <a:spcPts val="600"/>
              </a:spcAft>
            </a:pPr>
            <a:r>
              <a:rPr sz="1400" b="1" i="0">
                <a:solidFill>
                  <a:srgbClr val="041D40"/>
                </a:solidFill>
                <a:latin typeface="Arial"/>
              </a:rPr>
              <a:t>2 of 21 losses warned of</a:t>
            </a:r>
          </a:p>
        </p:txBody>
      </p:sp>
      <p:sp>
        <p:nvSpPr>
          <p:cNvPr id="12" name="Rectangle 11"/>
          <p:cNvSpPr/>
          <p:nvPr/>
        </p:nvSpPr>
        <p:spPr>
          <a:xfrm>
            <a:off x="4754880" y="1865376"/>
            <a:ext cx="3794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83480" y="2048256"/>
            <a:ext cx="3337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GRADIENT BOOSTING</a:t>
            </a:r>
          </a:p>
        </p:txBody>
      </p:sp>
      <p:sp>
        <p:nvSpPr>
          <p:cNvPr id="14" name="TextBox 13"/>
          <p:cNvSpPr txBox="1"/>
          <p:nvPr/>
        </p:nvSpPr>
        <p:spPr>
          <a:xfrm>
            <a:off x="4983480" y="2505456"/>
            <a:ext cx="3337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Are there danger zones?</a:t>
            </a:r>
          </a:p>
        </p:txBody>
      </p:sp>
      <p:sp>
        <p:nvSpPr>
          <p:cNvPr id="15" name="TextBox 14"/>
          <p:cNvSpPr txBox="1"/>
          <p:nvPr/>
        </p:nvSpPr>
        <p:spPr>
          <a:xfrm>
            <a:off x="4983480" y="2916936"/>
            <a:ext cx="3337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Adds up many simple threshold rules, one predictor at a time.</a:t>
            </a:r>
          </a:p>
        </p:txBody>
      </p:sp>
      <p:sp>
        <p:nvSpPr>
          <p:cNvPr id="16" name="TextBox 15"/>
          <p:cNvSpPr txBox="1"/>
          <p:nvPr/>
        </p:nvSpPr>
        <p:spPr>
          <a:xfrm>
            <a:off x="4983480" y="3557016"/>
            <a:ext cx="3337560" cy="228600"/>
          </a:xfrm>
          <a:prstGeom prst="rect">
            <a:avLst/>
          </a:prstGeom>
          <a:noFill/>
        </p:spPr>
        <p:txBody>
          <a:bodyPr wrap="square" lIns="0" tIns="0" rIns="0" bIns="0">
            <a:spAutoFit/>
          </a:bodyPr>
          <a:lstStyle/>
          <a:p>
            <a:pPr algn="l">
              <a:spcAft>
                <a:spcPts val="600"/>
              </a:spcAft>
            </a:pPr>
            <a:r>
              <a:rPr sz="1100" b="1" i="0">
                <a:solidFill>
                  <a:srgbClr val="545759"/>
                </a:solidFill>
                <a:latin typeface="Arial"/>
              </a:rPr>
              <a:t>RELIES MOST ON</a:t>
            </a:r>
          </a:p>
        </p:txBody>
      </p:sp>
      <p:sp>
        <p:nvSpPr>
          <p:cNvPr id="17" name="Rounded Rectangle 16"/>
          <p:cNvSpPr/>
          <p:nvPr/>
        </p:nvSpPr>
        <p:spPr>
          <a:xfrm>
            <a:off x="4983480" y="3831336"/>
            <a:ext cx="630936"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CAPE</a:t>
            </a:r>
          </a:p>
        </p:txBody>
      </p:sp>
      <p:sp>
        <p:nvSpPr>
          <p:cNvPr id="18" name="Rounded Rectangle 17"/>
          <p:cNvSpPr/>
          <p:nvPr/>
        </p:nvSpPr>
        <p:spPr>
          <a:xfrm>
            <a:off x="5705856" y="3831336"/>
            <a:ext cx="1019556" cy="292608"/>
          </a:xfrm>
          <a:prstGeom prst="roundRect">
            <a:avLst>
              <a:gd name="adj" fmla="val 50000"/>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FFFFFF"/>
                </a:solidFill>
                <a:latin typeface="Arial"/>
              </a:rPr>
              <a:t>Inflation</a:t>
            </a:r>
          </a:p>
        </p:txBody>
      </p:sp>
      <p:sp>
        <p:nvSpPr>
          <p:cNvPr id="19" name="Rounded Rectangle 18"/>
          <p:cNvSpPr/>
          <p:nvPr/>
        </p:nvSpPr>
        <p:spPr>
          <a:xfrm>
            <a:off x="4983480" y="4215384"/>
            <a:ext cx="1952244" cy="29260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0">
                <a:solidFill>
                  <a:srgbClr val="041D40"/>
                </a:solidFill>
                <a:latin typeface="Arial"/>
              </a:rPr>
              <a:t>Industrial production</a:t>
            </a:r>
          </a:p>
        </p:txBody>
      </p:sp>
      <p:sp>
        <p:nvSpPr>
          <p:cNvPr id="20" name="TextBox 19"/>
          <p:cNvSpPr txBox="1"/>
          <p:nvPr/>
        </p:nvSpPr>
        <p:spPr>
          <a:xfrm>
            <a:off x="4983480" y="4690872"/>
            <a:ext cx="3337560" cy="457200"/>
          </a:xfrm>
          <a:prstGeom prst="rect">
            <a:avLst/>
          </a:prstGeom>
          <a:noFill/>
        </p:spPr>
        <p:txBody>
          <a:bodyPr wrap="square" lIns="0" tIns="0" rIns="0" bIns="0">
            <a:spAutoFit/>
          </a:bodyPr>
          <a:lstStyle/>
          <a:p>
            <a:pPr algn="l">
              <a:spcAft>
                <a:spcPts val="600"/>
              </a:spcAft>
            </a:pPr>
            <a:r>
              <a:rPr sz="1400" b="1" i="0">
                <a:solidFill>
                  <a:srgbClr val="041D40"/>
                </a:solidFill>
                <a:latin typeface="Arial"/>
              </a:rPr>
              <a:t>7 of 21, the most of the four</a:t>
            </a:r>
          </a:p>
        </p:txBody>
      </p:sp>
      <p:sp>
        <p:nvSpPr>
          <p:cNvPr id="21" name="Rectangle 20"/>
          <p:cNvSpPr/>
          <p:nvPr/>
        </p:nvSpPr>
        <p:spPr>
          <a:xfrm>
            <a:off x="8823960" y="1865376"/>
            <a:ext cx="265176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52560" y="2048256"/>
            <a:ext cx="2194560" cy="310896"/>
          </a:xfrm>
          <a:prstGeom prst="rect">
            <a:avLst/>
          </a:prstGeom>
          <a:noFill/>
        </p:spPr>
        <p:txBody>
          <a:bodyPr wrap="square" lIns="0" tIns="0" rIns="0" bIns="0">
            <a:spAutoFit/>
          </a:bodyPr>
          <a:lstStyle/>
          <a:p>
            <a:pPr algn="l">
              <a:spcAft>
                <a:spcPts val="600"/>
              </a:spcAft>
            </a:pPr>
            <a:r>
              <a:rPr sz="1800" b="1" i="0">
                <a:solidFill>
                  <a:srgbClr val="A31F34"/>
                </a:solidFill>
                <a:latin typeface="+mj-lt"/>
              </a:rPr>
              <a:t>LESSON</a:t>
            </a:r>
          </a:p>
        </p:txBody>
      </p:sp>
      <p:sp>
        <p:nvSpPr>
          <p:cNvPr id="23" name="TextBox 22"/>
          <p:cNvSpPr txBox="1"/>
          <p:nvPr/>
        </p:nvSpPr>
        <p:spPr>
          <a:xfrm>
            <a:off x="9052560" y="2505456"/>
            <a:ext cx="2194560" cy="320040"/>
          </a:xfrm>
          <a:prstGeom prst="rect">
            <a:avLst/>
          </a:prstGeom>
          <a:noFill/>
        </p:spPr>
        <p:txBody>
          <a:bodyPr wrap="square" lIns="0" tIns="0" rIns="0" bIns="0">
            <a:spAutoFit/>
          </a:bodyPr>
          <a:lstStyle/>
          <a:p>
            <a:pPr algn="l">
              <a:spcAft>
                <a:spcPts val="600"/>
              </a:spcAft>
            </a:pPr>
            <a:r>
              <a:rPr sz="1600" b="0" i="1">
                <a:solidFill>
                  <a:srgbClr val="041D40"/>
                </a:solidFill>
                <a:latin typeface="Arial"/>
              </a:rPr>
              <a:t>Crisis by crisis?</a:t>
            </a:r>
          </a:p>
        </p:txBody>
      </p:sp>
      <p:sp>
        <p:nvSpPr>
          <p:cNvPr id="24" name="TextBox 23"/>
          <p:cNvSpPr txBox="1"/>
          <p:nvPr/>
        </p:nvSpPr>
        <p:spPr>
          <a:xfrm>
            <a:off x="9052560" y="2916936"/>
            <a:ext cx="2194560" cy="731520"/>
          </a:xfrm>
          <a:prstGeom prst="rect">
            <a:avLst/>
          </a:prstGeom>
          <a:noFill/>
        </p:spPr>
        <p:txBody>
          <a:bodyPr wrap="square" lIns="0" tIns="0" rIns="0" bIns="0">
            <a:spAutoFit/>
          </a:bodyPr>
          <a:lstStyle/>
          <a:p>
            <a:pPr algn="l">
              <a:spcAft>
                <a:spcPts val="600"/>
              </a:spcAft>
            </a:pPr>
            <a:r>
              <a:rPr sz="1400" b="0" i="0">
                <a:solidFill>
                  <a:srgbClr val="545759"/>
                </a:solidFill>
                <a:latin typeface="Arial"/>
              </a:rPr>
              <a:t>Every model agrees on inflation and disagrees on the rest. Too few past losses to learn one rule that fits them all.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Most losses go unwarned</a:t>
            </a:r>
          </a:p>
        </p:txBody>
      </p:sp>
      <p:sp>
        <p:nvSpPr>
          <p:cNvPr id="3" name="TextBox 2"/>
          <p:cNvSpPr txBox="1"/>
          <p:nvPr/>
        </p:nvSpPr>
        <p:spPr>
          <a:xfrm>
            <a:off x="685800" y="1916921"/>
            <a:ext cx="10241280" cy="274320"/>
          </a:xfrm>
          <a:prstGeom prst="rect">
            <a:avLst/>
          </a:prstGeom>
          <a:noFill/>
        </p:spPr>
        <p:txBody>
          <a:bodyPr wrap="square" lIns="0" tIns="0" rIns="0" bIns="0" anchor="t">
            <a:spAutoFit/>
          </a:bodyPr>
          <a:lstStyle/>
          <a:p>
            <a:pPr algn="l">
              <a:spcAft>
                <a:spcPts val="600"/>
              </a:spcAft>
            </a:pPr>
            <a:r>
              <a:rPr sz="1300" b="0" dirty="0">
                <a:solidFill>
                  <a:srgbClr val="545759"/>
                </a:solidFill>
                <a:latin typeface="Arial"/>
              </a:rPr>
              <a:t>Warning: forecast probability of a 10% loss ≥ 10%  ·  420 month-ends, 1991–2025  ·  21 followed by a 10% loss</a:t>
            </a:r>
          </a:p>
        </p:txBody>
      </p:sp>
      <p:graphicFrame>
        <p:nvGraphicFramePr>
          <p:cNvPr id="4" name="Table 3"/>
          <p:cNvGraphicFramePr>
            <a:graphicFrameLocks noGrp="1"/>
          </p:cNvGraphicFramePr>
          <p:nvPr/>
        </p:nvGraphicFramePr>
        <p:xfrm>
          <a:off x="685800" y="2282681"/>
          <a:ext cx="10780775" cy="2560320"/>
        </p:xfrm>
        <a:graphic>
          <a:graphicData uri="http://schemas.openxmlformats.org/drawingml/2006/table">
            <a:tbl>
              <a:tblPr>
                <a:tableStyleId>{5940675A-B579-460E-94D1-54222C63F5DA}</a:tableStyleId>
              </a:tblPr>
              <a:tblGrid>
                <a:gridCol w="3017520">
                  <a:extLst>
                    <a:ext uri="{9D8B030D-6E8A-4147-A177-3AD203B41FA5}">
                      <a16:colId xmlns:a16="http://schemas.microsoft.com/office/drawing/2014/main" val="20000"/>
                    </a:ext>
                  </a:extLst>
                </a:gridCol>
                <a:gridCol w="1552651">
                  <a:extLst>
                    <a:ext uri="{9D8B030D-6E8A-4147-A177-3AD203B41FA5}">
                      <a16:colId xmlns:a16="http://schemas.microsoft.com/office/drawing/2014/main" val="20002"/>
                    </a:ext>
                  </a:extLst>
                </a:gridCol>
                <a:gridCol w="1552651">
                  <a:extLst>
                    <a:ext uri="{9D8B030D-6E8A-4147-A177-3AD203B41FA5}">
                      <a16:colId xmlns:a16="http://schemas.microsoft.com/office/drawing/2014/main" val="20003"/>
                    </a:ext>
                  </a:extLst>
                </a:gridCol>
                <a:gridCol w="1552651">
                  <a:extLst>
                    <a:ext uri="{9D8B030D-6E8A-4147-A177-3AD203B41FA5}">
                      <a16:colId xmlns:a16="http://schemas.microsoft.com/office/drawing/2014/main" val="20004"/>
                    </a:ext>
                  </a:extLst>
                </a:gridCol>
                <a:gridCol w="1552651">
                  <a:extLst>
                    <a:ext uri="{9D8B030D-6E8A-4147-A177-3AD203B41FA5}">
                      <a16:colId xmlns:a16="http://schemas.microsoft.com/office/drawing/2014/main" val="20005"/>
                    </a:ext>
                  </a:extLst>
                </a:gridCol>
                <a:gridCol w="1552651">
                  <a:extLst>
                    <a:ext uri="{9D8B030D-6E8A-4147-A177-3AD203B41FA5}">
                      <a16:colId xmlns:a16="http://schemas.microsoft.com/office/drawing/2014/main" val="20006"/>
                    </a:ext>
                  </a:extLst>
                </a:gridCol>
              </a:tblGrid>
              <a:tr h="640080">
                <a:tc>
                  <a:txBody>
                    <a:bodyPr/>
                    <a:lstStyle/>
                    <a:p>
                      <a:pPr algn="l"/>
                      <a:r>
                        <a:rPr sz="1000" b="1">
                          <a:solidFill>
                            <a:srgbClr val="FFFFFF"/>
                          </a:solidFill>
                          <a:latin typeface="Arial"/>
                        </a:rPr>
                        <a:t>At 10%</a:t>
                      </a:r>
                    </a:p>
                  </a:txBody>
                  <a:tcPr marL="73152" marR="73152" marT="27432" marB="27432" anchor="ctr">
                    <a:solidFill>
                      <a:srgbClr val="041D40"/>
                    </a:solidFill>
                  </a:tcPr>
                </a:tc>
                <a:tc>
                  <a:txBody>
                    <a:bodyPr/>
                    <a:lstStyle/>
                    <a:p>
                      <a:pPr algn="ctr"/>
                      <a:r>
                        <a:rPr sz="1000" b="1">
                          <a:solidFill>
                            <a:srgbClr val="FFFFFF"/>
                          </a:solidFill>
                          <a:latin typeface="Arial"/>
                        </a:rPr>
                        <a:t>Normal distribution</a:t>
                      </a:r>
                    </a:p>
                  </a:txBody>
                  <a:tcPr marL="73152" marR="73152" marT="27432" marB="27432" anchor="ctr">
                    <a:solidFill>
                      <a:srgbClr val="041D40"/>
                    </a:solidFill>
                  </a:tcPr>
                </a:tc>
                <a:tc>
                  <a:txBody>
                    <a:bodyPr/>
                    <a:lstStyle/>
                    <a:p>
                      <a:pPr algn="ctr"/>
                      <a:r>
                        <a:rPr sz="1000" b="1">
                          <a:solidFill>
                            <a:srgbClr val="FFFFFF"/>
                          </a:solidFill>
                          <a:latin typeface="Arial"/>
                        </a:rPr>
                        <a:t>Logistic regression</a:t>
                      </a:r>
                    </a:p>
                  </a:txBody>
                  <a:tcPr marL="73152" marR="73152" marT="27432" marB="27432" anchor="ctr">
                    <a:solidFill>
                      <a:srgbClr val="041D40"/>
                    </a:solidFill>
                  </a:tcPr>
                </a:tc>
                <a:tc>
                  <a:txBody>
                    <a:bodyPr/>
                    <a:lstStyle/>
                    <a:p>
                      <a:pPr algn="ctr"/>
                      <a:r>
                        <a:rPr sz="1000" b="1">
                          <a:solidFill>
                            <a:srgbClr val="FFFFFF"/>
                          </a:solidFill>
                          <a:latin typeface="Arial"/>
                        </a:rPr>
                        <a:t>Penalized logit</a:t>
                      </a:r>
                    </a:p>
                  </a:txBody>
                  <a:tcPr marL="73152" marR="73152" marT="27432" marB="27432" anchor="ctr">
                    <a:solidFill>
                      <a:srgbClr val="041D40"/>
                    </a:solidFill>
                  </a:tcPr>
                </a:tc>
                <a:tc>
                  <a:txBody>
                    <a:bodyPr/>
                    <a:lstStyle/>
                    <a:p>
                      <a:pPr algn="ctr"/>
                      <a:r>
                        <a:rPr sz="1000" b="1">
                          <a:solidFill>
                            <a:srgbClr val="FFFFFF"/>
                          </a:solidFill>
                          <a:latin typeface="Arial"/>
                        </a:rPr>
                        <a:t>Neural net</a:t>
                      </a:r>
                    </a:p>
                  </a:txBody>
                  <a:tcPr marL="73152" marR="73152" marT="27432" marB="27432" anchor="ctr">
                    <a:solidFill>
                      <a:srgbClr val="041D40"/>
                    </a:solidFill>
                  </a:tcPr>
                </a:tc>
                <a:tc>
                  <a:txBody>
                    <a:bodyPr/>
                    <a:lstStyle/>
                    <a:p>
                      <a:pPr algn="ctr"/>
                      <a:r>
                        <a:rPr sz="1000" b="1">
                          <a:solidFill>
                            <a:srgbClr val="FFFFFF"/>
                          </a:solidFill>
                          <a:latin typeface="Arial"/>
                        </a:rPr>
                        <a:t>Gradient boosting</a:t>
                      </a:r>
                    </a:p>
                  </a:txBody>
                  <a:tcPr marL="73152" marR="73152" marT="27432" marB="27432" anchor="ctr">
                    <a:solidFill>
                      <a:srgbClr val="041D40"/>
                    </a:solidFill>
                  </a:tcPr>
                </a:tc>
                <a:extLst>
                  <a:ext uri="{0D108BD9-81ED-4DB2-BD59-A6C34878D82A}">
                    <a16:rowId xmlns:a16="http://schemas.microsoft.com/office/drawing/2014/main" val="10000"/>
                  </a:ext>
                </a:extLst>
              </a:tr>
              <a:tr h="640080">
                <a:tc>
                  <a:txBody>
                    <a:bodyPr/>
                    <a:lstStyle/>
                    <a:p>
                      <a:pPr algn="l"/>
                      <a:r>
                        <a:rPr sz="1000" b="1">
                          <a:solidFill>
                            <a:srgbClr val="545759"/>
                          </a:solidFill>
                          <a:latin typeface="Arial"/>
                        </a:rPr>
                        <a:t>Warnings (months)</a:t>
                      </a:r>
                    </a:p>
                  </a:txBody>
                  <a:tcPr marL="73152" marR="73152" marT="27432" marB="27432" anchor="ctr">
                    <a:solidFill>
                      <a:srgbClr val="FFFFFF"/>
                    </a:solidFill>
                  </a:tcPr>
                </a:tc>
                <a:tc>
                  <a:txBody>
                    <a:bodyPr/>
                    <a:lstStyle/>
                    <a:p>
                      <a:pPr algn="ctr"/>
                      <a:r>
                        <a:rPr sz="1000" b="0">
                          <a:solidFill>
                            <a:srgbClr val="545759"/>
                          </a:solidFill>
                          <a:latin typeface="Arial"/>
                        </a:rPr>
                        <a:t>291</a:t>
                      </a:r>
                    </a:p>
                  </a:txBody>
                  <a:tcPr marL="73152" marR="73152" marT="27432" marB="27432" anchor="ctr">
                    <a:solidFill>
                      <a:srgbClr val="FFFFFF"/>
                    </a:solidFill>
                  </a:tcPr>
                </a:tc>
                <a:tc>
                  <a:txBody>
                    <a:bodyPr/>
                    <a:lstStyle/>
                    <a:p>
                      <a:pPr algn="ctr"/>
                      <a:r>
                        <a:rPr sz="1000" b="0">
                          <a:solidFill>
                            <a:srgbClr val="545759"/>
                          </a:solidFill>
                          <a:latin typeface="Arial"/>
                        </a:rPr>
                        <a:t>72</a:t>
                      </a:r>
                    </a:p>
                  </a:txBody>
                  <a:tcPr marL="73152" marR="73152" marT="27432" marB="27432" anchor="ctr">
                    <a:solidFill>
                      <a:srgbClr val="FFFFFF"/>
                    </a:solidFill>
                  </a:tcPr>
                </a:tc>
                <a:tc>
                  <a:txBody>
                    <a:bodyPr/>
                    <a:lstStyle/>
                    <a:p>
                      <a:pPr algn="ctr"/>
                      <a:r>
                        <a:rPr sz="1000" b="0">
                          <a:solidFill>
                            <a:srgbClr val="545759"/>
                          </a:solidFill>
                          <a:latin typeface="Arial"/>
                        </a:rPr>
                        <a:t>17</a:t>
                      </a:r>
                    </a:p>
                  </a:txBody>
                  <a:tcPr marL="73152" marR="73152" marT="27432" marB="27432" anchor="ctr">
                    <a:solidFill>
                      <a:srgbClr val="FFFFFF"/>
                    </a:solidFill>
                  </a:tcPr>
                </a:tc>
                <a:tc>
                  <a:txBody>
                    <a:bodyPr/>
                    <a:lstStyle/>
                    <a:p>
                      <a:pPr algn="ctr"/>
                      <a:r>
                        <a:rPr sz="1000" b="0">
                          <a:solidFill>
                            <a:srgbClr val="545759"/>
                          </a:solidFill>
                          <a:latin typeface="Arial"/>
                        </a:rPr>
                        <a:t>51</a:t>
                      </a:r>
                    </a:p>
                  </a:txBody>
                  <a:tcPr marL="73152" marR="73152" marT="27432" marB="27432" anchor="ctr">
                    <a:solidFill>
                      <a:srgbClr val="FFFFFF"/>
                    </a:solidFill>
                  </a:tcPr>
                </a:tc>
                <a:tc>
                  <a:txBody>
                    <a:bodyPr/>
                    <a:lstStyle/>
                    <a:p>
                      <a:pPr algn="ctr"/>
                      <a:r>
                        <a:rPr sz="1000" b="0">
                          <a:solidFill>
                            <a:srgbClr val="545759"/>
                          </a:solidFill>
                          <a:latin typeface="Arial"/>
                        </a:rPr>
                        <a:t>57</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pPr algn="l"/>
                      <a:r>
                        <a:rPr sz="1000" b="1">
                          <a:solidFill>
                            <a:srgbClr val="545759"/>
                          </a:solidFill>
                          <a:latin typeface="Arial"/>
                        </a:rPr>
                        <a:t>Share of 10% losses preceded by a warning</a:t>
                      </a:r>
                    </a:p>
                  </a:txBody>
                  <a:tcPr marL="73152" marR="73152" marT="27432" marB="27432" anchor="ctr">
                    <a:solidFill>
                      <a:srgbClr val="FBEFF1"/>
                    </a:solidFill>
                  </a:tcPr>
                </a:tc>
                <a:tc>
                  <a:txBody>
                    <a:bodyPr/>
                    <a:lstStyle/>
                    <a:p>
                      <a:pPr algn="ctr"/>
                      <a:r>
                        <a:rPr sz="1000" b="0">
                          <a:solidFill>
                            <a:srgbClr val="545759"/>
                          </a:solidFill>
                          <a:latin typeface="Arial"/>
                        </a:rPr>
                        <a:t>86%</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10%</a:t>
                      </a:r>
                    </a:p>
                  </a:txBody>
                  <a:tcPr marL="73152" marR="73152" marT="27432" marB="27432" anchor="ctr">
                    <a:solidFill>
                      <a:srgbClr val="FBEFF1"/>
                    </a:solidFill>
                  </a:tcPr>
                </a:tc>
                <a:tc>
                  <a:txBody>
                    <a:bodyPr/>
                    <a:lstStyle/>
                    <a:p>
                      <a:pPr algn="ctr"/>
                      <a:r>
                        <a:rPr sz="1000" b="0">
                          <a:solidFill>
                            <a:srgbClr val="545759"/>
                          </a:solidFill>
                          <a:latin typeface="Arial"/>
                        </a:rPr>
                        <a:t>33%</a:t>
                      </a:r>
                    </a:p>
                  </a:txBody>
                  <a:tcPr marL="73152" marR="73152" marT="27432" marB="27432" anchor="ctr">
                    <a:solidFill>
                      <a:srgbClr val="FBEFF1"/>
                    </a:solidFill>
                  </a:tcPr>
                </a:tc>
                <a:extLst>
                  <a:ext uri="{0D108BD9-81ED-4DB2-BD59-A6C34878D82A}">
                    <a16:rowId xmlns:a16="http://schemas.microsoft.com/office/drawing/2014/main" val="10006"/>
                  </a:ext>
                </a:extLst>
              </a:tr>
              <a:tr h="640080">
                <a:tc>
                  <a:txBody>
                    <a:bodyPr/>
                    <a:lstStyle/>
                    <a:p>
                      <a:pPr algn="l"/>
                      <a:r>
                        <a:rPr sz="1000" b="1">
                          <a:solidFill>
                            <a:srgbClr val="545759"/>
                          </a:solidFill>
                          <a:latin typeface="Arial"/>
                        </a:rPr>
                        <a:t>True positives (warnings followed by a loss)</a:t>
                      </a:r>
                    </a:p>
                  </a:txBody>
                  <a:tcPr marL="73152" marR="73152" marT="27432" marB="27432" anchor="ctr">
                    <a:solidFill>
                      <a:srgbClr val="FBEFF1"/>
                    </a:solidFill>
                  </a:tcPr>
                </a:tc>
                <a:tc>
                  <a:txBody>
                    <a:bodyPr/>
                    <a:lstStyle/>
                    <a:p>
                      <a:pPr algn="ctr"/>
                      <a:r>
                        <a:rPr sz="1000" b="0">
                          <a:solidFill>
                            <a:srgbClr val="545759"/>
                          </a:solidFill>
                          <a:latin typeface="Arial"/>
                        </a:rPr>
                        <a:t>6.2%</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17.6%</a:t>
                      </a:r>
                    </a:p>
                  </a:txBody>
                  <a:tcPr marL="73152" marR="73152" marT="27432" marB="27432" anchor="ctr">
                    <a:solidFill>
                      <a:srgbClr val="FBEFF1"/>
                    </a:solidFill>
                  </a:tcPr>
                </a:tc>
                <a:tc>
                  <a:txBody>
                    <a:bodyPr/>
                    <a:lstStyle/>
                    <a:p>
                      <a:pPr algn="ctr"/>
                      <a:r>
                        <a:rPr sz="1000" b="0">
                          <a:solidFill>
                            <a:srgbClr val="545759"/>
                          </a:solidFill>
                          <a:latin typeface="Arial"/>
                        </a:rPr>
                        <a:t>3.9%</a:t>
                      </a:r>
                    </a:p>
                  </a:txBody>
                  <a:tcPr marL="73152" marR="73152" marT="27432" marB="27432" anchor="ctr">
                    <a:solidFill>
                      <a:srgbClr val="FBEFF1"/>
                    </a:solidFill>
                  </a:tcPr>
                </a:tc>
                <a:tc>
                  <a:txBody>
                    <a:bodyPr/>
                    <a:lstStyle/>
                    <a:p>
                      <a:pPr algn="ctr"/>
                      <a:r>
                        <a:rPr sz="1000" b="0">
                          <a:solidFill>
                            <a:srgbClr val="545759"/>
                          </a:solidFill>
                          <a:latin typeface="Arial"/>
                        </a:rPr>
                        <a:t>12.3%</a:t>
                      </a:r>
                    </a:p>
                  </a:txBody>
                  <a:tcPr marL="73152" marR="73152" marT="27432" marB="27432" anchor="ctr">
                    <a:solidFill>
                      <a:srgbClr val="FBEFF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Relevance-based prediction (RBP)</a:t>
            </a:r>
          </a:p>
        </p:txBody>
      </p:sp>
      <p:sp>
        <p:nvSpPr>
          <p:cNvPr id="3" name="Rectangle 2"/>
          <p:cNvSpPr/>
          <p:nvPr/>
        </p:nvSpPr>
        <p:spPr>
          <a:xfrm>
            <a:off x="685800" y="1862057"/>
            <a:ext cx="306324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44937"/>
            <a:ext cx="260604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INPUTS</a:t>
            </a:r>
          </a:p>
        </p:txBody>
      </p:sp>
      <p:sp>
        <p:nvSpPr>
          <p:cNvPr id="6" name="TextBox 5"/>
          <p:cNvSpPr txBox="1"/>
          <p:nvPr/>
        </p:nvSpPr>
        <p:spPr>
          <a:xfrm>
            <a:off x="914400" y="2502137"/>
            <a:ext cx="2606040" cy="1606295"/>
          </a:xfrm>
          <a:prstGeom prst="rect">
            <a:avLst/>
          </a:prstGeom>
          <a:noFill/>
        </p:spPr>
        <p:txBody>
          <a:bodyPr wrap="square" lIns="0" tIns="0" rIns="0" bIns="0" anchor="t">
            <a:spAutoFit/>
          </a:bodyPr>
          <a:lstStyle/>
          <a:p>
            <a:pPr marL="285750" indent="-285750" algn="l">
              <a:spcAft>
                <a:spcPts val="600"/>
              </a:spcAft>
              <a:buFont typeface="+mj-lt"/>
              <a:buAutoNum type="arabicPeriod"/>
            </a:pPr>
            <a:r>
              <a:rPr lang="en-US" sz="1400" b="0" dirty="0">
                <a:solidFill>
                  <a:srgbClr val="545759"/>
                </a:solidFill>
                <a:latin typeface="Arial"/>
              </a:rPr>
              <a:t>13 predictors at the prior month’s end</a:t>
            </a:r>
          </a:p>
          <a:p>
            <a:pPr marL="285750" indent="-285750" algn="l">
              <a:spcAft>
                <a:spcPts val="600"/>
              </a:spcAft>
              <a:buFont typeface="+mj-lt"/>
              <a:buAutoNum type="arabicPeriod"/>
            </a:pPr>
            <a:r>
              <a:rPr lang="en-US" sz="1400" b="0" dirty="0">
                <a:solidFill>
                  <a:srgbClr val="545759"/>
                </a:solidFill>
                <a:latin typeface="Arial"/>
              </a:rPr>
              <a:t>Every past month since 1930: its predictors and whether a 10% loss followed</a:t>
            </a:r>
          </a:p>
        </p:txBody>
      </p:sp>
      <p:sp>
        <p:nvSpPr>
          <p:cNvPr id="7" name="Right Arrow 6"/>
          <p:cNvSpPr/>
          <p:nvPr/>
        </p:nvSpPr>
        <p:spPr>
          <a:xfrm>
            <a:off x="3840480" y="3553697"/>
            <a:ext cx="320040" cy="365760"/>
          </a:xfrm>
          <a:prstGeom prst="rightArrow">
            <a:avLst/>
          </a:prstGeom>
          <a:solidFill>
            <a:srgbClr val="041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251960" y="1862057"/>
            <a:ext cx="393192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2044937"/>
            <a:ext cx="347472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MODEL</a:t>
            </a:r>
          </a:p>
        </p:txBody>
      </p:sp>
      <p:sp>
        <p:nvSpPr>
          <p:cNvPr id="11" name="TextBox 10"/>
          <p:cNvSpPr txBox="1"/>
          <p:nvPr/>
        </p:nvSpPr>
        <p:spPr>
          <a:xfrm>
            <a:off x="4480560" y="2502137"/>
            <a:ext cx="3474720" cy="1335024"/>
          </a:xfrm>
          <a:prstGeom prst="rect">
            <a:avLst/>
          </a:prstGeom>
          <a:noFill/>
        </p:spPr>
        <p:txBody>
          <a:bodyPr wrap="square" lIns="0" tIns="0" rIns="0" bIns="0" anchor="t">
            <a:spAutoFit/>
          </a:bodyPr>
          <a:lstStyle/>
          <a:p>
            <a:pPr algn="l">
              <a:spcAft>
                <a:spcPts val="600"/>
              </a:spcAft>
              <a:buNone/>
            </a:pPr>
            <a:r>
              <a:rPr lang="en-US" sz="1400" b="0" dirty="0">
                <a:solidFill>
                  <a:srgbClr val="545759"/>
                </a:solidFill>
                <a:latin typeface="Arial"/>
              </a:rPr>
              <a:t>Each past month weighted by its relevance to today (similarity plus unusualness)</a:t>
            </a:r>
          </a:p>
          <a:p>
            <a:pPr algn="l">
              <a:spcAft>
                <a:spcPts val="600"/>
              </a:spcAft>
              <a:buNone/>
            </a:pPr>
            <a:r>
              <a:rPr lang="en-US" sz="1300" b="0" dirty="0">
                <a:solidFill>
                  <a:srgbClr val="8A8B8C"/>
                </a:solidFill>
                <a:latin typeface="Arial"/>
              </a:rPr>
              <a:t>Averaged over predictor subsets and relevance cut-offs, weighted by fit</a:t>
            </a:r>
          </a:p>
        </p:txBody>
      </p:sp>
      <p:sp>
        <p:nvSpPr>
          <p:cNvPr id="12" name="Right Arrow 11"/>
          <p:cNvSpPr/>
          <p:nvPr/>
        </p:nvSpPr>
        <p:spPr>
          <a:xfrm>
            <a:off x="8275320" y="3553697"/>
            <a:ext cx="320040" cy="365760"/>
          </a:xfrm>
          <a:prstGeom prst="rightArrow">
            <a:avLst/>
          </a:prstGeom>
          <a:solidFill>
            <a:srgbClr val="041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686800" y="1862057"/>
            <a:ext cx="2788920" cy="3291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15400" y="2044937"/>
            <a:ext cx="233172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OUTPUTS</a:t>
            </a:r>
          </a:p>
        </p:txBody>
      </p:sp>
      <p:sp>
        <p:nvSpPr>
          <p:cNvPr id="16" name="TextBox 15"/>
          <p:cNvSpPr txBox="1"/>
          <p:nvPr/>
        </p:nvSpPr>
        <p:spPr>
          <a:xfrm>
            <a:off x="8915400" y="2502137"/>
            <a:ext cx="2331720" cy="1606295"/>
          </a:xfrm>
          <a:prstGeom prst="rect">
            <a:avLst/>
          </a:prstGeom>
          <a:noFill/>
        </p:spPr>
        <p:txBody>
          <a:bodyPr wrap="square" lIns="0" tIns="0" rIns="0" bIns="0" anchor="t">
            <a:spAutoFit/>
          </a:bodyPr>
          <a:lstStyle/>
          <a:p>
            <a:pPr marL="285750" indent="-285750" algn="l">
              <a:spcAft>
                <a:spcPts val="600"/>
              </a:spcAft>
              <a:buFont typeface="+mj-lt"/>
              <a:buAutoNum type="arabicPeriod"/>
            </a:pPr>
            <a:r>
              <a:rPr lang="en-US" sz="1400" b="0" dirty="0">
                <a:solidFill>
                  <a:srgbClr val="545759"/>
                </a:solidFill>
                <a:latin typeface="Arial"/>
              </a:rPr>
              <a:t>Probability of a 10% loss over the next three months</a:t>
            </a:r>
          </a:p>
          <a:p>
            <a:pPr marL="285750" indent="-285750" algn="l">
              <a:spcAft>
                <a:spcPts val="600"/>
              </a:spcAft>
              <a:buFont typeface="+mj-lt"/>
              <a:buAutoNum type="arabicPeriod"/>
            </a:pPr>
            <a:r>
              <a:rPr lang="en-US" sz="1400" b="1" dirty="0">
                <a:solidFill>
                  <a:srgbClr val="041D40"/>
                </a:solidFill>
                <a:latin typeface="Arial"/>
              </a:rPr>
              <a:t>Warning when the probability is at or above 10%, 15% or 20%</a:t>
            </a:r>
          </a:p>
          <a:p>
            <a:pPr marL="285750" indent="-285750" algn="l">
              <a:spcAft>
                <a:spcPts val="600"/>
              </a:spcAft>
              <a:buFont typeface="+mj-lt"/>
              <a:buAutoNum type="arabicPeriod"/>
            </a:pPr>
            <a:r>
              <a:rPr lang="en-US" sz="1400" b="0" dirty="0">
                <a:solidFill>
                  <a:srgbClr val="545759"/>
                </a:solidFill>
                <a:latin typeface="Arial"/>
              </a:rPr>
              <a:t>Fit of each forecast: how much to trust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Trading Rule</a:t>
            </a:r>
            <a:endParaRPr dirty="0"/>
          </a:p>
        </p:txBody>
      </p:sp>
      <p:sp>
        <p:nvSpPr>
          <p:cNvPr id="3" name="Rectangle 2"/>
          <p:cNvSpPr/>
          <p:nvPr/>
        </p:nvSpPr>
        <p:spPr>
          <a:xfrm>
            <a:off x="685800" y="1862057"/>
            <a:ext cx="3063240" cy="3749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44937"/>
            <a:ext cx="260604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SIGNAL</a:t>
            </a:r>
          </a:p>
        </p:txBody>
      </p:sp>
      <p:sp>
        <p:nvSpPr>
          <p:cNvPr id="6" name="TextBox 5"/>
          <p:cNvSpPr txBox="1"/>
          <p:nvPr/>
        </p:nvSpPr>
        <p:spPr>
          <a:xfrm>
            <a:off x="914400" y="2502137"/>
            <a:ext cx="2606040" cy="938719"/>
          </a:xfrm>
          <a:prstGeom prst="rect">
            <a:avLst/>
          </a:prstGeom>
          <a:noFill/>
        </p:spPr>
        <p:txBody>
          <a:bodyPr wrap="square" lIns="0" tIns="0" rIns="0" bIns="0" anchor="t">
            <a:spAutoFit/>
          </a:bodyPr>
          <a:lstStyle/>
          <a:p>
            <a:pPr marL="285750" indent="-285750" algn="l">
              <a:spcAft>
                <a:spcPts val="600"/>
              </a:spcAft>
              <a:buFont typeface="+mj-lt"/>
              <a:buAutoNum type="arabicPeriod"/>
            </a:pPr>
            <a:r>
              <a:rPr lang="en-US" sz="1400" b="0" dirty="0">
                <a:solidFill>
                  <a:srgbClr val="545759"/>
                </a:solidFill>
                <a:latin typeface="Arial"/>
              </a:rPr>
              <a:t>A warning when the model’s probability of a 10% loss is at or above the threshold</a:t>
            </a:r>
          </a:p>
          <a:p>
            <a:pPr marL="285750" indent="-285750" algn="l">
              <a:spcAft>
                <a:spcPts val="600"/>
              </a:spcAft>
              <a:buFont typeface="+mj-lt"/>
              <a:buAutoNum type="arabicPeriod"/>
            </a:pPr>
            <a:r>
              <a:rPr lang="en-US" sz="1400" b="0" dirty="0">
                <a:solidFill>
                  <a:srgbClr val="545759"/>
                </a:solidFill>
                <a:latin typeface="Arial"/>
              </a:rPr>
              <a:t>Thresholds: 10%, 15%, 20%</a:t>
            </a:r>
          </a:p>
        </p:txBody>
      </p:sp>
      <p:sp>
        <p:nvSpPr>
          <p:cNvPr id="7" name="Right Arrow 6"/>
          <p:cNvSpPr/>
          <p:nvPr/>
        </p:nvSpPr>
        <p:spPr>
          <a:xfrm>
            <a:off x="3840480" y="3553697"/>
            <a:ext cx="320040" cy="365760"/>
          </a:xfrm>
          <a:prstGeom prst="rightArrow">
            <a:avLst/>
          </a:prstGeom>
          <a:solidFill>
            <a:srgbClr val="041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251960" y="1862057"/>
            <a:ext cx="3931920" cy="3749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2044937"/>
            <a:ext cx="347472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POSITION</a:t>
            </a:r>
          </a:p>
        </p:txBody>
      </p:sp>
      <p:sp>
        <p:nvSpPr>
          <p:cNvPr id="11" name="TextBox 10"/>
          <p:cNvSpPr txBox="1"/>
          <p:nvPr/>
        </p:nvSpPr>
        <p:spPr>
          <a:xfrm>
            <a:off x="4480560" y="2502137"/>
            <a:ext cx="3474720" cy="646331"/>
          </a:xfrm>
          <a:prstGeom prst="rect">
            <a:avLst/>
          </a:prstGeom>
          <a:noFill/>
        </p:spPr>
        <p:txBody>
          <a:bodyPr wrap="square" lIns="0" tIns="0" rIns="0" bIns="0" anchor="t">
            <a:spAutoFit/>
          </a:bodyPr>
          <a:lstStyle/>
          <a:p>
            <a:pPr marL="285750" indent="-285750" algn="l">
              <a:spcAft>
                <a:spcPts val="600"/>
              </a:spcAft>
              <a:buFont typeface="+mj-lt"/>
              <a:buAutoNum type="arabicPeriod"/>
            </a:pPr>
            <a:r>
              <a:rPr lang="en-US" sz="1400" b="0" dirty="0">
                <a:solidFill>
                  <a:srgbClr val="545759"/>
                </a:solidFill>
                <a:latin typeface="Arial"/>
              </a:rPr>
              <a:t>No warning: 80% stocks, 20% 10-year Treasuries</a:t>
            </a:r>
          </a:p>
          <a:p>
            <a:pPr marL="285750" indent="-285750" algn="l">
              <a:spcAft>
                <a:spcPts val="600"/>
              </a:spcAft>
              <a:buFont typeface="+mj-lt"/>
              <a:buAutoNum type="arabicPeriod"/>
            </a:pPr>
            <a:r>
              <a:rPr lang="en-US" sz="1400" b="0" dirty="0">
                <a:solidFill>
                  <a:srgbClr val="545759"/>
                </a:solidFill>
                <a:latin typeface="Arial"/>
              </a:rPr>
              <a:t>Warning: 50% stocks for the next month</a:t>
            </a:r>
          </a:p>
          <a:p>
            <a:pPr marL="285750" indent="-285750" algn="l">
              <a:spcAft>
                <a:spcPts val="600"/>
              </a:spcAft>
              <a:buFont typeface="+mj-lt"/>
              <a:buAutoNum type="arabicPeriod"/>
            </a:pPr>
            <a:r>
              <a:rPr lang="en-US" sz="1400" b="0" dirty="0">
                <a:solidFill>
                  <a:srgbClr val="545759"/>
                </a:solidFill>
                <a:latin typeface="Arial"/>
              </a:rPr>
              <a:t>RBP scaled by fit: a warning cuts stocks further when fit is high</a:t>
            </a:r>
          </a:p>
          <a:p>
            <a:pPr marL="457200" indent="-171450" algn="l">
              <a:spcAft>
                <a:spcPts val="300"/>
              </a:spcAft>
              <a:buFont typeface="Arial"/>
              <a:buChar char="–"/>
            </a:pPr>
            <a:r>
              <a:rPr lang="en-US" sz="1300" b="0" dirty="0">
                <a:solidFill>
                  <a:srgbClr val="545759"/>
                </a:solidFill>
                <a:latin typeface="Arial"/>
              </a:rPr>
              <a:t>Top 25% fit (of the last 60): 40% stocks</a:t>
            </a:r>
          </a:p>
          <a:p>
            <a:pPr marL="457200" indent="-171450" algn="l">
              <a:spcAft>
                <a:spcPts val="300"/>
              </a:spcAft>
              <a:buFont typeface="Arial"/>
              <a:buChar char="–"/>
            </a:pPr>
            <a:r>
              <a:rPr lang="en-US" sz="1300" b="0" dirty="0">
                <a:solidFill>
                  <a:srgbClr val="545759"/>
                </a:solidFill>
                <a:latin typeface="Arial"/>
              </a:rPr>
              <a:t>Top 50% fit: 60% stocks</a:t>
            </a:r>
          </a:p>
          <a:p>
            <a:pPr marL="457200" indent="-171450" algn="l">
              <a:spcAft>
                <a:spcPts val="300"/>
              </a:spcAft>
              <a:buFont typeface="Arial"/>
              <a:buChar char="–"/>
            </a:pPr>
            <a:r>
              <a:rPr lang="en-US" sz="1300" b="0" dirty="0">
                <a:solidFill>
                  <a:srgbClr val="545759"/>
                </a:solidFill>
                <a:latin typeface="Arial"/>
              </a:rPr>
              <a:t>Lower fit: warning ignored, 80%</a:t>
            </a:r>
          </a:p>
        </p:txBody>
      </p:sp>
      <p:sp>
        <p:nvSpPr>
          <p:cNvPr id="12" name="Right Arrow 11"/>
          <p:cNvSpPr/>
          <p:nvPr/>
        </p:nvSpPr>
        <p:spPr>
          <a:xfrm>
            <a:off x="8275320" y="3553697"/>
            <a:ext cx="320040" cy="365760"/>
          </a:xfrm>
          <a:prstGeom prst="rightArrow">
            <a:avLst/>
          </a:prstGeom>
          <a:solidFill>
            <a:srgbClr val="041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686800" y="1862057"/>
            <a:ext cx="2788920" cy="37490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15400" y="2044937"/>
            <a:ext cx="2331720" cy="274320"/>
          </a:xfrm>
          <a:prstGeom prst="rect">
            <a:avLst/>
          </a:prstGeom>
          <a:noFill/>
        </p:spPr>
        <p:txBody>
          <a:bodyPr wrap="square" lIns="0" tIns="0" rIns="0" bIns="0" anchor="t">
            <a:spAutoFit/>
          </a:bodyPr>
          <a:lstStyle/>
          <a:p>
            <a:pPr algn="l">
              <a:spcAft>
                <a:spcPts val="600"/>
              </a:spcAft>
            </a:pPr>
            <a:r>
              <a:rPr sz="2000" b="1">
                <a:solidFill>
                  <a:srgbClr val="A31F34"/>
                </a:solidFill>
                <a:latin typeface="+mj-lt"/>
              </a:rPr>
              <a:t>MEASURE</a:t>
            </a:r>
          </a:p>
        </p:txBody>
      </p:sp>
      <p:sp>
        <p:nvSpPr>
          <p:cNvPr id="16" name="TextBox 15"/>
          <p:cNvSpPr txBox="1"/>
          <p:nvPr/>
        </p:nvSpPr>
        <p:spPr>
          <a:xfrm>
            <a:off x="8915400" y="2502137"/>
            <a:ext cx="2331720" cy="1308050"/>
          </a:xfrm>
          <a:prstGeom prst="rect">
            <a:avLst/>
          </a:prstGeom>
          <a:noFill/>
        </p:spPr>
        <p:txBody>
          <a:bodyPr wrap="square" lIns="0" tIns="0" rIns="0" bIns="0" anchor="t">
            <a:spAutoFit/>
          </a:bodyPr>
          <a:lstStyle/>
          <a:p>
            <a:pPr algn="l">
              <a:spcAft>
                <a:spcPts val="600"/>
              </a:spcAft>
              <a:buNone/>
            </a:pPr>
            <a:r>
              <a:rPr lang="en-US" sz="1400" b="0" dirty="0">
                <a:solidFill>
                  <a:srgbClr val="545759"/>
                </a:solidFill>
                <a:latin typeface="Arial"/>
              </a:rPr>
              <a:t>Against a static mix at the rule’s average stock weight</a:t>
            </a:r>
          </a:p>
          <a:p>
            <a:pPr marL="285750" indent="-285750" algn="l">
              <a:spcAft>
                <a:spcPts val="600"/>
              </a:spcAft>
              <a:buFont typeface="+mj-lt"/>
              <a:buAutoNum type="arabicPeriod"/>
            </a:pPr>
            <a:r>
              <a:rPr lang="en-US" sz="1400" b="1" dirty="0">
                <a:solidFill>
                  <a:srgbClr val="041D40"/>
                </a:solidFill>
                <a:latin typeface="Arial"/>
              </a:rPr>
              <a:t>Annual return</a:t>
            </a:r>
          </a:p>
          <a:p>
            <a:pPr marL="285750" indent="-285750" algn="l">
              <a:spcAft>
                <a:spcPts val="600"/>
              </a:spcAft>
              <a:buFont typeface="+mj-lt"/>
              <a:buAutoNum type="arabicPeriod"/>
            </a:pPr>
            <a:r>
              <a:rPr lang="en-US" sz="1400" b="1" dirty="0">
                <a:solidFill>
                  <a:srgbClr val="041D40"/>
                </a:solidFill>
                <a:latin typeface="Arial"/>
              </a:rPr>
              <a:t>Maximum drawdown</a:t>
            </a:r>
          </a:p>
          <a:p>
            <a:pPr marL="285750" indent="-285750" algn="l">
              <a:spcAft>
                <a:spcPts val="600"/>
              </a:spcAft>
              <a:buFont typeface="+mj-lt"/>
              <a:buAutoNum type="arabicPeriod"/>
            </a:pPr>
            <a:r>
              <a:rPr lang="en-US" sz="1400" b="1" dirty="0">
                <a:solidFill>
                  <a:srgbClr val="041D40"/>
                </a:solidFill>
                <a:latin typeface="Arial"/>
              </a:rPr>
              <a:t>Sharpe ratio</a:t>
            </a:r>
          </a:p>
        </p:txBody>
      </p:sp>
      <p:sp>
        <p:nvSpPr>
          <p:cNvPr id="17" name="Equation card 0"/>
          <p:cNvSpPr/>
          <p:nvPr/>
        </p:nvSpPr>
        <p:spPr>
          <a:xfrm>
            <a:off x="822960" y="4810997"/>
            <a:ext cx="2788920" cy="662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Equation 0" descr="r3_rule_0.png"/>
          <p:cNvPicPr>
            <a:picLocks noChangeAspect="1"/>
          </p:cNvPicPr>
          <p:nvPr/>
        </p:nvPicPr>
        <p:blipFill>
          <a:blip r:embed="rId2"/>
          <a:stretch>
            <a:fillRect/>
          </a:stretch>
        </p:blipFill>
        <p:spPr>
          <a:xfrm>
            <a:off x="914400" y="5011065"/>
            <a:ext cx="2606040" cy="262803"/>
          </a:xfrm>
          <a:prstGeom prst="rect">
            <a:avLst/>
          </a:prstGeom>
        </p:spPr>
      </p:pic>
      <p:sp>
        <p:nvSpPr>
          <p:cNvPr id="19" name="Equation card 1"/>
          <p:cNvSpPr/>
          <p:nvPr/>
        </p:nvSpPr>
        <p:spPr>
          <a:xfrm>
            <a:off x="4389120" y="4810997"/>
            <a:ext cx="3657600" cy="662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Equation 1" descr="r3_rule_1.png"/>
          <p:cNvPicPr>
            <a:picLocks noChangeAspect="1"/>
          </p:cNvPicPr>
          <p:nvPr/>
        </p:nvPicPr>
        <p:blipFill>
          <a:blip r:embed="rId3"/>
          <a:stretch>
            <a:fillRect/>
          </a:stretch>
        </p:blipFill>
        <p:spPr>
          <a:xfrm>
            <a:off x="4480560" y="5003302"/>
            <a:ext cx="3474720" cy="278329"/>
          </a:xfrm>
          <a:prstGeom prst="rect">
            <a:avLst/>
          </a:prstGeom>
        </p:spPr>
      </p:pic>
      <p:sp>
        <p:nvSpPr>
          <p:cNvPr id="21" name="Equation card 2"/>
          <p:cNvSpPr/>
          <p:nvPr/>
        </p:nvSpPr>
        <p:spPr>
          <a:xfrm>
            <a:off x="8823960" y="4810997"/>
            <a:ext cx="2514600" cy="662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Equation 2" descr="r3_rule_2.png"/>
          <p:cNvPicPr>
            <a:picLocks noChangeAspect="1"/>
          </p:cNvPicPr>
          <p:nvPr/>
        </p:nvPicPr>
        <p:blipFill>
          <a:blip r:embed="rId4"/>
          <a:stretch>
            <a:fillRect/>
          </a:stretch>
        </p:blipFill>
        <p:spPr>
          <a:xfrm>
            <a:off x="9432798" y="4826237"/>
            <a:ext cx="1296924" cy="6324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at a 10% threshold</a:t>
            </a:r>
          </a:p>
        </p:txBody>
      </p:sp>
      <p:sp>
        <p:nvSpPr>
          <p:cNvPr id="3" name="TextBox 2"/>
          <p:cNvSpPr txBox="1"/>
          <p:nvPr/>
        </p:nvSpPr>
        <p:spPr>
          <a:xfrm>
            <a:off x="685800" y="1916921"/>
            <a:ext cx="10241280" cy="274320"/>
          </a:xfrm>
          <a:prstGeom prst="rect">
            <a:avLst/>
          </a:prstGeom>
          <a:noFill/>
        </p:spPr>
        <p:txBody>
          <a:bodyPr wrap="square" lIns="0" tIns="0" rIns="0" bIns="0" anchor="t">
            <a:spAutoFit/>
          </a:bodyPr>
          <a:lstStyle/>
          <a:p>
            <a:pPr algn="l">
              <a:spcAft>
                <a:spcPts val="600"/>
              </a:spcAft>
            </a:pPr>
            <a:r>
              <a:rPr sz="1300" b="0" dirty="0">
                <a:solidFill>
                  <a:srgbClr val="545759"/>
                </a:solidFill>
                <a:latin typeface="Arial"/>
              </a:rPr>
              <a:t>Warning: forecast probability of a 10% loss ≥ 10%  ·  420 month-ends, 1991–2025  ·  21 followed by a 10% loss</a:t>
            </a:r>
          </a:p>
        </p:txBody>
      </p:sp>
      <p:graphicFrame>
        <p:nvGraphicFramePr>
          <p:cNvPr id="4" name="Table 3"/>
          <p:cNvGraphicFramePr>
            <a:graphicFrameLocks noGrp="1"/>
          </p:cNvGraphicFramePr>
          <p:nvPr/>
        </p:nvGraphicFramePr>
        <p:xfrm>
          <a:off x="685800" y="2282681"/>
          <a:ext cx="10780776" cy="3273552"/>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903224">
                  <a:extLst>
                    <a:ext uri="{9D8B030D-6E8A-4147-A177-3AD203B41FA5}">
                      <a16:colId xmlns:a16="http://schemas.microsoft.com/office/drawing/2014/main" val="20001"/>
                    </a:ext>
                  </a:extLst>
                </a:gridCol>
                <a:gridCol w="903224">
                  <a:extLst>
                    <a:ext uri="{9D8B030D-6E8A-4147-A177-3AD203B41FA5}">
                      <a16:colId xmlns:a16="http://schemas.microsoft.com/office/drawing/2014/main" val="20002"/>
                    </a:ext>
                  </a:extLst>
                </a:gridCol>
                <a:gridCol w="903224">
                  <a:extLst>
                    <a:ext uri="{9D8B030D-6E8A-4147-A177-3AD203B41FA5}">
                      <a16:colId xmlns:a16="http://schemas.microsoft.com/office/drawing/2014/main" val="20003"/>
                    </a:ext>
                  </a:extLst>
                </a:gridCol>
                <a:gridCol w="903224">
                  <a:extLst>
                    <a:ext uri="{9D8B030D-6E8A-4147-A177-3AD203B41FA5}">
                      <a16:colId xmlns:a16="http://schemas.microsoft.com/office/drawing/2014/main" val="20004"/>
                    </a:ext>
                  </a:extLst>
                </a:gridCol>
                <a:gridCol w="903224">
                  <a:extLst>
                    <a:ext uri="{9D8B030D-6E8A-4147-A177-3AD203B41FA5}">
                      <a16:colId xmlns:a16="http://schemas.microsoft.com/office/drawing/2014/main" val="20005"/>
                    </a:ext>
                  </a:extLst>
                </a:gridCol>
                <a:gridCol w="903224">
                  <a:extLst>
                    <a:ext uri="{9D8B030D-6E8A-4147-A177-3AD203B41FA5}">
                      <a16:colId xmlns:a16="http://schemas.microsoft.com/office/drawing/2014/main" val="20006"/>
                    </a:ext>
                  </a:extLst>
                </a:gridCol>
                <a:gridCol w="903224">
                  <a:extLst>
                    <a:ext uri="{9D8B030D-6E8A-4147-A177-3AD203B41FA5}">
                      <a16:colId xmlns:a16="http://schemas.microsoft.com/office/drawing/2014/main" val="20007"/>
                    </a:ext>
                  </a:extLst>
                </a:gridCol>
                <a:gridCol w="903224">
                  <a:extLst>
                    <a:ext uri="{9D8B030D-6E8A-4147-A177-3AD203B41FA5}">
                      <a16:colId xmlns:a16="http://schemas.microsoft.com/office/drawing/2014/main" val="20008"/>
                    </a:ext>
                  </a:extLst>
                </a:gridCol>
                <a:gridCol w="903224">
                  <a:extLst>
                    <a:ext uri="{9D8B030D-6E8A-4147-A177-3AD203B41FA5}">
                      <a16:colId xmlns:a16="http://schemas.microsoft.com/office/drawing/2014/main" val="20009"/>
                    </a:ext>
                  </a:extLst>
                </a:gridCol>
              </a:tblGrid>
              <a:tr h="274320">
                <a:tc>
                  <a:txBody>
                    <a:bodyPr/>
                    <a:lstStyle/>
                    <a:p>
                      <a:pPr algn="l"/>
                      <a:r>
                        <a:rPr sz="1000" b="1">
                          <a:solidFill>
                            <a:srgbClr val="FFFFFF"/>
                          </a:solidFill>
                          <a:latin typeface="Arial"/>
                        </a:rPr>
                        <a:t>At 10%</a:t>
                      </a:r>
                    </a:p>
                  </a:txBody>
                  <a:tcPr marL="73152" marR="73152" marT="27432" marB="27432" anchor="ctr">
                    <a:solidFill>
                      <a:srgbClr val="041D40"/>
                    </a:solidFill>
                  </a:tcPr>
                </a:tc>
                <a:tc>
                  <a:txBody>
                    <a:bodyPr/>
                    <a:lstStyle/>
                    <a:p>
                      <a:pPr algn="ctr"/>
                      <a:r>
                        <a:rPr sz="1000" b="1">
                          <a:solidFill>
                            <a:srgbClr val="FFFFFF"/>
                          </a:solidFill>
                          <a:latin typeface="Arial"/>
                        </a:rPr>
                        <a:t>Empirical frequency</a:t>
                      </a:r>
                    </a:p>
                  </a:txBody>
                  <a:tcPr marL="73152" marR="73152" marT="27432" marB="27432" anchor="ctr">
                    <a:solidFill>
                      <a:srgbClr val="041D40"/>
                    </a:solidFill>
                  </a:tcPr>
                </a:tc>
                <a:tc>
                  <a:txBody>
                    <a:bodyPr/>
                    <a:lstStyle/>
                    <a:p>
                      <a:pPr algn="ctr"/>
                      <a:r>
                        <a:rPr sz="1000" b="1">
                          <a:solidFill>
                            <a:srgbClr val="FFFFFF"/>
                          </a:solidFill>
                          <a:latin typeface="Arial"/>
                        </a:rPr>
                        <a:t>Normal distribution</a:t>
                      </a:r>
                    </a:p>
                  </a:txBody>
                  <a:tcPr marL="73152" marR="73152" marT="27432" marB="27432" anchor="ctr">
                    <a:solidFill>
                      <a:srgbClr val="041D40"/>
                    </a:solidFill>
                  </a:tcPr>
                </a:tc>
                <a:tc>
                  <a:txBody>
                    <a:bodyPr/>
                    <a:lstStyle/>
                    <a:p>
                      <a:pPr algn="ctr"/>
                      <a:r>
                        <a:rPr sz="1000" b="1">
                          <a:solidFill>
                            <a:srgbClr val="FFFFFF"/>
                          </a:solidFill>
                          <a:latin typeface="Arial"/>
                        </a:rPr>
                        <a:t>Logistic regression</a:t>
                      </a:r>
                    </a:p>
                  </a:txBody>
                  <a:tcPr marL="73152" marR="73152" marT="27432" marB="27432" anchor="ctr">
                    <a:solidFill>
                      <a:srgbClr val="041D40"/>
                    </a:solidFill>
                  </a:tcPr>
                </a:tc>
                <a:tc>
                  <a:txBody>
                    <a:bodyPr/>
                    <a:lstStyle/>
                    <a:p>
                      <a:pPr algn="ctr"/>
                      <a:r>
                        <a:rPr sz="1000" b="1">
                          <a:solidFill>
                            <a:srgbClr val="FFFFFF"/>
                          </a:solidFill>
                          <a:latin typeface="Arial"/>
                        </a:rPr>
                        <a:t>Neural net</a:t>
                      </a:r>
                    </a:p>
                  </a:txBody>
                  <a:tcPr marL="73152" marR="73152" marT="27432" marB="27432" anchor="ctr">
                    <a:solidFill>
                      <a:srgbClr val="041D40"/>
                    </a:solidFill>
                  </a:tcPr>
                </a:tc>
                <a:tc>
                  <a:txBody>
                    <a:bodyPr/>
                    <a:lstStyle/>
                    <a:p>
                      <a:pPr algn="ctr"/>
                      <a:r>
                        <a:rPr sz="1000" b="1">
                          <a:solidFill>
                            <a:srgbClr val="FFFFFF"/>
                          </a:solidFill>
                          <a:latin typeface="Arial"/>
                        </a:rPr>
                        <a:t>Gradient boosting</a:t>
                      </a:r>
                    </a:p>
                  </a:txBody>
                  <a:tcPr marL="73152" marR="73152" marT="27432" marB="27432" anchor="ctr">
                    <a:solidFill>
                      <a:srgbClr val="041D40"/>
                    </a:solidFill>
                  </a:tcPr>
                </a:tc>
                <a:tc>
                  <a:txBody>
                    <a:bodyPr/>
                    <a:lstStyle/>
                    <a:p>
                      <a:pPr algn="ctr"/>
                      <a:r>
                        <a:rPr sz="1000" b="1">
                          <a:solidFill>
                            <a:srgbClr val="FFFFFF"/>
                          </a:solidFill>
                          <a:latin typeface="Arial"/>
                        </a:rPr>
                        <a:t>Penalized logit</a:t>
                      </a:r>
                    </a:p>
                  </a:txBody>
                  <a:tcPr marL="73152" marR="73152" marT="27432" marB="27432" anchor="ctr">
                    <a:solidFill>
                      <a:srgbClr val="041D40"/>
                    </a:solidFill>
                  </a:tcPr>
                </a:tc>
                <a:tc>
                  <a:txBody>
                    <a:bodyPr/>
                    <a:lstStyle/>
                    <a:p>
                      <a:pPr algn="ctr"/>
                      <a:r>
                        <a:rPr sz="1000" b="1">
                          <a:solidFill>
                            <a:srgbClr val="FFFFFF"/>
                          </a:solidFill>
                          <a:latin typeface="Arial"/>
                        </a:rPr>
                        <a:t>RBP, all forecasts</a:t>
                      </a:r>
                    </a:p>
                  </a:txBody>
                  <a:tcPr marL="73152" marR="73152" marT="27432" marB="27432" anchor="ctr">
                    <a:solidFill>
                      <a:srgbClr val="041D40"/>
                    </a:solidFill>
                  </a:tcPr>
                </a:tc>
                <a:tc>
                  <a:txBody>
                    <a:bodyPr/>
                    <a:lstStyle/>
                    <a:p>
                      <a:pPr algn="ctr"/>
                      <a:r>
                        <a:rPr sz="1000" b="1">
                          <a:solidFill>
                            <a:srgbClr val="FFFFFF"/>
                          </a:solidFill>
                          <a:latin typeface="Arial"/>
                        </a:rPr>
                        <a:t>RBP, top 50% fit</a:t>
                      </a:r>
                    </a:p>
                  </a:txBody>
                  <a:tcPr marL="73152" marR="73152" marT="27432" marB="27432" anchor="ctr">
                    <a:solidFill>
                      <a:srgbClr val="041D40"/>
                    </a:solidFill>
                  </a:tcPr>
                </a:tc>
                <a:tc>
                  <a:txBody>
                    <a:bodyPr/>
                    <a:lstStyle/>
                    <a:p>
                      <a:pPr algn="ctr"/>
                      <a:r>
                        <a:rPr sz="1000" b="1">
                          <a:solidFill>
                            <a:srgbClr val="FFFFFF"/>
                          </a:solidFill>
                          <a:latin typeface="Arial"/>
                        </a:rPr>
                        <a:t>RBP, top 25% fit</a:t>
                      </a:r>
                    </a:p>
                  </a:txBody>
                  <a:tcPr marL="73152" marR="73152" marT="27432" marB="27432" anchor="ctr">
                    <a:solidFill>
                      <a:srgbClr val="041D40"/>
                    </a:solidFill>
                  </a:tcPr>
                </a:tc>
                <a:extLst>
                  <a:ext uri="{0D108BD9-81ED-4DB2-BD59-A6C34878D82A}">
                    <a16:rowId xmlns:a16="http://schemas.microsoft.com/office/drawing/2014/main" val="10000"/>
                  </a:ext>
                </a:extLst>
              </a:tr>
              <a:tr h="274320">
                <a:tc>
                  <a:txBody>
                    <a:bodyPr/>
                    <a:lstStyle/>
                    <a:p>
                      <a:pPr algn="l"/>
                      <a:r>
                        <a:rPr sz="1000" b="1">
                          <a:solidFill>
                            <a:srgbClr val="545759"/>
                          </a:solidFill>
                          <a:latin typeface="Arial"/>
                        </a:rPr>
                        <a:t>Warnings (months)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291</a:t>
                      </a:r>
                    </a:p>
                  </a:txBody>
                  <a:tcPr marL="73152" marR="73152" marT="27432" marB="27432" anchor="ctr">
                    <a:solidFill>
                      <a:srgbClr val="FFFFFF"/>
                    </a:solidFill>
                  </a:tcPr>
                </a:tc>
                <a:tc>
                  <a:txBody>
                    <a:bodyPr/>
                    <a:lstStyle/>
                    <a:p>
                      <a:pPr algn="ctr"/>
                      <a:r>
                        <a:rPr sz="1000" b="0">
                          <a:solidFill>
                            <a:srgbClr val="545759"/>
                          </a:solidFill>
                          <a:latin typeface="Arial"/>
                        </a:rPr>
                        <a:t>72</a:t>
                      </a:r>
                    </a:p>
                  </a:txBody>
                  <a:tcPr marL="73152" marR="73152" marT="27432" marB="27432" anchor="ctr">
                    <a:solidFill>
                      <a:srgbClr val="FFFFFF"/>
                    </a:solidFill>
                  </a:tcPr>
                </a:tc>
                <a:tc>
                  <a:txBody>
                    <a:bodyPr/>
                    <a:lstStyle/>
                    <a:p>
                      <a:pPr algn="ctr"/>
                      <a:r>
                        <a:rPr sz="1000" b="0">
                          <a:solidFill>
                            <a:srgbClr val="545759"/>
                          </a:solidFill>
                          <a:latin typeface="Arial"/>
                        </a:rPr>
                        <a:t>51</a:t>
                      </a:r>
                    </a:p>
                  </a:txBody>
                  <a:tcPr marL="73152" marR="73152" marT="27432" marB="27432" anchor="ctr">
                    <a:solidFill>
                      <a:srgbClr val="FFFFFF"/>
                    </a:solidFill>
                  </a:tcPr>
                </a:tc>
                <a:tc>
                  <a:txBody>
                    <a:bodyPr/>
                    <a:lstStyle/>
                    <a:p>
                      <a:pPr algn="ctr"/>
                      <a:r>
                        <a:rPr sz="1000" b="0">
                          <a:solidFill>
                            <a:srgbClr val="545759"/>
                          </a:solidFill>
                          <a:latin typeface="Arial"/>
                        </a:rPr>
                        <a:t>57</a:t>
                      </a:r>
                    </a:p>
                  </a:txBody>
                  <a:tcPr marL="73152" marR="73152" marT="27432" marB="27432" anchor="ctr">
                    <a:solidFill>
                      <a:srgbClr val="FFFFFF"/>
                    </a:solidFill>
                  </a:tcPr>
                </a:tc>
                <a:tc>
                  <a:txBody>
                    <a:bodyPr/>
                    <a:lstStyle/>
                    <a:p>
                      <a:pPr algn="ctr"/>
                      <a:r>
                        <a:rPr sz="1000" b="0">
                          <a:solidFill>
                            <a:srgbClr val="545759"/>
                          </a:solidFill>
                          <a:latin typeface="Arial"/>
                        </a:rPr>
                        <a:t>17</a:t>
                      </a:r>
                    </a:p>
                  </a:txBody>
                  <a:tcPr marL="73152" marR="73152" marT="27432" marB="27432" anchor="ctr">
                    <a:solidFill>
                      <a:srgbClr val="FFFFFF"/>
                    </a:solidFill>
                  </a:tcPr>
                </a:tc>
                <a:tc>
                  <a:txBody>
                    <a:bodyPr/>
                    <a:lstStyle/>
                    <a:p>
                      <a:pPr algn="ctr"/>
                      <a:r>
                        <a:rPr sz="1000" b="0">
                          <a:solidFill>
                            <a:srgbClr val="545759"/>
                          </a:solidFill>
                          <a:latin typeface="Arial"/>
                        </a:rPr>
                        <a:t>161</a:t>
                      </a:r>
                    </a:p>
                  </a:txBody>
                  <a:tcPr marL="73152" marR="73152" marT="27432" marB="27432" anchor="ctr">
                    <a:solidFill>
                      <a:srgbClr val="FFFFFF"/>
                    </a:solidFill>
                  </a:tcPr>
                </a:tc>
                <a:tc>
                  <a:txBody>
                    <a:bodyPr/>
                    <a:lstStyle/>
                    <a:p>
                      <a:pPr algn="ctr"/>
                      <a:r>
                        <a:rPr sz="1000" b="0">
                          <a:solidFill>
                            <a:srgbClr val="545759"/>
                          </a:solidFill>
                          <a:latin typeface="Arial"/>
                        </a:rPr>
                        <a:t>133</a:t>
                      </a:r>
                    </a:p>
                  </a:txBody>
                  <a:tcPr marL="73152" marR="73152" marT="27432" marB="27432" anchor="ctr">
                    <a:solidFill>
                      <a:srgbClr val="FFFFFF"/>
                    </a:solidFill>
                  </a:tcPr>
                </a:tc>
                <a:tc>
                  <a:txBody>
                    <a:bodyPr/>
                    <a:lstStyle/>
                    <a:p>
                      <a:pPr algn="ctr"/>
                      <a:r>
                        <a:rPr sz="1000" b="0">
                          <a:solidFill>
                            <a:srgbClr val="545759"/>
                          </a:solidFill>
                          <a:latin typeface="Arial"/>
                        </a:rPr>
                        <a:t>98</a:t>
                      </a:r>
                    </a:p>
                  </a:txBody>
                  <a:tcPr marL="73152" marR="73152"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000" b="1">
                          <a:solidFill>
                            <a:srgbClr val="545759"/>
                          </a:solidFill>
                          <a:latin typeface="Arial"/>
                        </a:rPr>
                        <a:t>Average 3-month return after a warning</a:t>
                      </a:r>
                    </a:p>
                  </a:txBody>
                  <a:tcPr marL="73152" marR="73152" marT="27432" marB="27432" anchor="ctr">
                    <a:solidFill>
                      <a:srgbClr val="FFFFFF"/>
                    </a:solidFill>
                  </a:tcPr>
                </a:tc>
                <a:tc>
                  <a:txBody>
                    <a:bodyPr/>
                    <a:lstStyle/>
                    <a:p>
                      <a:pPr algn="ctr"/>
                      <a:r>
                        <a:rPr sz="1000" b="0">
                          <a:solidFill>
                            <a:srgbClr val="545759"/>
                          </a:solidFill>
                          <a:latin typeface="Arial"/>
                        </a:rPr>
                        <a:t>–</a:t>
                      </a:r>
                    </a:p>
                  </a:txBody>
                  <a:tcPr marL="73152" marR="73152" marT="27432" marB="27432" anchor="ctr">
                    <a:solidFill>
                      <a:srgbClr val="FFFFFF"/>
                    </a:solidFill>
                  </a:tcPr>
                </a:tc>
                <a:tc>
                  <a:txBody>
                    <a:bodyPr/>
                    <a:lstStyle/>
                    <a:p>
                      <a:pPr algn="ctr"/>
                      <a:r>
                        <a:rPr sz="1000" b="0">
                          <a:solidFill>
                            <a:srgbClr val="545759"/>
                          </a:solidFill>
                          <a:latin typeface="Arial"/>
                        </a:rPr>
                        <a:t>2.6%</a:t>
                      </a:r>
                    </a:p>
                  </a:txBody>
                  <a:tcPr marL="73152" marR="73152" marT="27432" marB="27432" anchor="ctr">
                    <a:solidFill>
                      <a:srgbClr val="FFFFFF"/>
                    </a:solidFill>
                  </a:tcPr>
                </a:tc>
                <a:tc>
                  <a:txBody>
                    <a:bodyPr/>
                    <a:lstStyle/>
                    <a:p>
                      <a:pPr algn="ctr"/>
                      <a:r>
                        <a:rPr sz="1000" b="0">
                          <a:solidFill>
                            <a:srgbClr val="545759"/>
                          </a:solidFill>
                          <a:latin typeface="Arial"/>
                        </a:rPr>
                        <a:t>5.0%</a:t>
                      </a:r>
                    </a:p>
                  </a:txBody>
                  <a:tcPr marL="73152" marR="73152" marT="27432" marB="27432" anchor="ctr">
                    <a:solidFill>
                      <a:srgbClr val="FFFFFF"/>
                    </a:solidFill>
                  </a:tcPr>
                </a:tc>
                <a:tc>
                  <a:txBody>
                    <a:bodyPr/>
                    <a:lstStyle/>
                    <a:p>
                      <a:pPr algn="ctr"/>
                      <a:r>
                        <a:rPr sz="1000" b="0">
                          <a:solidFill>
                            <a:srgbClr val="545759"/>
                          </a:solidFill>
                          <a:latin typeface="Arial"/>
                        </a:rPr>
                        <a:t>6.2%</a:t>
                      </a:r>
                    </a:p>
                  </a:txBody>
                  <a:tcPr marL="73152" marR="73152" marT="27432" marB="27432" anchor="ctr">
                    <a:solidFill>
                      <a:srgbClr val="FFFFFF"/>
                    </a:solidFill>
                  </a:tcPr>
                </a:tc>
                <a:tc>
                  <a:txBody>
                    <a:bodyPr/>
                    <a:lstStyle/>
                    <a:p>
                      <a:pPr algn="ctr"/>
                      <a:r>
                        <a:rPr sz="1000" b="0">
                          <a:solidFill>
                            <a:srgbClr val="545759"/>
                          </a:solidFill>
                          <a:latin typeface="Arial"/>
                        </a:rPr>
                        <a:t>2.3%</a:t>
                      </a:r>
                    </a:p>
                  </a:txBody>
                  <a:tcPr marL="73152" marR="73152" marT="27432" marB="27432" anchor="ctr">
                    <a:solidFill>
                      <a:srgbClr val="FFFFFF"/>
                    </a:solidFill>
                  </a:tcPr>
                </a:tc>
                <a:tc>
                  <a:txBody>
                    <a:bodyPr/>
                    <a:lstStyle/>
                    <a:p>
                      <a:pPr algn="ctr"/>
                      <a:r>
                        <a:rPr sz="1000" b="0">
                          <a:solidFill>
                            <a:srgbClr val="545759"/>
                          </a:solidFill>
                          <a:latin typeface="Arial"/>
                        </a:rPr>
                        <a:t>6.8%</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2.8%</a:t>
                      </a:r>
                    </a:p>
                  </a:txBody>
                  <a:tcPr marL="73152" marR="73152" marT="27432" marB="27432" anchor="ctr">
                    <a:solidFill>
                      <a:srgbClr val="FFFFFF"/>
                    </a:solidFill>
                  </a:tcPr>
                </a:tc>
                <a:tc>
                  <a:txBody>
                    <a:bodyPr/>
                    <a:lstStyle/>
                    <a:p>
                      <a:pPr algn="ctr"/>
                      <a:r>
                        <a:rPr sz="1000" b="0">
                          <a:solidFill>
                            <a:srgbClr val="545759"/>
                          </a:solidFill>
                          <a:latin typeface="Arial"/>
                        </a:rPr>
                        <a:t>2.5%</a:t>
                      </a:r>
                    </a:p>
                  </a:txBody>
                  <a:tcPr marL="73152" marR="73152" marT="27432" marB="27432" anchor="ctr">
                    <a:solidFill>
                      <a:srgbClr val="FFFFFF"/>
                    </a:solidFill>
                  </a:tcPr>
                </a:tc>
                <a:extLst>
                  <a:ext uri="{0D108BD9-81ED-4DB2-BD59-A6C34878D82A}">
                    <a16:rowId xmlns:a16="http://schemas.microsoft.com/office/drawing/2014/main" val="10002"/>
                  </a:ext>
                </a:extLst>
              </a:tr>
              <a:tr h="274320">
                <a:tc>
                  <a:txBody>
                    <a:bodyPr/>
                    <a:lstStyle/>
                    <a:p>
                      <a:pPr algn="l"/>
                      <a:r>
                        <a:rPr sz="1000" b="1">
                          <a:solidFill>
                            <a:srgbClr val="545759"/>
                          </a:solidFill>
                          <a:latin typeface="Arial"/>
                        </a:rPr>
                        <a:t>Average 3-month return otherwise</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3.4%</a:t>
                      </a:r>
                    </a:p>
                  </a:txBody>
                  <a:tcPr marL="73152" marR="73152" marT="27432" marB="27432" anchor="ctr">
                    <a:solidFill>
                      <a:srgbClr val="FFFFFF"/>
                    </a:solidFill>
                  </a:tcPr>
                </a:tc>
                <a:tc>
                  <a:txBody>
                    <a:bodyPr/>
                    <a:lstStyle/>
                    <a:p>
                      <a:pPr algn="ctr"/>
                      <a:r>
                        <a:rPr sz="1000" b="0">
                          <a:solidFill>
                            <a:srgbClr val="545759"/>
                          </a:solidFill>
                          <a:latin typeface="Arial"/>
                        </a:rPr>
                        <a:t>2.4%</a:t>
                      </a:r>
                    </a:p>
                  </a:txBody>
                  <a:tcPr marL="73152" marR="73152" marT="27432" marB="27432" anchor="ctr">
                    <a:solidFill>
                      <a:srgbClr val="FFFFFF"/>
                    </a:solidFill>
                  </a:tcPr>
                </a:tc>
                <a:tc>
                  <a:txBody>
                    <a:bodyPr/>
                    <a:lstStyle/>
                    <a:p>
                      <a:pPr algn="ctr"/>
                      <a:r>
                        <a:rPr sz="1000" b="0">
                          <a:solidFill>
                            <a:srgbClr val="545759"/>
                          </a:solidFill>
                          <a:latin typeface="Arial"/>
                        </a:rPr>
                        <a:t>2.4%</a:t>
                      </a:r>
                    </a:p>
                  </a:txBody>
                  <a:tcPr marL="73152" marR="73152" marT="27432" marB="27432" anchor="ctr">
                    <a:solidFill>
                      <a:srgbClr val="FFFFFF"/>
                    </a:solidFill>
                  </a:tcPr>
                </a:tc>
                <a:tc>
                  <a:txBody>
                    <a:bodyPr/>
                    <a:lstStyle/>
                    <a:p>
                      <a:pPr algn="ctr"/>
                      <a:r>
                        <a:rPr sz="1000" b="0">
                          <a:solidFill>
                            <a:srgbClr val="545759"/>
                          </a:solidFill>
                          <a:latin typeface="Arial"/>
                        </a:rPr>
                        <a:t>3.0%</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3.0%</a:t>
                      </a:r>
                    </a:p>
                  </a:txBody>
                  <a:tcPr marL="73152" marR="73152"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000" b="1">
                          <a:solidFill>
                            <a:srgbClr val="545759"/>
                          </a:solidFill>
                          <a:latin typeface="Arial"/>
                        </a:rPr>
                        <a:t>True positives (warnings followed by a loss)</a:t>
                      </a:r>
                    </a:p>
                  </a:txBody>
                  <a:tcPr marL="73152" marR="73152" marT="27432" marB="27432" anchor="ctr">
                    <a:solidFill>
                      <a:srgbClr val="FBEFF1"/>
                    </a:solidFill>
                  </a:tcPr>
                </a:tc>
                <a:tc>
                  <a:txBody>
                    <a:bodyPr/>
                    <a:lstStyle/>
                    <a:p>
                      <a:pPr algn="ctr"/>
                      <a:r>
                        <a:rPr sz="1000" b="0">
                          <a:solidFill>
                            <a:srgbClr val="545759"/>
                          </a:solidFill>
                          <a:latin typeface="Arial"/>
                        </a:rPr>
                        <a:t>–</a:t>
                      </a:r>
                    </a:p>
                  </a:txBody>
                  <a:tcPr marL="73152" marR="73152" marT="27432" marB="27432" anchor="ctr">
                    <a:solidFill>
                      <a:srgbClr val="FBEFF1"/>
                    </a:solidFill>
                  </a:tcPr>
                </a:tc>
                <a:tc>
                  <a:txBody>
                    <a:bodyPr/>
                    <a:lstStyle/>
                    <a:p>
                      <a:pPr algn="ctr"/>
                      <a:r>
                        <a:rPr sz="1000" b="0">
                          <a:solidFill>
                            <a:srgbClr val="545759"/>
                          </a:solidFill>
                          <a:latin typeface="Arial"/>
                        </a:rPr>
                        <a:t>6.2%</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3.9%</a:t>
                      </a:r>
                    </a:p>
                  </a:txBody>
                  <a:tcPr marL="73152" marR="73152" marT="27432" marB="27432" anchor="ctr">
                    <a:solidFill>
                      <a:srgbClr val="FBEFF1"/>
                    </a:solidFill>
                  </a:tcPr>
                </a:tc>
                <a:tc>
                  <a:txBody>
                    <a:bodyPr/>
                    <a:lstStyle/>
                    <a:p>
                      <a:pPr algn="ctr"/>
                      <a:r>
                        <a:rPr sz="1000" b="0">
                          <a:solidFill>
                            <a:srgbClr val="545759"/>
                          </a:solidFill>
                          <a:latin typeface="Arial"/>
                        </a:rPr>
                        <a:t>12.3%</a:t>
                      </a:r>
                    </a:p>
                  </a:txBody>
                  <a:tcPr marL="73152" marR="73152" marT="27432" marB="27432" anchor="ctr">
                    <a:solidFill>
                      <a:srgbClr val="FBEFF1"/>
                    </a:solidFill>
                  </a:tcPr>
                </a:tc>
                <a:tc>
                  <a:txBody>
                    <a:bodyPr/>
                    <a:lstStyle/>
                    <a:p>
                      <a:pPr algn="ctr"/>
                      <a:r>
                        <a:rPr sz="1000" b="0">
                          <a:solidFill>
                            <a:srgbClr val="545759"/>
                          </a:solidFill>
                          <a:latin typeface="Arial"/>
                        </a:rPr>
                        <a:t>17.6%</a:t>
                      </a:r>
                    </a:p>
                  </a:txBody>
                  <a:tcPr marL="73152" marR="73152" marT="27432" marB="27432" anchor="ctr">
                    <a:solidFill>
                      <a:srgbClr val="FBEFF1"/>
                    </a:solidFill>
                  </a:tcPr>
                </a:tc>
                <a:tc>
                  <a:txBody>
                    <a:bodyPr/>
                    <a:lstStyle/>
                    <a:p>
                      <a:pPr algn="ctr"/>
                      <a:r>
                        <a:rPr sz="1000" b="0">
                          <a:solidFill>
                            <a:srgbClr val="545759"/>
                          </a:solidFill>
                          <a:latin typeface="Arial"/>
                        </a:rPr>
                        <a:t>8.7%</a:t>
                      </a:r>
                    </a:p>
                  </a:txBody>
                  <a:tcPr marL="73152" marR="73152" marT="27432" marB="27432" anchor="ctr">
                    <a:solidFill>
                      <a:srgbClr val="FBEFF1"/>
                    </a:solidFill>
                  </a:tcPr>
                </a:tc>
                <a:tc>
                  <a:txBody>
                    <a:bodyPr/>
                    <a:lstStyle/>
                    <a:p>
                      <a:pPr algn="ctr"/>
                      <a:r>
                        <a:rPr sz="1000" b="0">
                          <a:solidFill>
                            <a:srgbClr val="545759"/>
                          </a:solidFill>
                          <a:latin typeface="Arial"/>
                        </a:rPr>
                        <a:t>10.5%</a:t>
                      </a:r>
                    </a:p>
                  </a:txBody>
                  <a:tcPr marL="73152" marR="73152" marT="27432" marB="27432" anchor="ctr">
                    <a:solidFill>
                      <a:srgbClr val="FBEFF1"/>
                    </a:solidFill>
                  </a:tcPr>
                </a:tc>
                <a:tc>
                  <a:txBody>
                    <a:bodyPr/>
                    <a:lstStyle/>
                    <a:p>
                      <a:pPr algn="ctr"/>
                      <a:r>
                        <a:rPr sz="1000" b="0">
                          <a:solidFill>
                            <a:srgbClr val="545759"/>
                          </a:solidFill>
                          <a:latin typeface="Arial"/>
                        </a:rPr>
                        <a:t>12.2%</a:t>
                      </a:r>
                    </a:p>
                  </a:txBody>
                  <a:tcPr marL="73152" marR="73152" marT="27432" marB="27432" anchor="ctr">
                    <a:solidFill>
                      <a:srgbClr val="FBEFF1"/>
                    </a:solidFill>
                  </a:tcPr>
                </a:tc>
                <a:extLst>
                  <a:ext uri="{0D108BD9-81ED-4DB2-BD59-A6C34878D82A}">
                    <a16:rowId xmlns:a16="http://schemas.microsoft.com/office/drawing/2014/main" val="10004"/>
                  </a:ext>
                </a:extLst>
              </a:tr>
              <a:tr h="274320">
                <a:tc>
                  <a:txBody>
                    <a:bodyPr/>
                    <a:lstStyle/>
                    <a:p>
                      <a:pPr algn="l"/>
                      <a:r>
                        <a:rPr sz="1000" b="1">
                          <a:solidFill>
                            <a:srgbClr val="545759"/>
                          </a:solidFill>
                          <a:latin typeface="Arial"/>
                        </a:rPr>
                        <a:t>False positives (warnings with no loss)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273</a:t>
                      </a:r>
                    </a:p>
                  </a:txBody>
                  <a:tcPr marL="73152" marR="73152" marT="27432" marB="27432" anchor="ctr">
                    <a:solidFill>
                      <a:srgbClr val="FFFFFF"/>
                    </a:solidFill>
                  </a:tcPr>
                </a:tc>
                <a:tc>
                  <a:txBody>
                    <a:bodyPr/>
                    <a:lstStyle/>
                    <a:p>
                      <a:pPr algn="ctr"/>
                      <a:r>
                        <a:rPr sz="1000" b="0">
                          <a:solidFill>
                            <a:srgbClr val="545759"/>
                          </a:solidFill>
                          <a:latin typeface="Arial"/>
                        </a:rPr>
                        <a:t>71</a:t>
                      </a:r>
                    </a:p>
                  </a:txBody>
                  <a:tcPr marL="73152" marR="73152" marT="27432" marB="27432" anchor="ctr">
                    <a:solidFill>
                      <a:srgbClr val="FFFFFF"/>
                    </a:solidFill>
                  </a:tcPr>
                </a:tc>
                <a:tc>
                  <a:txBody>
                    <a:bodyPr/>
                    <a:lstStyle/>
                    <a:p>
                      <a:pPr algn="ctr"/>
                      <a:r>
                        <a:rPr sz="1000" b="0">
                          <a:solidFill>
                            <a:srgbClr val="545759"/>
                          </a:solidFill>
                          <a:latin typeface="Arial"/>
                        </a:rPr>
                        <a:t>49</a:t>
                      </a:r>
                    </a:p>
                  </a:txBody>
                  <a:tcPr marL="73152" marR="73152" marT="27432" marB="27432" anchor="ctr">
                    <a:solidFill>
                      <a:srgbClr val="FFFFFF"/>
                    </a:solidFill>
                  </a:tcPr>
                </a:tc>
                <a:tc>
                  <a:txBody>
                    <a:bodyPr/>
                    <a:lstStyle/>
                    <a:p>
                      <a:pPr algn="ctr"/>
                      <a:r>
                        <a:rPr sz="1000" b="0">
                          <a:solidFill>
                            <a:srgbClr val="545759"/>
                          </a:solidFill>
                          <a:latin typeface="Arial"/>
                        </a:rPr>
                        <a:t>50</a:t>
                      </a:r>
                    </a:p>
                  </a:txBody>
                  <a:tcPr marL="73152" marR="73152" marT="27432" marB="27432" anchor="ctr">
                    <a:solidFill>
                      <a:srgbClr val="FFFFFF"/>
                    </a:solidFill>
                  </a:tcPr>
                </a:tc>
                <a:tc>
                  <a:txBody>
                    <a:bodyPr/>
                    <a:lstStyle/>
                    <a:p>
                      <a:pPr algn="ctr"/>
                      <a:r>
                        <a:rPr sz="1000" b="0">
                          <a:solidFill>
                            <a:srgbClr val="545759"/>
                          </a:solidFill>
                          <a:latin typeface="Arial"/>
                        </a:rPr>
                        <a:t>14</a:t>
                      </a:r>
                    </a:p>
                  </a:txBody>
                  <a:tcPr marL="73152" marR="73152" marT="27432" marB="27432" anchor="ctr">
                    <a:solidFill>
                      <a:srgbClr val="FFFFFF"/>
                    </a:solidFill>
                  </a:tcPr>
                </a:tc>
                <a:tc>
                  <a:txBody>
                    <a:bodyPr/>
                    <a:lstStyle/>
                    <a:p>
                      <a:pPr algn="ctr"/>
                      <a:r>
                        <a:rPr sz="1000" b="0">
                          <a:solidFill>
                            <a:srgbClr val="545759"/>
                          </a:solidFill>
                          <a:latin typeface="Arial"/>
                        </a:rPr>
                        <a:t>147</a:t>
                      </a:r>
                    </a:p>
                  </a:txBody>
                  <a:tcPr marL="73152" marR="73152" marT="27432" marB="27432" anchor="ctr">
                    <a:solidFill>
                      <a:srgbClr val="FFFFFF"/>
                    </a:solidFill>
                  </a:tcPr>
                </a:tc>
                <a:tc>
                  <a:txBody>
                    <a:bodyPr/>
                    <a:lstStyle/>
                    <a:p>
                      <a:pPr algn="ctr"/>
                      <a:r>
                        <a:rPr sz="1000" b="0">
                          <a:solidFill>
                            <a:srgbClr val="545759"/>
                          </a:solidFill>
                          <a:latin typeface="Arial"/>
                        </a:rPr>
                        <a:t>119</a:t>
                      </a:r>
                    </a:p>
                  </a:txBody>
                  <a:tcPr marL="73152" marR="73152" marT="27432" marB="27432" anchor="ctr">
                    <a:solidFill>
                      <a:srgbClr val="FFFFFF"/>
                    </a:solidFill>
                  </a:tcPr>
                </a:tc>
                <a:tc>
                  <a:txBody>
                    <a:bodyPr/>
                    <a:lstStyle/>
                    <a:p>
                      <a:pPr algn="ctr"/>
                      <a:r>
                        <a:rPr sz="1000" b="0">
                          <a:solidFill>
                            <a:srgbClr val="545759"/>
                          </a:solidFill>
                          <a:latin typeface="Arial"/>
                        </a:rPr>
                        <a:t>86</a:t>
                      </a:r>
                    </a:p>
                  </a:txBody>
                  <a:tcPr marL="73152" marR="73152"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000" b="1">
                          <a:solidFill>
                            <a:srgbClr val="545759"/>
                          </a:solidFill>
                          <a:latin typeface="Arial"/>
                        </a:rPr>
                        <a:t>Share of 10% losses preceded by a warning</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86%</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10%</a:t>
                      </a:r>
                    </a:p>
                  </a:txBody>
                  <a:tcPr marL="73152" marR="73152" marT="27432" marB="27432" anchor="ctr">
                    <a:solidFill>
                      <a:srgbClr val="FBEFF1"/>
                    </a:solidFill>
                  </a:tcPr>
                </a:tc>
                <a:tc>
                  <a:txBody>
                    <a:bodyPr/>
                    <a:lstStyle/>
                    <a:p>
                      <a:pPr algn="ctr"/>
                      <a:r>
                        <a:rPr sz="1000" b="0">
                          <a:solidFill>
                            <a:srgbClr val="545759"/>
                          </a:solidFill>
                          <a:latin typeface="Arial"/>
                        </a:rPr>
                        <a:t>33%</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67%</a:t>
                      </a:r>
                    </a:p>
                  </a:txBody>
                  <a:tcPr marL="73152" marR="73152" marT="27432" marB="27432" anchor="ctr">
                    <a:solidFill>
                      <a:srgbClr val="FBEFF1"/>
                    </a:solidFill>
                  </a:tcPr>
                </a:tc>
                <a:tc>
                  <a:txBody>
                    <a:bodyPr/>
                    <a:lstStyle/>
                    <a:p>
                      <a:pPr algn="ctr"/>
                      <a:r>
                        <a:rPr sz="1000" b="0">
                          <a:solidFill>
                            <a:srgbClr val="545759"/>
                          </a:solidFill>
                          <a:latin typeface="Arial"/>
                        </a:rPr>
                        <a:t>67%</a:t>
                      </a:r>
                    </a:p>
                  </a:txBody>
                  <a:tcPr marL="73152" marR="73152" marT="27432" marB="27432" anchor="ctr">
                    <a:solidFill>
                      <a:srgbClr val="FBEFF1"/>
                    </a:solidFill>
                  </a:tcPr>
                </a:tc>
                <a:tc>
                  <a:txBody>
                    <a:bodyPr/>
                    <a:lstStyle/>
                    <a:p>
                      <a:pPr algn="ctr"/>
                      <a:r>
                        <a:rPr sz="1000" b="0">
                          <a:solidFill>
                            <a:srgbClr val="545759"/>
                          </a:solidFill>
                          <a:latin typeface="Arial"/>
                        </a:rPr>
                        <a:t>57%</a:t>
                      </a:r>
                    </a:p>
                  </a:txBody>
                  <a:tcPr marL="73152" marR="73152" marT="27432" marB="27432" anchor="ctr">
                    <a:solidFill>
                      <a:srgbClr val="FBEFF1"/>
                    </a:solidFill>
                  </a:tcPr>
                </a:tc>
                <a:extLst>
                  <a:ext uri="{0D108BD9-81ED-4DB2-BD59-A6C34878D82A}">
                    <a16:rowId xmlns:a16="http://schemas.microsoft.com/office/drawing/2014/main" val="10006"/>
                  </a:ext>
                </a:extLst>
              </a:tr>
              <a:tr h="274320">
                <a:tc>
                  <a:txBody>
                    <a:bodyPr/>
                    <a:lstStyle/>
                    <a:p>
                      <a:pPr algn="l"/>
                      <a:r>
                        <a:rPr sz="1000" b="1">
                          <a:solidFill>
                            <a:srgbClr val="545759"/>
                          </a:solidFill>
                          <a:latin typeface="Arial"/>
                        </a:rPr>
                        <a:t>Trading rule: annual return</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9.5%</a:t>
                      </a:r>
                    </a:p>
                  </a:txBody>
                  <a:tcPr marL="73152" marR="73152" marT="27432" marB="27432" anchor="ctr">
                    <a:solidFill>
                      <a:srgbClr val="EAF1F6"/>
                    </a:solidFill>
                  </a:tcPr>
                </a:tc>
                <a:tc>
                  <a:txBody>
                    <a:bodyPr/>
                    <a:lstStyle/>
                    <a:p>
                      <a:pPr algn="ctr"/>
                      <a:r>
                        <a:rPr sz="1000" b="0">
                          <a:solidFill>
                            <a:srgbClr val="545759"/>
                          </a:solidFill>
                          <a:latin typeface="Arial"/>
                        </a:rPr>
                        <a:t>9.3%</a:t>
                      </a:r>
                    </a:p>
                  </a:txBody>
                  <a:tcPr marL="73152" marR="73152" marT="27432" marB="27432" anchor="ctr">
                    <a:solidFill>
                      <a:srgbClr val="EAF1F6"/>
                    </a:solidFill>
                  </a:tcPr>
                </a:tc>
                <a:tc>
                  <a:txBody>
                    <a:bodyPr/>
                    <a:lstStyle/>
                    <a:p>
                      <a:pPr algn="ctr"/>
                      <a:r>
                        <a:rPr sz="1000" b="0">
                          <a:solidFill>
                            <a:srgbClr val="545759"/>
                          </a:solidFill>
                          <a:latin typeface="Arial"/>
                        </a:rPr>
                        <a:t>9.1%</a:t>
                      </a:r>
                    </a:p>
                  </a:txBody>
                  <a:tcPr marL="73152" marR="73152" marT="27432" marB="27432" anchor="ctr">
                    <a:solidFill>
                      <a:srgbClr val="EAF1F6"/>
                    </a:solidFill>
                  </a:tcPr>
                </a:tc>
                <a:tc>
                  <a:txBody>
                    <a:bodyPr/>
                    <a:lstStyle/>
                    <a:p>
                      <a:pPr algn="ctr"/>
                      <a:r>
                        <a:rPr sz="1000" b="0">
                          <a:solidFill>
                            <a:srgbClr val="545759"/>
                          </a:solidFill>
                          <a:latin typeface="Arial"/>
                        </a:rPr>
                        <a:t>9.7%</a:t>
                      </a:r>
                    </a:p>
                  </a:txBody>
                  <a:tcPr marL="73152" marR="73152" marT="27432" marB="27432" anchor="ctr">
                    <a:solidFill>
                      <a:srgbClr val="EAF1F6"/>
                    </a:solidFill>
                  </a:tcPr>
                </a:tc>
                <a:tc>
                  <a:txBody>
                    <a:bodyPr/>
                    <a:lstStyle/>
                    <a:p>
                      <a:pPr algn="ctr"/>
                      <a:r>
                        <a:rPr sz="1000" b="0">
                          <a:solidFill>
                            <a:srgbClr val="545759"/>
                          </a:solidFill>
                          <a:latin typeface="Arial"/>
                        </a:rPr>
                        <a:t>9.8%</a:t>
                      </a:r>
                    </a:p>
                  </a:txBody>
                  <a:tcPr marL="73152" marR="73152" marT="27432" marB="27432" anchor="ctr">
                    <a:solidFill>
                      <a:srgbClr val="EAF1F6"/>
                    </a:solidFill>
                  </a:tcPr>
                </a:tc>
                <a:tc>
                  <a:txBody>
                    <a:bodyPr/>
                    <a:lstStyle/>
                    <a:p>
                      <a:pPr algn="ctr"/>
                      <a:r>
                        <a:rPr sz="1000" b="0">
                          <a:solidFill>
                            <a:srgbClr val="545759"/>
                          </a:solidFill>
                          <a:latin typeface="Arial"/>
                        </a:rPr>
                        <a:t>9.4%</a:t>
                      </a:r>
                    </a:p>
                  </a:txBody>
                  <a:tcPr marL="73152" marR="73152" marT="27432" marB="27432" anchor="ctr">
                    <a:solidFill>
                      <a:srgbClr val="EAF1F6"/>
                    </a:solidFill>
                  </a:tcPr>
                </a:tc>
                <a:tc>
                  <a:txBody>
                    <a:bodyPr/>
                    <a:lstStyle/>
                    <a:p>
                      <a:pPr algn="ctr"/>
                      <a:r>
                        <a:rPr sz="1000" b="0">
                          <a:solidFill>
                            <a:srgbClr val="545759"/>
                          </a:solidFill>
                          <a:latin typeface="Arial"/>
                        </a:rPr>
                        <a:t>9.8%</a:t>
                      </a:r>
                    </a:p>
                  </a:txBody>
                  <a:tcPr marL="73152" marR="73152" marT="27432" marB="27432" anchor="ctr">
                    <a:solidFill>
                      <a:srgbClr val="EAF1F6"/>
                    </a:solidFill>
                  </a:tcPr>
                </a:tc>
                <a:tc>
                  <a:txBody>
                    <a:bodyPr/>
                    <a:lstStyle/>
                    <a:p>
                      <a:pPr algn="ctr"/>
                      <a:r>
                        <a:rPr sz="1000" b="0">
                          <a:solidFill>
                            <a:srgbClr val="545759"/>
                          </a:solidFill>
                          <a:latin typeface="Arial"/>
                        </a:rPr>
                        <a:t>10.3%</a:t>
                      </a:r>
                    </a:p>
                  </a:txBody>
                  <a:tcPr marL="73152" marR="73152" marT="27432" marB="27432" anchor="ctr">
                    <a:solidFill>
                      <a:srgbClr val="EAF1F6"/>
                    </a:solidFill>
                  </a:tcPr>
                </a:tc>
                <a:extLst>
                  <a:ext uri="{0D108BD9-81ED-4DB2-BD59-A6C34878D82A}">
                    <a16:rowId xmlns:a16="http://schemas.microsoft.com/office/drawing/2014/main" val="10007"/>
                  </a:ext>
                </a:extLst>
              </a:tr>
              <a:tr h="274320">
                <a:tc>
                  <a:txBody>
                    <a:bodyPr/>
                    <a:lstStyle/>
                    <a:p>
                      <a:pPr algn="l"/>
                      <a:r>
                        <a:rPr sz="1000" b="1">
                          <a:solidFill>
                            <a:srgbClr val="545759"/>
                          </a:solidFill>
                          <a:latin typeface="Arial"/>
                        </a:rPr>
                        <a:t>Trading rule: maximum drawdown</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-23%</a:t>
                      </a:r>
                    </a:p>
                  </a:txBody>
                  <a:tcPr marL="73152" marR="73152" marT="27432" marB="27432" anchor="ctr">
                    <a:solidFill>
                      <a:srgbClr val="EAF1F6"/>
                    </a:solidFill>
                  </a:tcPr>
                </a:tc>
                <a:tc>
                  <a:txBody>
                    <a:bodyPr/>
                    <a:lstStyle/>
                    <a:p>
                      <a:pPr algn="ctr"/>
                      <a:r>
                        <a:rPr sz="1000" b="0">
                          <a:solidFill>
                            <a:srgbClr val="545759"/>
                          </a:solidFill>
                          <a:latin typeface="Arial"/>
                        </a:rPr>
                        <a:t>-39%</a:t>
                      </a:r>
                    </a:p>
                  </a:txBody>
                  <a:tcPr marL="73152" marR="73152" marT="27432" marB="27432" anchor="ctr">
                    <a:solidFill>
                      <a:srgbClr val="EAF1F6"/>
                    </a:solidFill>
                  </a:tcPr>
                </a:tc>
                <a:tc>
                  <a:txBody>
                    <a:bodyPr/>
                    <a:lstStyle/>
                    <a:p>
                      <a:pPr algn="ctr"/>
                      <a:r>
                        <a:rPr sz="1000" b="0">
                          <a:solidFill>
                            <a:srgbClr val="545759"/>
                          </a:solidFill>
                          <a:latin typeface="Arial"/>
                        </a:rPr>
                        <a:t>-38%</a:t>
                      </a:r>
                    </a:p>
                  </a:txBody>
                  <a:tcPr marL="73152" marR="73152" marT="27432" marB="27432" anchor="ctr">
                    <a:solidFill>
                      <a:srgbClr val="EAF1F6"/>
                    </a:solidFill>
                  </a:tcPr>
                </a:tc>
                <a:tc>
                  <a:txBody>
                    <a:bodyPr/>
                    <a:lstStyle/>
                    <a:p>
                      <a:pPr algn="ctr"/>
                      <a:r>
                        <a:rPr sz="1000" b="0">
                          <a:solidFill>
                            <a:srgbClr val="545759"/>
                          </a:solidFill>
                          <a:latin typeface="Arial"/>
                        </a:rPr>
                        <a:t>-36%</a:t>
                      </a:r>
                    </a:p>
                  </a:txBody>
                  <a:tcPr marL="73152" marR="73152" marT="27432" marB="27432" anchor="ctr">
                    <a:solidFill>
                      <a:srgbClr val="EAF1F6"/>
                    </a:solidFill>
                  </a:tcPr>
                </a:tc>
                <a:tc>
                  <a:txBody>
                    <a:bodyPr/>
                    <a:lstStyle/>
                    <a:p>
                      <a:pPr algn="ctr"/>
                      <a:r>
                        <a:rPr sz="1000" b="0">
                          <a:solidFill>
                            <a:srgbClr val="545759"/>
                          </a:solidFill>
                          <a:latin typeface="Arial"/>
                        </a:rPr>
                        <a:t>-34%</a:t>
                      </a:r>
                    </a:p>
                  </a:txBody>
                  <a:tcPr marL="73152" marR="73152" marT="27432" marB="27432" anchor="ctr">
                    <a:solidFill>
                      <a:srgbClr val="EAF1F6"/>
                    </a:solidFill>
                  </a:tcPr>
                </a:tc>
                <a:tc>
                  <a:txBody>
                    <a:bodyPr/>
                    <a:lstStyle/>
                    <a:p>
                      <a:pPr algn="ctr"/>
                      <a:r>
                        <a:rPr sz="1000" b="0">
                          <a:solidFill>
                            <a:srgbClr val="545759"/>
                          </a:solidFill>
                          <a:latin typeface="Arial"/>
                        </a:rPr>
                        <a:t>-25%</a:t>
                      </a:r>
                    </a:p>
                  </a:txBody>
                  <a:tcPr marL="73152" marR="73152" marT="27432" marB="27432" anchor="ctr">
                    <a:solidFill>
                      <a:srgbClr val="EAF1F6"/>
                    </a:solidFill>
                  </a:tcPr>
                </a:tc>
                <a:tc>
                  <a:txBody>
                    <a:bodyPr/>
                    <a:lstStyle/>
                    <a:p>
                      <a:pPr algn="ctr"/>
                      <a:r>
                        <a:rPr sz="1000" b="0">
                          <a:solidFill>
                            <a:srgbClr val="545759"/>
                          </a:solidFill>
                          <a:latin typeface="Arial"/>
                        </a:rPr>
                        <a:t>-25%</a:t>
                      </a:r>
                    </a:p>
                  </a:txBody>
                  <a:tcPr marL="73152" marR="73152" marT="27432" marB="27432" anchor="ctr">
                    <a:solidFill>
                      <a:srgbClr val="EAF1F6"/>
                    </a:solidFill>
                  </a:tcPr>
                </a:tc>
                <a:tc>
                  <a:txBody>
                    <a:bodyPr/>
                    <a:lstStyle/>
                    <a:p>
                      <a:pPr algn="ctr"/>
                      <a:r>
                        <a:rPr sz="1000" b="0">
                          <a:solidFill>
                            <a:srgbClr val="545759"/>
                          </a:solidFill>
                          <a:latin typeface="Arial"/>
                        </a:rPr>
                        <a:t>-25%</a:t>
                      </a:r>
                    </a:p>
                  </a:txBody>
                  <a:tcPr marL="73152" marR="73152" marT="27432" marB="27432" anchor="ctr">
                    <a:solidFill>
                      <a:srgbClr val="EAF1F6"/>
                    </a:solidFill>
                  </a:tcPr>
                </a:tc>
                <a:extLst>
                  <a:ext uri="{0D108BD9-81ED-4DB2-BD59-A6C34878D82A}">
                    <a16:rowId xmlns:a16="http://schemas.microsoft.com/office/drawing/2014/main" val="10008"/>
                  </a:ext>
                </a:extLst>
              </a:tr>
              <a:tr h="274320">
                <a:tc>
                  <a:txBody>
                    <a:bodyPr/>
                    <a:lstStyle/>
                    <a:p>
                      <a:pPr algn="l"/>
                      <a:r>
                        <a:rPr sz="1000" b="1">
                          <a:solidFill>
                            <a:srgbClr val="545759"/>
                          </a:solidFill>
                          <a:latin typeface="Arial"/>
                        </a:rPr>
                        <a:t>Static mix: annual return</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8.9%</a:t>
                      </a:r>
                    </a:p>
                  </a:txBody>
                  <a:tcPr marL="73152" marR="73152" marT="27432" marB="27432" anchor="ctr">
                    <a:solidFill>
                      <a:srgbClr val="FFFFFF"/>
                    </a:solidFill>
                  </a:tcPr>
                </a:tc>
                <a:tc>
                  <a:txBody>
                    <a:bodyPr/>
                    <a:lstStyle/>
                    <a:p>
                      <a:pPr algn="ctr"/>
                      <a:r>
                        <a:rPr sz="1000" b="0">
                          <a:solidFill>
                            <a:srgbClr val="545759"/>
                          </a:solidFill>
                          <a:latin typeface="Arial"/>
                        </a:rPr>
                        <a:t>9.8%</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9.5%</a:t>
                      </a:r>
                    </a:p>
                  </a:txBody>
                  <a:tcPr marL="73152" marR="73152" marT="27432" marB="27432" anchor="ctr">
                    <a:solidFill>
                      <a:srgbClr val="FFFFFF"/>
                    </a:solidFill>
                  </a:tcPr>
                </a:tc>
                <a:tc>
                  <a:txBody>
                    <a:bodyPr/>
                    <a:lstStyle/>
                    <a:p>
                      <a:pPr algn="ctr"/>
                      <a:r>
                        <a:rPr sz="1000" b="0">
                          <a:solidFill>
                            <a:srgbClr val="545759"/>
                          </a:solidFill>
                          <a:latin typeface="Arial"/>
                        </a:rPr>
                        <a:t>9.6%</a:t>
                      </a:r>
                    </a:p>
                  </a:txBody>
                  <a:tcPr marL="73152" marR="73152" marT="27432" marB="27432" anchor="ctr">
                    <a:solidFill>
                      <a:srgbClr val="FFFFFF"/>
                    </a:solidFill>
                  </a:tcPr>
                </a:tc>
                <a:tc>
                  <a:txBody>
                    <a:bodyPr/>
                    <a:lstStyle/>
                    <a:p>
                      <a:pPr algn="ctr"/>
                      <a:r>
                        <a:rPr sz="1000" b="0">
                          <a:solidFill>
                            <a:srgbClr val="545759"/>
                          </a:solidFill>
                          <a:latin typeface="Arial"/>
                        </a:rPr>
                        <a:t>9.7%</a:t>
                      </a:r>
                    </a:p>
                  </a:txBody>
                  <a:tcPr marL="73152" marR="73152"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000" b="1">
                          <a:solidFill>
                            <a:srgbClr val="545759"/>
                          </a:solidFill>
                          <a:latin typeface="Arial"/>
                        </a:rPr>
                        <a:t>Static mix: maximum drawdown</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-38%</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-34%</a:t>
                      </a:r>
                    </a:p>
                  </a:txBody>
                  <a:tcPr marL="73152" marR="73152" marT="27432" marB="27432" anchor="ctr">
                    <a:solidFill>
                      <a:srgbClr val="FFFFFF"/>
                    </a:solidFill>
                  </a:tcPr>
                </a:tc>
                <a:tc>
                  <a:txBody>
                    <a:bodyPr/>
                    <a:lstStyle/>
                    <a:p>
                      <a:pPr algn="ctr"/>
                      <a:r>
                        <a:rPr sz="1000" b="0">
                          <a:solidFill>
                            <a:srgbClr val="545759"/>
                          </a:solidFill>
                          <a:latin typeface="Arial"/>
                        </a:rPr>
                        <a:t>-36%</a:t>
                      </a:r>
                    </a:p>
                  </a:txBody>
                  <a:tcPr marL="73152" marR="73152" marT="27432" marB="27432" anchor="ctr">
                    <a:solidFill>
                      <a:srgbClr val="FFFFFF"/>
                    </a:solidFill>
                  </a:tcPr>
                </a:tc>
                <a:tc>
                  <a:txBody>
                    <a:bodyPr/>
                    <a:lstStyle/>
                    <a:p>
                      <a:pPr algn="ctr"/>
                      <a:r>
                        <a:rPr sz="1000" b="0">
                          <a:solidFill>
                            <a:srgbClr val="545759"/>
                          </a:solidFill>
                          <a:latin typeface="Arial"/>
                        </a:rPr>
                        <a:t>-37%</a:t>
                      </a:r>
                    </a:p>
                  </a:txBody>
                  <a:tcPr marL="73152" marR="73152" marT="27432" marB="27432"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at a 15% threshold</a:t>
            </a:r>
          </a:p>
        </p:txBody>
      </p:sp>
      <p:sp>
        <p:nvSpPr>
          <p:cNvPr id="3" name="TextBox 2"/>
          <p:cNvSpPr txBox="1"/>
          <p:nvPr/>
        </p:nvSpPr>
        <p:spPr>
          <a:xfrm>
            <a:off x="685800" y="1916921"/>
            <a:ext cx="10241280" cy="274320"/>
          </a:xfrm>
          <a:prstGeom prst="rect">
            <a:avLst/>
          </a:prstGeom>
          <a:noFill/>
        </p:spPr>
        <p:txBody>
          <a:bodyPr wrap="square" lIns="0" tIns="0" rIns="0" bIns="0" anchor="t">
            <a:spAutoFit/>
          </a:bodyPr>
          <a:lstStyle/>
          <a:p>
            <a:pPr algn="l">
              <a:spcAft>
                <a:spcPts val="600"/>
              </a:spcAft>
            </a:pPr>
            <a:r>
              <a:rPr sz="1300" b="0">
                <a:solidFill>
                  <a:srgbClr val="545759"/>
                </a:solidFill>
                <a:latin typeface="Arial"/>
              </a:rPr>
              <a:t>Warning: forecast probability of a 10% loss ≥ 15%  ·  420 month-ends, 1991–2025  ·  21 followed by a 10% loss</a:t>
            </a:r>
          </a:p>
        </p:txBody>
      </p:sp>
      <p:graphicFrame>
        <p:nvGraphicFramePr>
          <p:cNvPr id="4" name="Table 3"/>
          <p:cNvGraphicFramePr>
            <a:graphicFrameLocks noGrp="1"/>
          </p:cNvGraphicFramePr>
          <p:nvPr/>
        </p:nvGraphicFramePr>
        <p:xfrm>
          <a:off x="685800" y="2282681"/>
          <a:ext cx="10780776" cy="3273552"/>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903224">
                  <a:extLst>
                    <a:ext uri="{9D8B030D-6E8A-4147-A177-3AD203B41FA5}">
                      <a16:colId xmlns:a16="http://schemas.microsoft.com/office/drawing/2014/main" val="20001"/>
                    </a:ext>
                  </a:extLst>
                </a:gridCol>
                <a:gridCol w="903224">
                  <a:extLst>
                    <a:ext uri="{9D8B030D-6E8A-4147-A177-3AD203B41FA5}">
                      <a16:colId xmlns:a16="http://schemas.microsoft.com/office/drawing/2014/main" val="20002"/>
                    </a:ext>
                  </a:extLst>
                </a:gridCol>
                <a:gridCol w="903224">
                  <a:extLst>
                    <a:ext uri="{9D8B030D-6E8A-4147-A177-3AD203B41FA5}">
                      <a16:colId xmlns:a16="http://schemas.microsoft.com/office/drawing/2014/main" val="20003"/>
                    </a:ext>
                  </a:extLst>
                </a:gridCol>
                <a:gridCol w="903224">
                  <a:extLst>
                    <a:ext uri="{9D8B030D-6E8A-4147-A177-3AD203B41FA5}">
                      <a16:colId xmlns:a16="http://schemas.microsoft.com/office/drawing/2014/main" val="20004"/>
                    </a:ext>
                  </a:extLst>
                </a:gridCol>
                <a:gridCol w="903224">
                  <a:extLst>
                    <a:ext uri="{9D8B030D-6E8A-4147-A177-3AD203B41FA5}">
                      <a16:colId xmlns:a16="http://schemas.microsoft.com/office/drawing/2014/main" val="20005"/>
                    </a:ext>
                  </a:extLst>
                </a:gridCol>
                <a:gridCol w="903224">
                  <a:extLst>
                    <a:ext uri="{9D8B030D-6E8A-4147-A177-3AD203B41FA5}">
                      <a16:colId xmlns:a16="http://schemas.microsoft.com/office/drawing/2014/main" val="20006"/>
                    </a:ext>
                  </a:extLst>
                </a:gridCol>
                <a:gridCol w="903224">
                  <a:extLst>
                    <a:ext uri="{9D8B030D-6E8A-4147-A177-3AD203B41FA5}">
                      <a16:colId xmlns:a16="http://schemas.microsoft.com/office/drawing/2014/main" val="20007"/>
                    </a:ext>
                  </a:extLst>
                </a:gridCol>
                <a:gridCol w="903224">
                  <a:extLst>
                    <a:ext uri="{9D8B030D-6E8A-4147-A177-3AD203B41FA5}">
                      <a16:colId xmlns:a16="http://schemas.microsoft.com/office/drawing/2014/main" val="20008"/>
                    </a:ext>
                  </a:extLst>
                </a:gridCol>
                <a:gridCol w="903224">
                  <a:extLst>
                    <a:ext uri="{9D8B030D-6E8A-4147-A177-3AD203B41FA5}">
                      <a16:colId xmlns:a16="http://schemas.microsoft.com/office/drawing/2014/main" val="20009"/>
                    </a:ext>
                  </a:extLst>
                </a:gridCol>
              </a:tblGrid>
              <a:tr h="274320">
                <a:tc>
                  <a:txBody>
                    <a:bodyPr/>
                    <a:lstStyle/>
                    <a:p>
                      <a:pPr algn="l"/>
                      <a:r>
                        <a:rPr sz="1000" b="1">
                          <a:solidFill>
                            <a:srgbClr val="FFFFFF"/>
                          </a:solidFill>
                          <a:latin typeface="Arial"/>
                        </a:rPr>
                        <a:t>At 15%</a:t>
                      </a:r>
                    </a:p>
                  </a:txBody>
                  <a:tcPr marL="73152" marR="73152" marT="27432" marB="27432" anchor="ctr">
                    <a:solidFill>
                      <a:srgbClr val="041D40"/>
                    </a:solidFill>
                  </a:tcPr>
                </a:tc>
                <a:tc>
                  <a:txBody>
                    <a:bodyPr/>
                    <a:lstStyle/>
                    <a:p>
                      <a:pPr algn="ctr"/>
                      <a:r>
                        <a:rPr sz="1000" b="1">
                          <a:solidFill>
                            <a:srgbClr val="FFFFFF"/>
                          </a:solidFill>
                          <a:latin typeface="Arial"/>
                        </a:rPr>
                        <a:t>Empirical frequency</a:t>
                      </a:r>
                    </a:p>
                  </a:txBody>
                  <a:tcPr marL="73152" marR="73152" marT="27432" marB="27432" anchor="ctr">
                    <a:solidFill>
                      <a:srgbClr val="041D40"/>
                    </a:solidFill>
                  </a:tcPr>
                </a:tc>
                <a:tc>
                  <a:txBody>
                    <a:bodyPr/>
                    <a:lstStyle/>
                    <a:p>
                      <a:pPr algn="ctr"/>
                      <a:r>
                        <a:rPr sz="1000" b="1">
                          <a:solidFill>
                            <a:srgbClr val="FFFFFF"/>
                          </a:solidFill>
                          <a:latin typeface="Arial"/>
                        </a:rPr>
                        <a:t>Normal distribution</a:t>
                      </a:r>
                    </a:p>
                  </a:txBody>
                  <a:tcPr marL="73152" marR="73152" marT="27432" marB="27432" anchor="ctr">
                    <a:solidFill>
                      <a:srgbClr val="041D40"/>
                    </a:solidFill>
                  </a:tcPr>
                </a:tc>
                <a:tc>
                  <a:txBody>
                    <a:bodyPr/>
                    <a:lstStyle/>
                    <a:p>
                      <a:pPr algn="ctr"/>
                      <a:r>
                        <a:rPr sz="1000" b="1">
                          <a:solidFill>
                            <a:srgbClr val="FFFFFF"/>
                          </a:solidFill>
                          <a:latin typeface="Arial"/>
                        </a:rPr>
                        <a:t>Logistic regression</a:t>
                      </a:r>
                    </a:p>
                  </a:txBody>
                  <a:tcPr marL="73152" marR="73152" marT="27432" marB="27432" anchor="ctr">
                    <a:solidFill>
                      <a:srgbClr val="041D40"/>
                    </a:solidFill>
                  </a:tcPr>
                </a:tc>
                <a:tc>
                  <a:txBody>
                    <a:bodyPr/>
                    <a:lstStyle/>
                    <a:p>
                      <a:pPr algn="ctr"/>
                      <a:r>
                        <a:rPr sz="1000" b="1">
                          <a:solidFill>
                            <a:srgbClr val="FFFFFF"/>
                          </a:solidFill>
                          <a:latin typeface="Arial"/>
                        </a:rPr>
                        <a:t>Neural net</a:t>
                      </a:r>
                    </a:p>
                  </a:txBody>
                  <a:tcPr marL="73152" marR="73152" marT="27432" marB="27432" anchor="ctr">
                    <a:solidFill>
                      <a:srgbClr val="041D40"/>
                    </a:solidFill>
                  </a:tcPr>
                </a:tc>
                <a:tc>
                  <a:txBody>
                    <a:bodyPr/>
                    <a:lstStyle/>
                    <a:p>
                      <a:pPr algn="ctr"/>
                      <a:r>
                        <a:rPr sz="1000" b="1">
                          <a:solidFill>
                            <a:srgbClr val="FFFFFF"/>
                          </a:solidFill>
                          <a:latin typeface="Arial"/>
                        </a:rPr>
                        <a:t>Gradient boosting</a:t>
                      </a:r>
                    </a:p>
                  </a:txBody>
                  <a:tcPr marL="73152" marR="73152" marT="27432" marB="27432" anchor="ctr">
                    <a:solidFill>
                      <a:srgbClr val="041D40"/>
                    </a:solidFill>
                  </a:tcPr>
                </a:tc>
                <a:tc>
                  <a:txBody>
                    <a:bodyPr/>
                    <a:lstStyle/>
                    <a:p>
                      <a:pPr algn="ctr"/>
                      <a:r>
                        <a:rPr sz="1000" b="1">
                          <a:solidFill>
                            <a:srgbClr val="FFFFFF"/>
                          </a:solidFill>
                          <a:latin typeface="Arial"/>
                        </a:rPr>
                        <a:t>Penalized logit</a:t>
                      </a:r>
                    </a:p>
                  </a:txBody>
                  <a:tcPr marL="73152" marR="73152" marT="27432" marB="27432" anchor="ctr">
                    <a:solidFill>
                      <a:srgbClr val="041D40"/>
                    </a:solidFill>
                  </a:tcPr>
                </a:tc>
                <a:tc>
                  <a:txBody>
                    <a:bodyPr/>
                    <a:lstStyle/>
                    <a:p>
                      <a:pPr algn="ctr"/>
                      <a:r>
                        <a:rPr sz="1000" b="1">
                          <a:solidFill>
                            <a:srgbClr val="FFFFFF"/>
                          </a:solidFill>
                          <a:latin typeface="Arial"/>
                        </a:rPr>
                        <a:t>RBP, all forecasts</a:t>
                      </a:r>
                    </a:p>
                  </a:txBody>
                  <a:tcPr marL="73152" marR="73152" marT="27432" marB="27432" anchor="ctr">
                    <a:solidFill>
                      <a:srgbClr val="041D40"/>
                    </a:solidFill>
                  </a:tcPr>
                </a:tc>
                <a:tc>
                  <a:txBody>
                    <a:bodyPr/>
                    <a:lstStyle/>
                    <a:p>
                      <a:pPr algn="ctr"/>
                      <a:r>
                        <a:rPr sz="1000" b="1">
                          <a:solidFill>
                            <a:srgbClr val="FFFFFF"/>
                          </a:solidFill>
                          <a:latin typeface="Arial"/>
                        </a:rPr>
                        <a:t>RBP, top 50% fit</a:t>
                      </a:r>
                    </a:p>
                  </a:txBody>
                  <a:tcPr marL="73152" marR="73152" marT="27432" marB="27432" anchor="ctr">
                    <a:solidFill>
                      <a:srgbClr val="041D40"/>
                    </a:solidFill>
                  </a:tcPr>
                </a:tc>
                <a:tc>
                  <a:txBody>
                    <a:bodyPr/>
                    <a:lstStyle/>
                    <a:p>
                      <a:pPr algn="ctr"/>
                      <a:r>
                        <a:rPr sz="1000" b="1">
                          <a:solidFill>
                            <a:srgbClr val="FFFFFF"/>
                          </a:solidFill>
                          <a:latin typeface="Arial"/>
                        </a:rPr>
                        <a:t>RBP, top 25% fit</a:t>
                      </a:r>
                    </a:p>
                  </a:txBody>
                  <a:tcPr marL="73152" marR="73152" marT="27432" marB="27432" anchor="ctr">
                    <a:solidFill>
                      <a:srgbClr val="041D40"/>
                    </a:solidFill>
                  </a:tcPr>
                </a:tc>
                <a:extLst>
                  <a:ext uri="{0D108BD9-81ED-4DB2-BD59-A6C34878D82A}">
                    <a16:rowId xmlns:a16="http://schemas.microsoft.com/office/drawing/2014/main" val="10000"/>
                  </a:ext>
                </a:extLst>
              </a:tr>
              <a:tr h="274320">
                <a:tc>
                  <a:txBody>
                    <a:bodyPr/>
                    <a:lstStyle/>
                    <a:p>
                      <a:pPr algn="l"/>
                      <a:r>
                        <a:rPr sz="1000" b="1">
                          <a:solidFill>
                            <a:srgbClr val="545759"/>
                          </a:solidFill>
                          <a:latin typeface="Arial"/>
                        </a:rPr>
                        <a:t>Warnings (months)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17</a:t>
                      </a:r>
                    </a:p>
                  </a:txBody>
                  <a:tcPr marL="73152" marR="73152" marT="27432" marB="27432" anchor="ctr">
                    <a:solidFill>
                      <a:srgbClr val="FFFFFF"/>
                    </a:solidFill>
                  </a:tcPr>
                </a:tc>
                <a:tc>
                  <a:txBody>
                    <a:bodyPr/>
                    <a:lstStyle/>
                    <a:p>
                      <a:pPr algn="ctr"/>
                      <a:r>
                        <a:rPr sz="1000" b="0">
                          <a:solidFill>
                            <a:srgbClr val="545759"/>
                          </a:solidFill>
                          <a:latin typeface="Arial"/>
                        </a:rPr>
                        <a:t>16</a:t>
                      </a:r>
                    </a:p>
                  </a:txBody>
                  <a:tcPr marL="73152" marR="73152" marT="27432" marB="27432" anchor="ctr">
                    <a:solidFill>
                      <a:srgbClr val="FFFFFF"/>
                    </a:solidFill>
                  </a:tcPr>
                </a:tc>
                <a:tc>
                  <a:txBody>
                    <a:bodyPr/>
                    <a:lstStyle/>
                    <a:p>
                      <a:pPr algn="ctr"/>
                      <a:r>
                        <a:rPr sz="1000" b="0">
                          <a:solidFill>
                            <a:srgbClr val="545759"/>
                          </a:solidFill>
                          <a:latin typeface="Arial"/>
                        </a:rPr>
                        <a:t>11</a:t>
                      </a:r>
                    </a:p>
                  </a:txBody>
                  <a:tcPr marL="73152" marR="73152" marT="27432" marB="27432" anchor="ctr">
                    <a:solidFill>
                      <a:srgbClr val="FFFFFF"/>
                    </a:solidFill>
                  </a:tcPr>
                </a:tc>
                <a:tc>
                  <a:txBody>
                    <a:bodyPr/>
                    <a:lstStyle/>
                    <a:p>
                      <a:pPr algn="ctr"/>
                      <a:r>
                        <a:rPr sz="1000" b="0">
                          <a:solidFill>
                            <a:srgbClr val="545759"/>
                          </a:solidFill>
                          <a:latin typeface="Arial"/>
                        </a:rPr>
                        <a:t>57</a:t>
                      </a:r>
                    </a:p>
                  </a:txBody>
                  <a:tcPr marL="73152" marR="73152" marT="27432" marB="27432" anchor="ctr">
                    <a:solidFill>
                      <a:srgbClr val="FFFFFF"/>
                    </a:solidFill>
                  </a:tcPr>
                </a:tc>
                <a:tc>
                  <a:txBody>
                    <a:bodyPr/>
                    <a:lstStyle/>
                    <a:p>
                      <a:pPr algn="ctr"/>
                      <a:r>
                        <a:rPr sz="1000" b="0">
                          <a:solidFill>
                            <a:srgbClr val="545759"/>
                          </a:solidFill>
                          <a:latin typeface="Arial"/>
                        </a:rPr>
                        <a:t>55</a:t>
                      </a:r>
                    </a:p>
                  </a:txBody>
                  <a:tcPr marL="73152" marR="73152" marT="27432" marB="27432" anchor="ctr">
                    <a:solidFill>
                      <a:srgbClr val="FFFFFF"/>
                    </a:solidFill>
                  </a:tcPr>
                </a:tc>
                <a:tc>
                  <a:txBody>
                    <a:bodyPr/>
                    <a:lstStyle/>
                    <a:p>
                      <a:pPr algn="ctr"/>
                      <a:r>
                        <a:rPr sz="1000" b="0">
                          <a:solidFill>
                            <a:srgbClr val="545759"/>
                          </a:solidFill>
                          <a:latin typeface="Arial"/>
                        </a:rPr>
                        <a:t>53</a:t>
                      </a:r>
                    </a:p>
                  </a:txBody>
                  <a:tcPr marL="73152" marR="73152"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000" b="1">
                          <a:solidFill>
                            <a:srgbClr val="545759"/>
                          </a:solidFill>
                          <a:latin typeface="Arial"/>
                        </a:rPr>
                        <a:t>Average 3-month return after a warning</a:t>
                      </a:r>
                    </a:p>
                  </a:txBody>
                  <a:tcPr marL="73152" marR="73152" marT="27432" marB="27432" anchor="ctr">
                    <a:solidFill>
                      <a:srgbClr val="FFFFFF"/>
                    </a:solidFill>
                  </a:tcPr>
                </a:tc>
                <a:tc>
                  <a:txBody>
                    <a:bodyPr/>
                    <a:lstStyle/>
                    <a:p>
                      <a:pPr algn="ctr"/>
                      <a:r>
                        <a:rPr sz="1000" b="0">
                          <a:solidFill>
                            <a:srgbClr val="545759"/>
                          </a:solidFill>
                          <a:latin typeface="Arial"/>
                        </a:rPr>
                        <a:t>–</a:t>
                      </a:r>
                    </a:p>
                  </a:txBody>
                  <a:tcPr marL="73152" marR="73152" marT="27432" marB="27432" anchor="ctr">
                    <a:solidFill>
                      <a:srgbClr val="FFFFFF"/>
                    </a:solidFill>
                  </a:tcPr>
                </a:tc>
                <a:tc>
                  <a:txBody>
                    <a:bodyPr/>
                    <a:lstStyle/>
                    <a:p>
                      <a:pPr algn="ctr"/>
                      <a:r>
                        <a:rPr sz="1000" b="0">
                          <a:solidFill>
                            <a:srgbClr val="545759"/>
                          </a:solidFill>
                          <a:latin typeface="Arial"/>
                        </a:rPr>
                        <a:t>–</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7.8%</a:t>
                      </a:r>
                    </a:p>
                  </a:txBody>
                  <a:tcPr marL="73152" marR="73152" marT="27432" marB="27432" anchor="ctr">
                    <a:solidFill>
                      <a:srgbClr val="FFFFFF"/>
                    </a:solidFill>
                  </a:tcPr>
                </a:tc>
                <a:tc>
                  <a:txBody>
                    <a:bodyPr/>
                    <a:lstStyle/>
                    <a:p>
                      <a:pPr algn="ctr"/>
                      <a:r>
                        <a:rPr sz="1000" b="0">
                          <a:solidFill>
                            <a:srgbClr val="545759"/>
                          </a:solidFill>
                          <a:latin typeface="Arial"/>
                        </a:rPr>
                        <a:t>6.2%</a:t>
                      </a:r>
                    </a:p>
                  </a:txBody>
                  <a:tcPr marL="73152" marR="73152" marT="27432" marB="27432" anchor="ctr">
                    <a:solidFill>
                      <a:srgbClr val="FFFFFF"/>
                    </a:solidFill>
                  </a:tcPr>
                </a:tc>
                <a:tc>
                  <a:txBody>
                    <a:bodyPr/>
                    <a:lstStyle/>
                    <a:p>
                      <a:pPr algn="ctr"/>
                      <a:r>
                        <a:rPr sz="1000" b="0">
                          <a:solidFill>
                            <a:srgbClr val="545759"/>
                          </a:solidFill>
                          <a:latin typeface="Arial"/>
                        </a:rPr>
                        <a:t>7.0%</a:t>
                      </a:r>
                    </a:p>
                  </a:txBody>
                  <a:tcPr marL="73152" marR="73152" marT="27432" marB="27432" anchor="ctr">
                    <a:solidFill>
                      <a:srgbClr val="FFFFFF"/>
                    </a:solidFill>
                  </a:tcPr>
                </a:tc>
                <a:tc>
                  <a:txBody>
                    <a:bodyPr/>
                    <a:lstStyle/>
                    <a:p>
                      <a:pPr algn="ctr"/>
                      <a:r>
                        <a:rPr sz="1000" b="0">
                          <a:solidFill>
                            <a:srgbClr val="545759"/>
                          </a:solidFill>
                          <a:latin typeface="Arial"/>
                        </a:rPr>
                        <a:t>4.5%</a:t>
                      </a:r>
                    </a:p>
                  </a:txBody>
                  <a:tcPr marL="73152" marR="73152" marT="27432" marB="27432" anchor="ctr">
                    <a:solidFill>
                      <a:srgbClr val="FFFFFF"/>
                    </a:solidFill>
                  </a:tcPr>
                </a:tc>
                <a:tc>
                  <a:txBody>
                    <a:bodyPr/>
                    <a:lstStyle/>
                    <a:p>
                      <a:pPr algn="ctr"/>
                      <a:r>
                        <a:rPr sz="1000" b="0">
                          <a:solidFill>
                            <a:srgbClr val="545759"/>
                          </a:solidFill>
                          <a:latin typeface="Arial"/>
                        </a:rPr>
                        <a:t>4.5%</a:t>
                      </a:r>
                    </a:p>
                  </a:txBody>
                  <a:tcPr marL="73152" marR="73152" marT="27432" marB="27432" anchor="ctr">
                    <a:solidFill>
                      <a:srgbClr val="FFFFFF"/>
                    </a:solidFill>
                  </a:tcPr>
                </a:tc>
                <a:tc>
                  <a:txBody>
                    <a:bodyPr/>
                    <a:lstStyle/>
                    <a:p>
                      <a:pPr algn="ctr"/>
                      <a:r>
                        <a:rPr sz="1000" b="0">
                          <a:solidFill>
                            <a:srgbClr val="545759"/>
                          </a:solidFill>
                          <a:latin typeface="Arial"/>
                        </a:rPr>
                        <a:t>4.3%</a:t>
                      </a:r>
                    </a:p>
                  </a:txBody>
                  <a:tcPr marL="73152" marR="73152" marT="27432" marB="27432" anchor="ctr">
                    <a:solidFill>
                      <a:srgbClr val="FFFFFF"/>
                    </a:solidFill>
                  </a:tcPr>
                </a:tc>
                <a:extLst>
                  <a:ext uri="{0D108BD9-81ED-4DB2-BD59-A6C34878D82A}">
                    <a16:rowId xmlns:a16="http://schemas.microsoft.com/office/drawing/2014/main" val="10002"/>
                  </a:ext>
                </a:extLst>
              </a:tr>
              <a:tr h="274320">
                <a:tc>
                  <a:txBody>
                    <a:bodyPr/>
                    <a:lstStyle/>
                    <a:p>
                      <a:pPr algn="l"/>
                      <a:r>
                        <a:rPr sz="1000" b="1">
                          <a:solidFill>
                            <a:srgbClr val="545759"/>
                          </a:solidFill>
                          <a:latin typeface="Arial"/>
                        </a:rPr>
                        <a:t>Average 3-month return otherwise</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2.8%</a:t>
                      </a:r>
                    </a:p>
                  </a:txBody>
                  <a:tcPr marL="73152" marR="73152" marT="27432" marB="27432" anchor="ctr">
                    <a:solidFill>
                      <a:srgbClr val="FFFFFF"/>
                    </a:solidFill>
                  </a:tcPr>
                </a:tc>
                <a:tc>
                  <a:txBody>
                    <a:bodyPr/>
                    <a:lstStyle/>
                    <a:p>
                      <a:pPr algn="ctr"/>
                      <a:r>
                        <a:rPr sz="1000" b="0">
                          <a:solidFill>
                            <a:srgbClr val="545759"/>
                          </a:solidFill>
                          <a:latin typeface="Arial"/>
                        </a:rPr>
                        <a:t>2.6%</a:t>
                      </a:r>
                    </a:p>
                  </a:txBody>
                  <a:tcPr marL="73152" marR="73152" marT="27432" marB="27432" anchor="ctr">
                    <a:solidFill>
                      <a:srgbClr val="FFFFFF"/>
                    </a:solidFill>
                  </a:tcPr>
                </a:tc>
                <a:tc>
                  <a:txBody>
                    <a:bodyPr/>
                    <a:lstStyle/>
                    <a:p>
                      <a:pPr algn="ctr"/>
                      <a:r>
                        <a:rPr sz="1000" b="0">
                          <a:solidFill>
                            <a:srgbClr val="545759"/>
                          </a:solidFill>
                          <a:latin typeface="Arial"/>
                        </a:rPr>
                        <a:t>2.6%</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000" b="1">
                          <a:solidFill>
                            <a:srgbClr val="545759"/>
                          </a:solidFill>
                          <a:latin typeface="Arial"/>
                        </a:rPr>
                        <a:t>True positives (warnings followed by a loss)</a:t>
                      </a:r>
                    </a:p>
                  </a:txBody>
                  <a:tcPr marL="73152" marR="73152" marT="27432" marB="27432" anchor="ctr">
                    <a:solidFill>
                      <a:srgbClr val="FBEFF1"/>
                    </a:solidFill>
                  </a:tcPr>
                </a:tc>
                <a:tc>
                  <a:txBody>
                    <a:bodyPr/>
                    <a:lstStyle/>
                    <a:p>
                      <a:pPr algn="ctr"/>
                      <a:r>
                        <a:rPr sz="1000" b="0">
                          <a:solidFill>
                            <a:srgbClr val="545759"/>
                          </a:solidFill>
                          <a:latin typeface="Arial"/>
                        </a:rPr>
                        <a:t>–</a:t>
                      </a:r>
                    </a:p>
                  </a:txBody>
                  <a:tcPr marL="73152" marR="73152" marT="27432" marB="27432" anchor="ctr">
                    <a:solidFill>
                      <a:srgbClr val="FBEFF1"/>
                    </a:solidFill>
                  </a:tcPr>
                </a:tc>
                <a:tc>
                  <a:txBody>
                    <a:bodyPr/>
                    <a:lstStyle/>
                    <a:p>
                      <a:pPr algn="ctr"/>
                      <a:r>
                        <a:rPr sz="1000" b="0">
                          <a:solidFill>
                            <a:srgbClr val="545759"/>
                          </a:solidFill>
                          <a:latin typeface="Arial"/>
                        </a:rPr>
                        <a:t>–</a:t>
                      </a:r>
                    </a:p>
                  </a:txBody>
                  <a:tcPr marL="73152" marR="73152" marT="27432" marB="27432" anchor="ctr">
                    <a:solidFill>
                      <a:srgbClr val="FBEFF1"/>
                    </a:solidFill>
                  </a:tcPr>
                </a:tc>
                <a:tc>
                  <a:txBody>
                    <a:bodyPr/>
                    <a:lstStyle/>
                    <a:p>
                      <a:pPr algn="ctr"/>
                      <a:r>
                        <a:rPr sz="1000" b="0">
                          <a:solidFill>
                            <a:srgbClr val="545759"/>
                          </a:solidFill>
                          <a:latin typeface="Arial"/>
                        </a:rPr>
                        <a:t>2.4%</a:t>
                      </a:r>
                    </a:p>
                  </a:txBody>
                  <a:tcPr marL="73152" marR="73152" marT="27432" marB="27432" anchor="ctr">
                    <a:solidFill>
                      <a:srgbClr val="FBEFF1"/>
                    </a:solidFill>
                  </a:tcPr>
                </a:tc>
                <a:tc>
                  <a:txBody>
                    <a:bodyPr/>
                    <a:lstStyle/>
                    <a:p>
                      <a:pPr algn="ctr"/>
                      <a:r>
                        <a:rPr sz="1000" b="0">
                          <a:solidFill>
                            <a:srgbClr val="545759"/>
                          </a:solidFill>
                          <a:latin typeface="Arial"/>
                        </a:rPr>
                        <a:t>5.9%</a:t>
                      </a:r>
                    </a:p>
                  </a:txBody>
                  <a:tcPr marL="73152" marR="73152" marT="27432" marB="27432" anchor="ctr">
                    <a:solidFill>
                      <a:srgbClr val="FBEFF1"/>
                    </a:solidFill>
                  </a:tcPr>
                </a:tc>
                <a:tc>
                  <a:txBody>
                    <a:bodyPr/>
                    <a:lstStyle/>
                    <a:p>
                      <a:pPr algn="ctr"/>
                      <a:r>
                        <a:rPr sz="1000" b="0">
                          <a:solidFill>
                            <a:srgbClr val="545759"/>
                          </a:solidFill>
                          <a:latin typeface="Arial"/>
                        </a:rPr>
                        <a:t>6.2%</a:t>
                      </a:r>
                    </a:p>
                  </a:txBody>
                  <a:tcPr marL="73152" marR="73152" marT="27432" marB="27432" anchor="ctr">
                    <a:solidFill>
                      <a:srgbClr val="FBEFF1"/>
                    </a:solidFill>
                  </a:tcPr>
                </a:tc>
                <a:tc>
                  <a:txBody>
                    <a:bodyPr/>
                    <a:lstStyle/>
                    <a:p>
                      <a:pPr algn="ctr"/>
                      <a:r>
                        <a:rPr sz="1000" b="0">
                          <a:solidFill>
                            <a:srgbClr val="545759"/>
                          </a:solidFill>
                          <a:latin typeface="Arial"/>
                        </a:rPr>
                        <a:t>27.3%</a:t>
                      </a:r>
                    </a:p>
                  </a:txBody>
                  <a:tcPr marL="73152" marR="73152" marT="27432" marB="27432" anchor="ctr">
                    <a:solidFill>
                      <a:srgbClr val="FBEFF1"/>
                    </a:solidFill>
                  </a:tcPr>
                </a:tc>
                <a:tc>
                  <a:txBody>
                    <a:bodyPr/>
                    <a:lstStyle/>
                    <a:p>
                      <a:pPr algn="ctr"/>
                      <a:r>
                        <a:rPr sz="1000" b="0">
                          <a:solidFill>
                            <a:srgbClr val="545759"/>
                          </a:solidFill>
                          <a:latin typeface="Arial"/>
                        </a:rPr>
                        <a:t>10.5%</a:t>
                      </a:r>
                    </a:p>
                  </a:txBody>
                  <a:tcPr marL="73152" marR="73152" marT="27432" marB="27432" anchor="ctr">
                    <a:solidFill>
                      <a:srgbClr val="FBEFF1"/>
                    </a:solidFill>
                  </a:tcPr>
                </a:tc>
                <a:tc>
                  <a:txBody>
                    <a:bodyPr/>
                    <a:lstStyle/>
                    <a:p>
                      <a:pPr algn="ctr"/>
                      <a:r>
                        <a:rPr sz="1000" b="0">
                          <a:solidFill>
                            <a:srgbClr val="545759"/>
                          </a:solidFill>
                          <a:latin typeface="Arial"/>
                        </a:rPr>
                        <a:t>10.9%</a:t>
                      </a:r>
                    </a:p>
                  </a:txBody>
                  <a:tcPr marL="73152" marR="73152" marT="27432" marB="27432" anchor="ctr">
                    <a:solidFill>
                      <a:srgbClr val="FBEFF1"/>
                    </a:solidFill>
                  </a:tcPr>
                </a:tc>
                <a:tc>
                  <a:txBody>
                    <a:bodyPr/>
                    <a:lstStyle/>
                    <a:p>
                      <a:pPr algn="ctr"/>
                      <a:r>
                        <a:rPr sz="1000" b="0">
                          <a:solidFill>
                            <a:srgbClr val="545759"/>
                          </a:solidFill>
                          <a:latin typeface="Arial"/>
                        </a:rPr>
                        <a:t>11.3%</a:t>
                      </a:r>
                    </a:p>
                  </a:txBody>
                  <a:tcPr marL="73152" marR="73152" marT="27432" marB="27432" anchor="ctr">
                    <a:solidFill>
                      <a:srgbClr val="FBEFF1"/>
                    </a:solidFill>
                  </a:tcPr>
                </a:tc>
                <a:extLst>
                  <a:ext uri="{0D108BD9-81ED-4DB2-BD59-A6C34878D82A}">
                    <a16:rowId xmlns:a16="http://schemas.microsoft.com/office/drawing/2014/main" val="10004"/>
                  </a:ext>
                </a:extLst>
              </a:tr>
              <a:tr h="274320">
                <a:tc>
                  <a:txBody>
                    <a:bodyPr/>
                    <a:lstStyle/>
                    <a:p>
                      <a:pPr algn="l"/>
                      <a:r>
                        <a:rPr sz="1000" b="1">
                          <a:solidFill>
                            <a:srgbClr val="545759"/>
                          </a:solidFill>
                          <a:latin typeface="Arial"/>
                        </a:rPr>
                        <a:t>False positives (warnings with no loss)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16</a:t>
                      </a:r>
                    </a:p>
                  </a:txBody>
                  <a:tcPr marL="73152" marR="73152" marT="27432" marB="27432" anchor="ctr">
                    <a:solidFill>
                      <a:srgbClr val="FFFFFF"/>
                    </a:solidFill>
                  </a:tcPr>
                </a:tc>
                <a:tc>
                  <a:txBody>
                    <a:bodyPr/>
                    <a:lstStyle/>
                    <a:p>
                      <a:pPr algn="ctr"/>
                      <a:r>
                        <a:rPr sz="1000" b="0">
                          <a:solidFill>
                            <a:srgbClr val="545759"/>
                          </a:solidFill>
                          <a:latin typeface="Arial"/>
                        </a:rPr>
                        <a:t>15</a:t>
                      </a:r>
                    </a:p>
                  </a:txBody>
                  <a:tcPr marL="73152" marR="73152" marT="27432" marB="27432" anchor="ctr">
                    <a:solidFill>
                      <a:srgbClr val="FFFFFF"/>
                    </a:solidFill>
                  </a:tcPr>
                </a:tc>
                <a:tc>
                  <a:txBody>
                    <a:bodyPr/>
                    <a:lstStyle/>
                    <a:p>
                      <a:pPr algn="ctr"/>
                      <a:r>
                        <a:rPr sz="1000" b="0">
                          <a:solidFill>
                            <a:srgbClr val="545759"/>
                          </a:solidFill>
                          <a:latin typeface="Arial"/>
                        </a:rPr>
                        <a:t>8</a:t>
                      </a:r>
                    </a:p>
                  </a:txBody>
                  <a:tcPr marL="73152" marR="73152" marT="27432" marB="27432" anchor="ctr">
                    <a:solidFill>
                      <a:srgbClr val="FFFFFF"/>
                    </a:solidFill>
                  </a:tcPr>
                </a:tc>
                <a:tc>
                  <a:txBody>
                    <a:bodyPr/>
                    <a:lstStyle/>
                    <a:p>
                      <a:pPr algn="ctr"/>
                      <a:r>
                        <a:rPr sz="1000" b="0">
                          <a:solidFill>
                            <a:srgbClr val="545759"/>
                          </a:solidFill>
                          <a:latin typeface="Arial"/>
                        </a:rPr>
                        <a:t>51</a:t>
                      </a:r>
                    </a:p>
                  </a:txBody>
                  <a:tcPr marL="73152" marR="73152" marT="27432" marB="27432" anchor="ctr">
                    <a:solidFill>
                      <a:srgbClr val="FFFFFF"/>
                    </a:solidFill>
                  </a:tcPr>
                </a:tc>
                <a:tc>
                  <a:txBody>
                    <a:bodyPr/>
                    <a:lstStyle/>
                    <a:p>
                      <a:pPr algn="ctr"/>
                      <a:r>
                        <a:rPr sz="1000" b="0">
                          <a:solidFill>
                            <a:srgbClr val="545759"/>
                          </a:solidFill>
                          <a:latin typeface="Arial"/>
                        </a:rPr>
                        <a:t>49</a:t>
                      </a:r>
                    </a:p>
                  </a:txBody>
                  <a:tcPr marL="73152" marR="73152" marT="27432" marB="27432" anchor="ctr">
                    <a:solidFill>
                      <a:srgbClr val="FFFFFF"/>
                    </a:solidFill>
                  </a:tcPr>
                </a:tc>
                <a:tc>
                  <a:txBody>
                    <a:bodyPr/>
                    <a:lstStyle/>
                    <a:p>
                      <a:pPr algn="ctr"/>
                      <a:r>
                        <a:rPr sz="1000" b="0">
                          <a:solidFill>
                            <a:srgbClr val="545759"/>
                          </a:solidFill>
                          <a:latin typeface="Arial"/>
                        </a:rPr>
                        <a:t>47</a:t>
                      </a:r>
                    </a:p>
                  </a:txBody>
                  <a:tcPr marL="73152" marR="73152"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000" b="1">
                          <a:solidFill>
                            <a:srgbClr val="545759"/>
                          </a:solidFill>
                          <a:latin typeface="Arial"/>
                        </a:rPr>
                        <a:t>Share of 10% losses preceded by a warning</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29%</a:t>
                      </a:r>
                    </a:p>
                  </a:txBody>
                  <a:tcPr marL="73152" marR="73152" marT="27432" marB="27432" anchor="ctr">
                    <a:solidFill>
                      <a:srgbClr val="FBEFF1"/>
                    </a:solidFill>
                  </a:tcPr>
                </a:tc>
                <a:tc>
                  <a:txBody>
                    <a:bodyPr/>
                    <a:lstStyle/>
                    <a:p>
                      <a:pPr algn="ctr"/>
                      <a:r>
                        <a:rPr sz="1000" b="0">
                          <a:solidFill>
                            <a:srgbClr val="545759"/>
                          </a:solidFill>
                          <a:latin typeface="Arial"/>
                        </a:rPr>
                        <a:t>29%</a:t>
                      </a:r>
                    </a:p>
                  </a:txBody>
                  <a:tcPr marL="73152" marR="73152" marT="27432" marB="27432" anchor="ctr">
                    <a:solidFill>
                      <a:srgbClr val="FBEFF1"/>
                    </a:solidFill>
                  </a:tcPr>
                </a:tc>
                <a:tc>
                  <a:txBody>
                    <a:bodyPr/>
                    <a:lstStyle/>
                    <a:p>
                      <a:pPr algn="ctr"/>
                      <a:r>
                        <a:rPr sz="1000" b="0">
                          <a:solidFill>
                            <a:srgbClr val="545759"/>
                          </a:solidFill>
                          <a:latin typeface="Arial"/>
                        </a:rPr>
                        <a:t>29%</a:t>
                      </a:r>
                    </a:p>
                  </a:txBody>
                  <a:tcPr marL="73152" marR="73152" marT="27432" marB="27432" anchor="ctr">
                    <a:solidFill>
                      <a:srgbClr val="FBEFF1"/>
                    </a:solidFill>
                  </a:tcPr>
                </a:tc>
                <a:extLst>
                  <a:ext uri="{0D108BD9-81ED-4DB2-BD59-A6C34878D82A}">
                    <a16:rowId xmlns:a16="http://schemas.microsoft.com/office/drawing/2014/main" val="10006"/>
                  </a:ext>
                </a:extLst>
              </a:tr>
              <a:tr h="274320">
                <a:tc>
                  <a:txBody>
                    <a:bodyPr/>
                    <a:lstStyle/>
                    <a:p>
                      <a:pPr algn="l"/>
                      <a:r>
                        <a:rPr sz="1000" b="1">
                          <a:solidFill>
                            <a:srgbClr val="545759"/>
                          </a:solidFill>
                          <a:latin typeface="Arial"/>
                        </a:rPr>
                        <a:t>Trading rule: annual return</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9.2%</a:t>
                      </a:r>
                    </a:p>
                  </a:txBody>
                  <a:tcPr marL="73152" marR="73152" marT="27432" marB="27432" anchor="ctr">
                    <a:solidFill>
                      <a:srgbClr val="EAF1F6"/>
                    </a:solidFill>
                  </a:tcPr>
                </a:tc>
                <a:tc>
                  <a:txBody>
                    <a:bodyPr/>
                    <a:lstStyle/>
                    <a:p>
                      <a:pPr algn="ctr"/>
                      <a:r>
                        <a:rPr sz="1000" b="0">
                          <a:solidFill>
                            <a:srgbClr val="545759"/>
                          </a:solidFill>
                          <a:latin typeface="Arial"/>
                        </a:rPr>
                        <a:t>9.5%</a:t>
                      </a:r>
                    </a:p>
                  </a:txBody>
                  <a:tcPr marL="73152" marR="73152" marT="27432" marB="27432" anchor="ctr">
                    <a:solidFill>
                      <a:srgbClr val="EAF1F6"/>
                    </a:solidFill>
                  </a:tcPr>
                </a:tc>
                <a:tc>
                  <a:txBody>
                    <a:bodyPr/>
                    <a:lstStyle/>
                    <a:p>
                      <a:pPr algn="ctr"/>
                      <a:r>
                        <a:rPr sz="1000" b="0">
                          <a:solidFill>
                            <a:srgbClr val="545759"/>
                          </a:solidFill>
                          <a:latin typeface="Arial"/>
                        </a:rPr>
                        <a:t>9.8%</a:t>
                      </a:r>
                    </a:p>
                  </a:txBody>
                  <a:tcPr marL="73152" marR="73152" marT="27432" marB="27432" anchor="ctr">
                    <a:solidFill>
                      <a:srgbClr val="EAF1F6"/>
                    </a:solidFill>
                  </a:tcPr>
                </a:tc>
                <a:tc>
                  <a:txBody>
                    <a:bodyPr/>
                    <a:lstStyle/>
                    <a:p>
                      <a:pPr algn="ctr"/>
                      <a:r>
                        <a:rPr sz="1000" b="0">
                          <a:solidFill>
                            <a:srgbClr val="545759"/>
                          </a:solidFill>
                          <a:latin typeface="Arial"/>
                        </a:rPr>
                        <a:t>10.0%</a:t>
                      </a:r>
                    </a:p>
                  </a:txBody>
                  <a:tcPr marL="73152" marR="73152" marT="27432" marB="27432" anchor="ctr">
                    <a:solidFill>
                      <a:srgbClr val="EAF1F6"/>
                    </a:solidFill>
                  </a:tcPr>
                </a:tc>
                <a:tc>
                  <a:txBody>
                    <a:bodyPr/>
                    <a:lstStyle/>
                    <a:p>
                      <a:pPr algn="ctr"/>
                      <a:r>
                        <a:rPr sz="1000" b="0">
                          <a:solidFill>
                            <a:srgbClr val="545759"/>
                          </a:solidFill>
                          <a:latin typeface="Arial"/>
                        </a:rPr>
                        <a:t>9.4%</a:t>
                      </a:r>
                    </a:p>
                  </a:txBody>
                  <a:tcPr marL="73152" marR="73152" marT="27432" marB="27432" anchor="ctr">
                    <a:solidFill>
                      <a:srgbClr val="EAF1F6"/>
                    </a:solidFill>
                  </a:tcPr>
                </a:tc>
                <a:tc>
                  <a:txBody>
                    <a:bodyPr/>
                    <a:lstStyle/>
                    <a:p>
                      <a:pPr algn="ctr"/>
                      <a:r>
                        <a:rPr sz="1000" b="0">
                          <a:solidFill>
                            <a:srgbClr val="545759"/>
                          </a:solidFill>
                          <a:latin typeface="Arial"/>
                        </a:rPr>
                        <a:t>9.5%</a:t>
                      </a:r>
                    </a:p>
                  </a:txBody>
                  <a:tcPr marL="73152" marR="73152" marT="27432" marB="27432" anchor="ctr">
                    <a:solidFill>
                      <a:srgbClr val="EAF1F6"/>
                    </a:solidFill>
                  </a:tcPr>
                </a:tc>
                <a:tc>
                  <a:txBody>
                    <a:bodyPr/>
                    <a:lstStyle/>
                    <a:p>
                      <a:pPr algn="ctr"/>
                      <a:r>
                        <a:rPr sz="1000" b="0">
                          <a:solidFill>
                            <a:srgbClr val="545759"/>
                          </a:solidFill>
                          <a:latin typeface="Arial"/>
                        </a:rPr>
                        <a:t>9.6%</a:t>
                      </a:r>
                    </a:p>
                  </a:txBody>
                  <a:tcPr marL="73152" marR="73152" marT="27432" marB="27432" anchor="ctr">
                    <a:solidFill>
                      <a:srgbClr val="EAF1F6"/>
                    </a:solidFill>
                  </a:tcPr>
                </a:tc>
                <a:extLst>
                  <a:ext uri="{0D108BD9-81ED-4DB2-BD59-A6C34878D82A}">
                    <a16:rowId xmlns:a16="http://schemas.microsoft.com/office/drawing/2014/main" val="10007"/>
                  </a:ext>
                </a:extLst>
              </a:tr>
              <a:tr h="274320">
                <a:tc>
                  <a:txBody>
                    <a:bodyPr/>
                    <a:lstStyle/>
                    <a:p>
                      <a:pPr algn="l"/>
                      <a:r>
                        <a:rPr sz="1000" b="1">
                          <a:solidFill>
                            <a:srgbClr val="545759"/>
                          </a:solidFill>
                          <a:latin typeface="Arial"/>
                        </a:rPr>
                        <a:t>Trading rule: maximum drawdown</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-38%</a:t>
                      </a:r>
                    </a:p>
                  </a:txBody>
                  <a:tcPr marL="73152" marR="73152" marT="27432" marB="27432" anchor="ctr">
                    <a:solidFill>
                      <a:srgbClr val="EAF1F6"/>
                    </a:solidFill>
                  </a:tcPr>
                </a:tc>
                <a:tc>
                  <a:txBody>
                    <a:bodyPr/>
                    <a:lstStyle/>
                    <a:p>
                      <a:pPr algn="ctr"/>
                      <a:r>
                        <a:rPr sz="1000" b="0">
                          <a:solidFill>
                            <a:srgbClr val="545759"/>
                          </a:solidFill>
                          <a:latin typeface="Arial"/>
                        </a:rPr>
                        <a:t>-38%</a:t>
                      </a:r>
                    </a:p>
                  </a:txBody>
                  <a:tcPr marL="73152" marR="73152" marT="27432" marB="27432" anchor="ctr">
                    <a:solidFill>
                      <a:srgbClr val="EAF1F6"/>
                    </a:solidFill>
                  </a:tcPr>
                </a:tc>
                <a:tc>
                  <a:txBody>
                    <a:bodyPr/>
                    <a:lstStyle/>
                    <a:p>
                      <a:pPr algn="ctr"/>
                      <a:r>
                        <a:rPr sz="1000" b="0">
                          <a:solidFill>
                            <a:srgbClr val="545759"/>
                          </a:solidFill>
                          <a:latin typeface="Arial"/>
                        </a:rPr>
                        <a:t>-34%</a:t>
                      </a:r>
                    </a:p>
                  </a:txBody>
                  <a:tcPr marL="73152" marR="73152" marT="27432" marB="27432" anchor="ctr">
                    <a:solidFill>
                      <a:srgbClr val="EAF1F6"/>
                    </a:solidFill>
                  </a:tcPr>
                </a:tc>
                <a:tc>
                  <a:txBody>
                    <a:bodyPr/>
                    <a:lstStyle/>
                    <a:p>
                      <a:pPr algn="ctr"/>
                      <a:r>
                        <a:rPr sz="1000" b="0">
                          <a:solidFill>
                            <a:srgbClr val="545759"/>
                          </a:solidFill>
                          <a:latin typeface="Arial"/>
                        </a:rPr>
                        <a:t>-33%</a:t>
                      </a:r>
                    </a:p>
                  </a:txBody>
                  <a:tcPr marL="73152" marR="73152" marT="27432" marB="27432" anchor="ctr">
                    <a:solidFill>
                      <a:srgbClr val="EAF1F6"/>
                    </a:solidFill>
                  </a:tcPr>
                </a:tc>
                <a:tc>
                  <a:txBody>
                    <a:bodyPr/>
                    <a:lstStyle/>
                    <a:p>
                      <a:pPr algn="ctr"/>
                      <a:r>
                        <a:rPr sz="1000" b="0">
                          <a:solidFill>
                            <a:srgbClr val="545759"/>
                          </a:solidFill>
                          <a:latin typeface="Arial"/>
                        </a:rPr>
                        <a:t>-33%</a:t>
                      </a:r>
                    </a:p>
                  </a:txBody>
                  <a:tcPr marL="73152" marR="73152" marT="27432" marB="27432" anchor="ctr">
                    <a:solidFill>
                      <a:srgbClr val="EAF1F6"/>
                    </a:solidFill>
                  </a:tcPr>
                </a:tc>
                <a:tc>
                  <a:txBody>
                    <a:bodyPr/>
                    <a:lstStyle/>
                    <a:p>
                      <a:pPr algn="ctr"/>
                      <a:r>
                        <a:rPr sz="1000" b="0">
                          <a:solidFill>
                            <a:srgbClr val="545759"/>
                          </a:solidFill>
                          <a:latin typeface="Arial"/>
                        </a:rPr>
                        <a:t>-33%</a:t>
                      </a:r>
                    </a:p>
                  </a:txBody>
                  <a:tcPr marL="73152" marR="73152" marT="27432" marB="27432" anchor="ctr">
                    <a:solidFill>
                      <a:srgbClr val="EAF1F6"/>
                    </a:solidFill>
                  </a:tcPr>
                </a:tc>
                <a:extLst>
                  <a:ext uri="{0D108BD9-81ED-4DB2-BD59-A6C34878D82A}">
                    <a16:rowId xmlns:a16="http://schemas.microsoft.com/office/drawing/2014/main" val="10008"/>
                  </a:ext>
                </a:extLst>
              </a:tr>
              <a:tr h="274320">
                <a:tc>
                  <a:txBody>
                    <a:bodyPr/>
                    <a:lstStyle/>
                    <a:p>
                      <a:pPr algn="l"/>
                      <a:r>
                        <a:rPr sz="1000" b="1">
                          <a:solidFill>
                            <a:srgbClr val="545759"/>
                          </a:solidFill>
                          <a:latin typeface="Arial"/>
                        </a:rPr>
                        <a:t>Static mix: annual return</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tc>
                  <a:txBody>
                    <a:bodyPr/>
                    <a:lstStyle/>
                    <a:p>
                      <a:pPr algn="ctr"/>
                      <a:r>
                        <a:rPr sz="1000" b="0">
                          <a:solidFill>
                            <a:srgbClr val="545759"/>
                          </a:solidFill>
                          <a:latin typeface="Arial"/>
                        </a:rPr>
                        <a:t>9.9%</a:t>
                      </a:r>
                    </a:p>
                  </a:txBody>
                  <a:tcPr marL="73152" marR="73152"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000" b="1">
                          <a:solidFill>
                            <a:srgbClr val="545759"/>
                          </a:solidFill>
                          <a:latin typeface="Arial"/>
                        </a:rPr>
                        <a:t>Static mix: maximum drawdown</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tc>
                  <a:txBody>
                    <a:bodyPr/>
                    <a:lstStyle/>
                    <a:p>
                      <a:pPr algn="ctr"/>
                      <a:r>
                        <a:rPr sz="1000" b="0">
                          <a:solidFill>
                            <a:srgbClr val="545759"/>
                          </a:solidFill>
                          <a:latin typeface="Arial"/>
                        </a:rPr>
                        <a:t>-39%</a:t>
                      </a:r>
                    </a:p>
                  </a:txBody>
                  <a:tcPr marL="73152" marR="73152" marT="27432" marB="27432"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at a 20% threshold</a:t>
            </a:r>
          </a:p>
        </p:txBody>
      </p:sp>
      <p:sp>
        <p:nvSpPr>
          <p:cNvPr id="3" name="TextBox 2"/>
          <p:cNvSpPr txBox="1"/>
          <p:nvPr/>
        </p:nvSpPr>
        <p:spPr>
          <a:xfrm>
            <a:off x="685800" y="1916921"/>
            <a:ext cx="10241280" cy="274320"/>
          </a:xfrm>
          <a:prstGeom prst="rect">
            <a:avLst/>
          </a:prstGeom>
          <a:noFill/>
        </p:spPr>
        <p:txBody>
          <a:bodyPr wrap="square" lIns="0" tIns="0" rIns="0" bIns="0" anchor="t">
            <a:spAutoFit/>
          </a:bodyPr>
          <a:lstStyle/>
          <a:p>
            <a:pPr algn="l">
              <a:spcAft>
                <a:spcPts val="600"/>
              </a:spcAft>
            </a:pPr>
            <a:r>
              <a:rPr sz="1300" b="0">
                <a:solidFill>
                  <a:srgbClr val="545759"/>
                </a:solidFill>
                <a:latin typeface="Arial"/>
              </a:rPr>
              <a:t>Warning: forecast probability of a 10% loss ≥ 20%  ·  420 month-ends, 1991–2025  ·  21 followed by a 10% loss</a:t>
            </a:r>
          </a:p>
        </p:txBody>
      </p:sp>
      <p:graphicFrame>
        <p:nvGraphicFramePr>
          <p:cNvPr id="4" name="Table 3"/>
          <p:cNvGraphicFramePr>
            <a:graphicFrameLocks noGrp="1"/>
          </p:cNvGraphicFramePr>
          <p:nvPr/>
        </p:nvGraphicFramePr>
        <p:xfrm>
          <a:off x="685800" y="2282681"/>
          <a:ext cx="10780776" cy="3273552"/>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903224">
                  <a:extLst>
                    <a:ext uri="{9D8B030D-6E8A-4147-A177-3AD203B41FA5}">
                      <a16:colId xmlns:a16="http://schemas.microsoft.com/office/drawing/2014/main" val="20001"/>
                    </a:ext>
                  </a:extLst>
                </a:gridCol>
                <a:gridCol w="903224">
                  <a:extLst>
                    <a:ext uri="{9D8B030D-6E8A-4147-A177-3AD203B41FA5}">
                      <a16:colId xmlns:a16="http://schemas.microsoft.com/office/drawing/2014/main" val="20002"/>
                    </a:ext>
                  </a:extLst>
                </a:gridCol>
                <a:gridCol w="903224">
                  <a:extLst>
                    <a:ext uri="{9D8B030D-6E8A-4147-A177-3AD203B41FA5}">
                      <a16:colId xmlns:a16="http://schemas.microsoft.com/office/drawing/2014/main" val="20003"/>
                    </a:ext>
                  </a:extLst>
                </a:gridCol>
                <a:gridCol w="903224">
                  <a:extLst>
                    <a:ext uri="{9D8B030D-6E8A-4147-A177-3AD203B41FA5}">
                      <a16:colId xmlns:a16="http://schemas.microsoft.com/office/drawing/2014/main" val="20004"/>
                    </a:ext>
                  </a:extLst>
                </a:gridCol>
                <a:gridCol w="903224">
                  <a:extLst>
                    <a:ext uri="{9D8B030D-6E8A-4147-A177-3AD203B41FA5}">
                      <a16:colId xmlns:a16="http://schemas.microsoft.com/office/drawing/2014/main" val="20005"/>
                    </a:ext>
                  </a:extLst>
                </a:gridCol>
                <a:gridCol w="903224">
                  <a:extLst>
                    <a:ext uri="{9D8B030D-6E8A-4147-A177-3AD203B41FA5}">
                      <a16:colId xmlns:a16="http://schemas.microsoft.com/office/drawing/2014/main" val="20006"/>
                    </a:ext>
                  </a:extLst>
                </a:gridCol>
                <a:gridCol w="903224">
                  <a:extLst>
                    <a:ext uri="{9D8B030D-6E8A-4147-A177-3AD203B41FA5}">
                      <a16:colId xmlns:a16="http://schemas.microsoft.com/office/drawing/2014/main" val="20007"/>
                    </a:ext>
                  </a:extLst>
                </a:gridCol>
                <a:gridCol w="903224">
                  <a:extLst>
                    <a:ext uri="{9D8B030D-6E8A-4147-A177-3AD203B41FA5}">
                      <a16:colId xmlns:a16="http://schemas.microsoft.com/office/drawing/2014/main" val="20008"/>
                    </a:ext>
                  </a:extLst>
                </a:gridCol>
                <a:gridCol w="903224">
                  <a:extLst>
                    <a:ext uri="{9D8B030D-6E8A-4147-A177-3AD203B41FA5}">
                      <a16:colId xmlns:a16="http://schemas.microsoft.com/office/drawing/2014/main" val="20009"/>
                    </a:ext>
                  </a:extLst>
                </a:gridCol>
              </a:tblGrid>
              <a:tr h="274320">
                <a:tc>
                  <a:txBody>
                    <a:bodyPr/>
                    <a:lstStyle/>
                    <a:p>
                      <a:pPr algn="l"/>
                      <a:r>
                        <a:rPr sz="1000" b="1">
                          <a:solidFill>
                            <a:srgbClr val="FFFFFF"/>
                          </a:solidFill>
                          <a:latin typeface="Arial"/>
                        </a:rPr>
                        <a:t>At 20%</a:t>
                      </a:r>
                    </a:p>
                  </a:txBody>
                  <a:tcPr marL="73152" marR="73152" marT="27432" marB="27432" anchor="ctr">
                    <a:solidFill>
                      <a:srgbClr val="041D40"/>
                    </a:solidFill>
                  </a:tcPr>
                </a:tc>
                <a:tc>
                  <a:txBody>
                    <a:bodyPr/>
                    <a:lstStyle/>
                    <a:p>
                      <a:pPr algn="ctr"/>
                      <a:r>
                        <a:rPr sz="1000" b="1">
                          <a:solidFill>
                            <a:srgbClr val="FFFFFF"/>
                          </a:solidFill>
                          <a:latin typeface="Arial"/>
                        </a:rPr>
                        <a:t>Empirical frequency</a:t>
                      </a:r>
                    </a:p>
                  </a:txBody>
                  <a:tcPr marL="73152" marR="73152" marT="27432" marB="27432" anchor="ctr">
                    <a:solidFill>
                      <a:srgbClr val="041D40"/>
                    </a:solidFill>
                  </a:tcPr>
                </a:tc>
                <a:tc>
                  <a:txBody>
                    <a:bodyPr/>
                    <a:lstStyle/>
                    <a:p>
                      <a:pPr algn="ctr"/>
                      <a:r>
                        <a:rPr sz="1000" b="1">
                          <a:solidFill>
                            <a:srgbClr val="FFFFFF"/>
                          </a:solidFill>
                          <a:latin typeface="Arial"/>
                        </a:rPr>
                        <a:t>Normal distribution</a:t>
                      </a:r>
                    </a:p>
                  </a:txBody>
                  <a:tcPr marL="73152" marR="73152" marT="27432" marB="27432" anchor="ctr">
                    <a:solidFill>
                      <a:srgbClr val="041D40"/>
                    </a:solidFill>
                  </a:tcPr>
                </a:tc>
                <a:tc>
                  <a:txBody>
                    <a:bodyPr/>
                    <a:lstStyle/>
                    <a:p>
                      <a:pPr algn="ctr"/>
                      <a:r>
                        <a:rPr sz="1000" b="1">
                          <a:solidFill>
                            <a:srgbClr val="FFFFFF"/>
                          </a:solidFill>
                          <a:latin typeface="Arial"/>
                        </a:rPr>
                        <a:t>Logistic regression</a:t>
                      </a:r>
                    </a:p>
                  </a:txBody>
                  <a:tcPr marL="73152" marR="73152" marT="27432" marB="27432" anchor="ctr">
                    <a:solidFill>
                      <a:srgbClr val="041D40"/>
                    </a:solidFill>
                  </a:tcPr>
                </a:tc>
                <a:tc>
                  <a:txBody>
                    <a:bodyPr/>
                    <a:lstStyle/>
                    <a:p>
                      <a:pPr algn="ctr"/>
                      <a:r>
                        <a:rPr sz="1000" b="1">
                          <a:solidFill>
                            <a:srgbClr val="FFFFFF"/>
                          </a:solidFill>
                          <a:latin typeface="Arial"/>
                        </a:rPr>
                        <a:t>Neural net</a:t>
                      </a:r>
                    </a:p>
                  </a:txBody>
                  <a:tcPr marL="73152" marR="73152" marT="27432" marB="27432" anchor="ctr">
                    <a:solidFill>
                      <a:srgbClr val="041D40"/>
                    </a:solidFill>
                  </a:tcPr>
                </a:tc>
                <a:tc>
                  <a:txBody>
                    <a:bodyPr/>
                    <a:lstStyle/>
                    <a:p>
                      <a:pPr algn="ctr"/>
                      <a:r>
                        <a:rPr sz="1000" b="1">
                          <a:solidFill>
                            <a:srgbClr val="FFFFFF"/>
                          </a:solidFill>
                          <a:latin typeface="Arial"/>
                        </a:rPr>
                        <a:t>Gradient boosting</a:t>
                      </a:r>
                    </a:p>
                  </a:txBody>
                  <a:tcPr marL="73152" marR="73152" marT="27432" marB="27432" anchor="ctr">
                    <a:solidFill>
                      <a:srgbClr val="041D40"/>
                    </a:solidFill>
                  </a:tcPr>
                </a:tc>
                <a:tc>
                  <a:txBody>
                    <a:bodyPr/>
                    <a:lstStyle/>
                    <a:p>
                      <a:pPr algn="ctr"/>
                      <a:r>
                        <a:rPr sz="1000" b="1">
                          <a:solidFill>
                            <a:srgbClr val="FFFFFF"/>
                          </a:solidFill>
                          <a:latin typeface="Arial"/>
                        </a:rPr>
                        <a:t>Penalized logit</a:t>
                      </a:r>
                    </a:p>
                  </a:txBody>
                  <a:tcPr marL="73152" marR="73152" marT="27432" marB="27432" anchor="ctr">
                    <a:solidFill>
                      <a:srgbClr val="041D40"/>
                    </a:solidFill>
                  </a:tcPr>
                </a:tc>
                <a:tc>
                  <a:txBody>
                    <a:bodyPr/>
                    <a:lstStyle/>
                    <a:p>
                      <a:pPr algn="ctr"/>
                      <a:r>
                        <a:rPr sz="1000" b="1">
                          <a:solidFill>
                            <a:srgbClr val="FFFFFF"/>
                          </a:solidFill>
                          <a:latin typeface="Arial"/>
                        </a:rPr>
                        <a:t>RBP, all forecasts</a:t>
                      </a:r>
                    </a:p>
                  </a:txBody>
                  <a:tcPr marL="73152" marR="73152" marT="27432" marB="27432" anchor="ctr">
                    <a:solidFill>
                      <a:srgbClr val="041D40"/>
                    </a:solidFill>
                  </a:tcPr>
                </a:tc>
                <a:tc>
                  <a:txBody>
                    <a:bodyPr/>
                    <a:lstStyle/>
                    <a:p>
                      <a:pPr algn="ctr"/>
                      <a:r>
                        <a:rPr sz="1000" b="1">
                          <a:solidFill>
                            <a:srgbClr val="FFFFFF"/>
                          </a:solidFill>
                          <a:latin typeface="Arial"/>
                        </a:rPr>
                        <a:t>RBP, top 50% fit</a:t>
                      </a:r>
                    </a:p>
                  </a:txBody>
                  <a:tcPr marL="73152" marR="73152" marT="27432" marB="27432" anchor="ctr">
                    <a:solidFill>
                      <a:srgbClr val="041D40"/>
                    </a:solidFill>
                  </a:tcPr>
                </a:tc>
                <a:tc>
                  <a:txBody>
                    <a:bodyPr/>
                    <a:lstStyle/>
                    <a:p>
                      <a:pPr algn="ctr"/>
                      <a:r>
                        <a:rPr sz="1000" b="1">
                          <a:solidFill>
                            <a:srgbClr val="FFFFFF"/>
                          </a:solidFill>
                          <a:latin typeface="Arial"/>
                        </a:rPr>
                        <a:t>RBP, top 25% fit</a:t>
                      </a:r>
                    </a:p>
                  </a:txBody>
                  <a:tcPr marL="73152" marR="73152" marT="27432" marB="27432" anchor="ctr">
                    <a:solidFill>
                      <a:srgbClr val="041D40"/>
                    </a:solidFill>
                  </a:tcPr>
                </a:tc>
                <a:extLst>
                  <a:ext uri="{0D108BD9-81ED-4DB2-BD59-A6C34878D82A}">
                    <a16:rowId xmlns:a16="http://schemas.microsoft.com/office/drawing/2014/main" val="10000"/>
                  </a:ext>
                </a:extLst>
              </a:tr>
              <a:tr h="274320">
                <a:tc>
                  <a:txBody>
                    <a:bodyPr/>
                    <a:lstStyle/>
                    <a:p>
                      <a:pPr algn="l"/>
                      <a:r>
                        <a:rPr sz="1000" b="1">
                          <a:solidFill>
                            <a:srgbClr val="545759"/>
                          </a:solidFill>
                          <a:latin typeface="Arial"/>
                        </a:rPr>
                        <a:t>Warnings (months)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17</a:t>
                      </a:r>
                    </a:p>
                  </a:txBody>
                  <a:tcPr marL="73152" marR="73152" marT="27432" marB="27432" anchor="ctr">
                    <a:solidFill>
                      <a:srgbClr val="FFFFFF"/>
                    </a:solidFill>
                  </a:tcPr>
                </a:tc>
                <a:tc>
                  <a:txBody>
                    <a:bodyPr/>
                    <a:lstStyle/>
                    <a:p>
                      <a:pPr algn="ctr"/>
                      <a:r>
                        <a:rPr sz="1000" b="0">
                          <a:solidFill>
                            <a:srgbClr val="545759"/>
                          </a:solidFill>
                          <a:latin typeface="Arial"/>
                        </a:rPr>
                        <a:t>9</a:t>
                      </a:r>
                    </a:p>
                  </a:txBody>
                  <a:tcPr marL="73152" marR="73152" marT="27432" marB="27432" anchor="ctr">
                    <a:solidFill>
                      <a:srgbClr val="FFFFFF"/>
                    </a:solidFill>
                  </a:tcPr>
                </a:tc>
                <a:tc>
                  <a:txBody>
                    <a:bodyPr/>
                    <a:lstStyle/>
                    <a:p>
                      <a:pPr algn="ctr"/>
                      <a:r>
                        <a:rPr sz="1000" b="0">
                          <a:solidFill>
                            <a:srgbClr val="545759"/>
                          </a:solidFill>
                          <a:latin typeface="Arial"/>
                        </a:rPr>
                        <a:t>5</a:t>
                      </a:r>
                    </a:p>
                  </a:txBody>
                  <a:tcPr marL="73152" marR="73152" marT="27432" marB="27432" anchor="ctr">
                    <a:solidFill>
                      <a:srgbClr val="FFFFFF"/>
                    </a:solidFill>
                  </a:tcPr>
                </a:tc>
                <a:tc>
                  <a:txBody>
                    <a:bodyPr/>
                    <a:lstStyle/>
                    <a:p>
                      <a:pPr algn="ctr"/>
                      <a:r>
                        <a:rPr sz="1000" b="0">
                          <a:solidFill>
                            <a:srgbClr val="545759"/>
                          </a:solidFill>
                          <a:latin typeface="Arial"/>
                        </a:rPr>
                        <a:t>7</a:t>
                      </a:r>
                    </a:p>
                  </a:txBody>
                  <a:tcPr marL="73152" marR="73152" marT="27432" marB="27432" anchor="ctr">
                    <a:solidFill>
                      <a:srgbClr val="FFFFFF"/>
                    </a:solidFill>
                  </a:tcPr>
                </a:tc>
                <a:tc>
                  <a:txBody>
                    <a:bodyPr/>
                    <a:lstStyle/>
                    <a:p>
                      <a:pPr algn="ctr"/>
                      <a:r>
                        <a:rPr sz="1000" b="0">
                          <a:solidFill>
                            <a:srgbClr val="545759"/>
                          </a:solidFill>
                          <a:latin typeface="Arial"/>
                        </a:rPr>
                        <a:t>16</a:t>
                      </a:r>
                    </a:p>
                  </a:txBody>
                  <a:tcPr marL="73152" marR="73152" marT="27432" marB="27432" anchor="ctr">
                    <a:solidFill>
                      <a:srgbClr val="FFFFFF"/>
                    </a:solidFill>
                  </a:tcPr>
                </a:tc>
                <a:tc>
                  <a:txBody>
                    <a:bodyPr/>
                    <a:lstStyle/>
                    <a:p>
                      <a:pPr algn="ctr"/>
                      <a:r>
                        <a:rPr sz="1000" b="0">
                          <a:solidFill>
                            <a:srgbClr val="545759"/>
                          </a:solidFill>
                          <a:latin typeface="Arial"/>
                        </a:rPr>
                        <a:t>16</a:t>
                      </a:r>
                    </a:p>
                  </a:txBody>
                  <a:tcPr marL="73152" marR="73152" marT="27432" marB="27432" anchor="ctr">
                    <a:solidFill>
                      <a:srgbClr val="FFFFFF"/>
                    </a:solidFill>
                  </a:tcPr>
                </a:tc>
                <a:tc>
                  <a:txBody>
                    <a:bodyPr/>
                    <a:lstStyle/>
                    <a:p>
                      <a:pPr algn="ctr"/>
                      <a:r>
                        <a:rPr sz="1000" b="0">
                          <a:solidFill>
                            <a:srgbClr val="545759"/>
                          </a:solidFill>
                          <a:latin typeface="Arial"/>
                        </a:rPr>
                        <a:t>16</a:t>
                      </a:r>
                    </a:p>
                  </a:txBody>
                  <a:tcPr marL="73152" marR="73152" marT="27432" marB="27432" anchor="ctr">
                    <a:solidFill>
                      <a:srgbClr val="FFFFFF"/>
                    </a:solidFill>
                  </a:tcPr>
                </a:tc>
                <a:extLst>
                  <a:ext uri="{0D108BD9-81ED-4DB2-BD59-A6C34878D82A}">
                    <a16:rowId xmlns:a16="http://schemas.microsoft.com/office/drawing/2014/main" val="10001"/>
                  </a:ext>
                </a:extLst>
              </a:tr>
              <a:tr h="274320">
                <a:tc>
                  <a:txBody>
                    <a:bodyPr/>
                    <a:lstStyle/>
                    <a:p>
                      <a:pPr algn="l"/>
                      <a:r>
                        <a:rPr sz="1000" b="1">
                          <a:solidFill>
                            <a:srgbClr val="545759"/>
                          </a:solidFill>
                          <a:latin typeface="Arial"/>
                        </a:rPr>
                        <a:t>Average 3-month return after a warning</a:t>
                      </a:r>
                    </a:p>
                  </a:txBody>
                  <a:tcPr marL="73152" marR="73152" marT="27432" marB="27432" anchor="ctr">
                    <a:solidFill>
                      <a:srgbClr val="FFFFFF"/>
                    </a:solidFill>
                  </a:tcPr>
                </a:tc>
                <a:tc>
                  <a:txBody>
                    <a:bodyPr/>
                    <a:lstStyle/>
                    <a:p>
                      <a:pPr algn="ctr"/>
                      <a:r>
                        <a:rPr sz="1000" b="0">
                          <a:solidFill>
                            <a:srgbClr val="545759"/>
                          </a:solidFill>
                          <a:latin typeface="Arial"/>
                        </a:rPr>
                        <a:t>–</a:t>
                      </a:r>
                    </a:p>
                  </a:txBody>
                  <a:tcPr marL="73152" marR="73152" marT="27432" marB="27432" anchor="ctr">
                    <a:solidFill>
                      <a:srgbClr val="FFFFFF"/>
                    </a:solidFill>
                  </a:tcPr>
                </a:tc>
                <a:tc>
                  <a:txBody>
                    <a:bodyPr/>
                    <a:lstStyle/>
                    <a:p>
                      <a:pPr algn="ctr"/>
                      <a:r>
                        <a:rPr sz="1000" b="0">
                          <a:solidFill>
                            <a:srgbClr val="545759"/>
                          </a:solidFill>
                          <a:latin typeface="Arial"/>
                        </a:rPr>
                        <a:t>–</a:t>
                      </a:r>
                    </a:p>
                  </a:txBody>
                  <a:tcPr marL="73152" marR="73152" marT="27432" marB="27432" anchor="ctr">
                    <a:solidFill>
                      <a:srgbClr val="FFFFFF"/>
                    </a:solidFill>
                  </a:tcPr>
                </a:tc>
                <a:tc>
                  <a:txBody>
                    <a:bodyPr/>
                    <a:lstStyle/>
                    <a:p>
                      <a:pPr algn="ctr"/>
                      <a:r>
                        <a:rPr sz="1000" b="0">
                          <a:solidFill>
                            <a:srgbClr val="545759"/>
                          </a:solidFill>
                          <a:latin typeface="Arial"/>
                        </a:rPr>
                        <a:t>7.3%</a:t>
                      </a:r>
                    </a:p>
                  </a:txBody>
                  <a:tcPr marL="73152" marR="73152" marT="27432" marB="27432" anchor="ctr">
                    <a:solidFill>
                      <a:srgbClr val="FFFFFF"/>
                    </a:solidFill>
                  </a:tcPr>
                </a:tc>
                <a:tc>
                  <a:txBody>
                    <a:bodyPr/>
                    <a:lstStyle/>
                    <a:p>
                      <a:pPr algn="ctr"/>
                      <a:r>
                        <a:rPr sz="1000" b="0">
                          <a:solidFill>
                            <a:srgbClr val="545759"/>
                          </a:solidFill>
                          <a:latin typeface="Arial"/>
                        </a:rPr>
                        <a:t>8.5%</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8.0%</a:t>
                      </a:r>
                    </a:p>
                  </a:txBody>
                  <a:tcPr marL="73152" marR="73152" marT="27432" marB="27432" anchor="ctr">
                    <a:solidFill>
                      <a:srgbClr val="FFFFFF"/>
                    </a:solidFill>
                  </a:tcPr>
                </a:tc>
                <a:tc>
                  <a:txBody>
                    <a:bodyPr/>
                    <a:lstStyle/>
                    <a:p>
                      <a:pPr algn="ctr"/>
                      <a:r>
                        <a:rPr sz="1000" b="0">
                          <a:solidFill>
                            <a:srgbClr val="545759"/>
                          </a:solidFill>
                          <a:latin typeface="Arial"/>
                        </a:rPr>
                        <a:t>7.6%</a:t>
                      </a:r>
                    </a:p>
                  </a:txBody>
                  <a:tcPr marL="73152" marR="73152" marT="27432" marB="27432" anchor="ctr">
                    <a:solidFill>
                      <a:srgbClr val="FFFFFF"/>
                    </a:solidFill>
                  </a:tcPr>
                </a:tc>
                <a:tc>
                  <a:txBody>
                    <a:bodyPr/>
                    <a:lstStyle/>
                    <a:p>
                      <a:pPr algn="ctr"/>
                      <a:r>
                        <a:rPr sz="1000" b="0">
                          <a:solidFill>
                            <a:srgbClr val="545759"/>
                          </a:solidFill>
                          <a:latin typeface="Arial"/>
                        </a:rPr>
                        <a:t>7.6%</a:t>
                      </a:r>
                    </a:p>
                  </a:txBody>
                  <a:tcPr marL="73152" marR="73152" marT="27432" marB="27432" anchor="ctr">
                    <a:solidFill>
                      <a:srgbClr val="FFFFFF"/>
                    </a:solidFill>
                  </a:tcPr>
                </a:tc>
                <a:tc>
                  <a:txBody>
                    <a:bodyPr/>
                    <a:lstStyle/>
                    <a:p>
                      <a:pPr algn="ctr"/>
                      <a:r>
                        <a:rPr sz="1000" b="0">
                          <a:solidFill>
                            <a:srgbClr val="545759"/>
                          </a:solidFill>
                          <a:latin typeface="Arial"/>
                        </a:rPr>
                        <a:t>7.6%</a:t>
                      </a:r>
                    </a:p>
                  </a:txBody>
                  <a:tcPr marL="73152" marR="73152" marT="27432" marB="27432" anchor="ctr">
                    <a:solidFill>
                      <a:srgbClr val="FFFFFF"/>
                    </a:solidFill>
                  </a:tcPr>
                </a:tc>
                <a:extLst>
                  <a:ext uri="{0D108BD9-81ED-4DB2-BD59-A6C34878D82A}">
                    <a16:rowId xmlns:a16="http://schemas.microsoft.com/office/drawing/2014/main" val="10002"/>
                  </a:ext>
                </a:extLst>
              </a:tr>
              <a:tr h="274320">
                <a:tc>
                  <a:txBody>
                    <a:bodyPr/>
                    <a:lstStyle/>
                    <a:p>
                      <a:pPr algn="l"/>
                      <a:r>
                        <a:rPr sz="1000" b="1">
                          <a:solidFill>
                            <a:srgbClr val="545759"/>
                          </a:solidFill>
                          <a:latin typeface="Arial"/>
                        </a:rPr>
                        <a:t>Average 3-month return otherwise</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2.8%</a:t>
                      </a:r>
                    </a:p>
                  </a:txBody>
                  <a:tcPr marL="73152" marR="73152" marT="27432" marB="27432" anchor="ctr">
                    <a:solidFill>
                      <a:srgbClr val="FFFFFF"/>
                    </a:solidFill>
                  </a:tcPr>
                </a:tc>
                <a:tc>
                  <a:txBody>
                    <a:bodyPr/>
                    <a:lstStyle/>
                    <a:p>
                      <a:pPr algn="ctr"/>
                      <a:r>
                        <a:rPr sz="1000" b="0">
                          <a:solidFill>
                            <a:srgbClr val="545759"/>
                          </a:solidFill>
                          <a:latin typeface="Arial"/>
                        </a:rPr>
                        <a:t>2.9%</a:t>
                      </a:r>
                    </a:p>
                  </a:txBody>
                  <a:tcPr marL="73152" marR="73152" marT="27432" marB="27432" anchor="ctr">
                    <a:solidFill>
                      <a:srgbClr val="FFFFFF"/>
                    </a:solidFill>
                  </a:tcPr>
                </a:tc>
                <a:tc>
                  <a:txBody>
                    <a:bodyPr/>
                    <a:lstStyle/>
                    <a:p>
                      <a:pPr algn="ctr"/>
                      <a:r>
                        <a:rPr sz="1000" b="0">
                          <a:solidFill>
                            <a:srgbClr val="545759"/>
                          </a:solidFill>
                          <a:latin typeface="Arial"/>
                        </a:rPr>
                        <a:t>2.8%</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tc>
                  <a:txBody>
                    <a:bodyPr/>
                    <a:lstStyle/>
                    <a:p>
                      <a:pPr algn="ctr"/>
                      <a:r>
                        <a:rPr sz="1000" b="0">
                          <a:solidFill>
                            <a:srgbClr val="545759"/>
                          </a:solidFill>
                          <a:latin typeface="Arial"/>
                        </a:rPr>
                        <a:t>2.7%</a:t>
                      </a:r>
                    </a:p>
                  </a:txBody>
                  <a:tcPr marL="73152" marR="73152"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000" b="1">
                          <a:solidFill>
                            <a:srgbClr val="545759"/>
                          </a:solidFill>
                          <a:latin typeface="Arial"/>
                        </a:rPr>
                        <a:t>True positives (warnings followed by a loss)</a:t>
                      </a:r>
                    </a:p>
                  </a:txBody>
                  <a:tcPr marL="73152" marR="73152" marT="27432" marB="27432" anchor="ctr">
                    <a:solidFill>
                      <a:srgbClr val="FBEFF1"/>
                    </a:solidFill>
                  </a:tcPr>
                </a:tc>
                <a:tc>
                  <a:txBody>
                    <a:bodyPr/>
                    <a:lstStyle/>
                    <a:p>
                      <a:pPr algn="ctr"/>
                      <a:r>
                        <a:rPr sz="1000" b="0">
                          <a:solidFill>
                            <a:srgbClr val="545759"/>
                          </a:solidFill>
                          <a:latin typeface="Arial"/>
                        </a:rPr>
                        <a:t>–</a:t>
                      </a:r>
                    </a:p>
                  </a:txBody>
                  <a:tcPr marL="73152" marR="73152" marT="27432" marB="27432" anchor="ctr">
                    <a:solidFill>
                      <a:srgbClr val="FBEFF1"/>
                    </a:solidFill>
                  </a:tcPr>
                </a:tc>
                <a:tc>
                  <a:txBody>
                    <a:bodyPr/>
                    <a:lstStyle/>
                    <a:p>
                      <a:pPr algn="ctr"/>
                      <a:r>
                        <a:rPr sz="1000" b="0">
                          <a:solidFill>
                            <a:srgbClr val="545759"/>
                          </a:solidFill>
                          <a:latin typeface="Arial"/>
                        </a:rPr>
                        <a:t>–</a:t>
                      </a:r>
                    </a:p>
                  </a:txBody>
                  <a:tcPr marL="73152" marR="73152" marT="27432" marB="27432" anchor="ctr">
                    <a:solidFill>
                      <a:srgbClr val="FBEFF1"/>
                    </a:solidFill>
                  </a:tcPr>
                </a:tc>
                <a:tc>
                  <a:txBody>
                    <a:bodyPr/>
                    <a:lstStyle/>
                    <a:p>
                      <a:pPr algn="ctr"/>
                      <a:r>
                        <a:rPr sz="1000" b="0">
                          <a:solidFill>
                            <a:srgbClr val="545759"/>
                          </a:solidFill>
                          <a:latin typeface="Arial"/>
                        </a:rPr>
                        <a:t>0.0%</a:t>
                      </a:r>
                    </a:p>
                  </a:txBody>
                  <a:tcPr marL="73152" marR="73152" marT="27432" marB="27432" anchor="ctr">
                    <a:solidFill>
                      <a:srgbClr val="FBEFF1"/>
                    </a:solidFill>
                  </a:tcPr>
                </a:tc>
                <a:tc>
                  <a:txBody>
                    <a:bodyPr/>
                    <a:lstStyle/>
                    <a:p>
                      <a:pPr algn="ctr"/>
                      <a:r>
                        <a:rPr sz="1000" b="0">
                          <a:solidFill>
                            <a:srgbClr val="545759"/>
                          </a:solidFill>
                          <a:latin typeface="Arial"/>
                        </a:rPr>
                        <a:t>11.1%</a:t>
                      </a:r>
                    </a:p>
                  </a:txBody>
                  <a:tcPr marL="73152" marR="73152" marT="27432" marB="27432" anchor="ctr">
                    <a:solidFill>
                      <a:srgbClr val="FBEFF1"/>
                    </a:solidFill>
                  </a:tcPr>
                </a:tc>
                <a:tc>
                  <a:txBody>
                    <a:bodyPr/>
                    <a:lstStyle/>
                    <a:p>
                      <a:pPr algn="ctr"/>
                      <a:r>
                        <a:rPr sz="1000" b="0">
                          <a:solidFill>
                            <a:srgbClr val="545759"/>
                          </a:solidFill>
                          <a:latin typeface="Arial"/>
                        </a:rPr>
                        <a:t>20.0%</a:t>
                      </a:r>
                    </a:p>
                  </a:txBody>
                  <a:tcPr marL="73152" marR="73152" marT="27432" marB="27432" anchor="ctr">
                    <a:solidFill>
                      <a:srgbClr val="FBEFF1"/>
                    </a:solidFill>
                  </a:tcPr>
                </a:tc>
                <a:tc>
                  <a:txBody>
                    <a:bodyPr/>
                    <a:lstStyle/>
                    <a:p>
                      <a:pPr algn="ctr"/>
                      <a:r>
                        <a:rPr sz="1000" b="0">
                          <a:solidFill>
                            <a:srgbClr val="545759"/>
                          </a:solidFill>
                          <a:latin typeface="Arial"/>
                        </a:rPr>
                        <a:t>28.6%</a:t>
                      </a:r>
                    </a:p>
                  </a:txBody>
                  <a:tcPr marL="73152" marR="73152" marT="27432" marB="27432" anchor="ctr">
                    <a:solidFill>
                      <a:srgbClr val="FBEFF1"/>
                    </a:solidFill>
                  </a:tcPr>
                </a:tc>
                <a:tc>
                  <a:txBody>
                    <a:bodyPr/>
                    <a:lstStyle/>
                    <a:p>
                      <a:pPr algn="ctr"/>
                      <a:r>
                        <a:rPr sz="1000" b="0">
                          <a:solidFill>
                            <a:srgbClr val="545759"/>
                          </a:solidFill>
                          <a:latin typeface="Arial"/>
                        </a:rPr>
                        <a:t>18.8%</a:t>
                      </a:r>
                    </a:p>
                  </a:txBody>
                  <a:tcPr marL="73152" marR="73152" marT="27432" marB="27432" anchor="ctr">
                    <a:solidFill>
                      <a:srgbClr val="FBEFF1"/>
                    </a:solidFill>
                  </a:tcPr>
                </a:tc>
                <a:tc>
                  <a:txBody>
                    <a:bodyPr/>
                    <a:lstStyle/>
                    <a:p>
                      <a:pPr algn="ctr"/>
                      <a:r>
                        <a:rPr sz="1000" b="0">
                          <a:solidFill>
                            <a:srgbClr val="545759"/>
                          </a:solidFill>
                          <a:latin typeface="Arial"/>
                        </a:rPr>
                        <a:t>18.8%</a:t>
                      </a:r>
                    </a:p>
                  </a:txBody>
                  <a:tcPr marL="73152" marR="73152" marT="27432" marB="27432" anchor="ctr">
                    <a:solidFill>
                      <a:srgbClr val="FBEFF1"/>
                    </a:solidFill>
                  </a:tcPr>
                </a:tc>
                <a:tc>
                  <a:txBody>
                    <a:bodyPr/>
                    <a:lstStyle/>
                    <a:p>
                      <a:pPr algn="ctr"/>
                      <a:r>
                        <a:rPr sz="1000" b="0">
                          <a:solidFill>
                            <a:srgbClr val="545759"/>
                          </a:solidFill>
                          <a:latin typeface="Arial"/>
                        </a:rPr>
                        <a:t>18.8%</a:t>
                      </a:r>
                    </a:p>
                  </a:txBody>
                  <a:tcPr marL="73152" marR="73152" marT="27432" marB="27432" anchor="ctr">
                    <a:solidFill>
                      <a:srgbClr val="FBEFF1"/>
                    </a:solidFill>
                  </a:tcPr>
                </a:tc>
                <a:extLst>
                  <a:ext uri="{0D108BD9-81ED-4DB2-BD59-A6C34878D82A}">
                    <a16:rowId xmlns:a16="http://schemas.microsoft.com/office/drawing/2014/main" val="10004"/>
                  </a:ext>
                </a:extLst>
              </a:tr>
              <a:tr h="274320">
                <a:tc>
                  <a:txBody>
                    <a:bodyPr/>
                    <a:lstStyle/>
                    <a:p>
                      <a:pPr algn="l"/>
                      <a:r>
                        <a:rPr sz="1000" b="1">
                          <a:solidFill>
                            <a:srgbClr val="545759"/>
                          </a:solidFill>
                          <a:latin typeface="Arial"/>
                        </a:rPr>
                        <a:t>False positives (warnings with no loss)</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0</a:t>
                      </a:r>
                    </a:p>
                  </a:txBody>
                  <a:tcPr marL="73152" marR="73152" marT="27432" marB="27432" anchor="ctr">
                    <a:solidFill>
                      <a:srgbClr val="FFFFFF"/>
                    </a:solidFill>
                  </a:tcPr>
                </a:tc>
                <a:tc>
                  <a:txBody>
                    <a:bodyPr/>
                    <a:lstStyle/>
                    <a:p>
                      <a:pPr algn="ctr"/>
                      <a:r>
                        <a:rPr sz="1000" b="0">
                          <a:solidFill>
                            <a:srgbClr val="545759"/>
                          </a:solidFill>
                          <a:latin typeface="Arial"/>
                        </a:rPr>
                        <a:t>17</a:t>
                      </a:r>
                    </a:p>
                  </a:txBody>
                  <a:tcPr marL="73152" marR="73152" marT="27432" marB="27432" anchor="ctr">
                    <a:solidFill>
                      <a:srgbClr val="FFFFFF"/>
                    </a:solidFill>
                  </a:tcPr>
                </a:tc>
                <a:tc>
                  <a:txBody>
                    <a:bodyPr/>
                    <a:lstStyle/>
                    <a:p>
                      <a:pPr algn="ctr"/>
                      <a:r>
                        <a:rPr sz="1000" b="0">
                          <a:solidFill>
                            <a:srgbClr val="545759"/>
                          </a:solidFill>
                          <a:latin typeface="Arial"/>
                        </a:rPr>
                        <a:t>8</a:t>
                      </a:r>
                    </a:p>
                  </a:txBody>
                  <a:tcPr marL="73152" marR="73152" marT="27432" marB="27432" anchor="ctr">
                    <a:solidFill>
                      <a:srgbClr val="FFFFFF"/>
                    </a:solidFill>
                  </a:tcPr>
                </a:tc>
                <a:tc>
                  <a:txBody>
                    <a:bodyPr/>
                    <a:lstStyle/>
                    <a:p>
                      <a:pPr algn="ctr"/>
                      <a:r>
                        <a:rPr sz="1000" b="0">
                          <a:solidFill>
                            <a:srgbClr val="545759"/>
                          </a:solidFill>
                          <a:latin typeface="Arial"/>
                        </a:rPr>
                        <a:t>4</a:t>
                      </a:r>
                    </a:p>
                  </a:txBody>
                  <a:tcPr marL="73152" marR="73152" marT="27432" marB="27432" anchor="ctr">
                    <a:solidFill>
                      <a:srgbClr val="FFFFFF"/>
                    </a:solidFill>
                  </a:tcPr>
                </a:tc>
                <a:tc>
                  <a:txBody>
                    <a:bodyPr/>
                    <a:lstStyle/>
                    <a:p>
                      <a:pPr algn="ctr"/>
                      <a:r>
                        <a:rPr sz="1000" b="0">
                          <a:solidFill>
                            <a:srgbClr val="545759"/>
                          </a:solidFill>
                          <a:latin typeface="Arial"/>
                        </a:rPr>
                        <a:t>5</a:t>
                      </a:r>
                    </a:p>
                  </a:txBody>
                  <a:tcPr marL="73152" marR="73152" marT="27432" marB="27432" anchor="ctr">
                    <a:solidFill>
                      <a:srgbClr val="FFFFFF"/>
                    </a:solidFill>
                  </a:tcPr>
                </a:tc>
                <a:tc>
                  <a:txBody>
                    <a:bodyPr/>
                    <a:lstStyle/>
                    <a:p>
                      <a:pPr algn="ctr"/>
                      <a:r>
                        <a:rPr sz="1000" b="0">
                          <a:solidFill>
                            <a:srgbClr val="545759"/>
                          </a:solidFill>
                          <a:latin typeface="Arial"/>
                        </a:rPr>
                        <a:t>13</a:t>
                      </a:r>
                    </a:p>
                  </a:txBody>
                  <a:tcPr marL="73152" marR="73152" marT="27432" marB="27432" anchor="ctr">
                    <a:solidFill>
                      <a:srgbClr val="FFFFFF"/>
                    </a:solidFill>
                  </a:tcPr>
                </a:tc>
                <a:tc>
                  <a:txBody>
                    <a:bodyPr/>
                    <a:lstStyle/>
                    <a:p>
                      <a:pPr algn="ctr"/>
                      <a:r>
                        <a:rPr sz="1000" b="0">
                          <a:solidFill>
                            <a:srgbClr val="545759"/>
                          </a:solidFill>
                          <a:latin typeface="Arial"/>
                        </a:rPr>
                        <a:t>13</a:t>
                      </a:r>
                    </a:p>
                  </a:txBody>
                  <a:tcPr marL="73152" marR="73152" marT="27432" marB="27432" anchor="ctr">
                    <a:solidFill>
                      <a:srgbClr val="FFFFFF"/>
                    </a:solidFill>
                  </a:tcPr>
                </a:tc>
                <a:tc>
                  <a:txBody>
                    <a:bodyPr/>
                    <a:lstStyle/>
                    <a:p>
                      <a:pPr algn="ctr"/>
                      <a:r>
                        <a:rPr sz="1000" b="0">
                          <a:solidFill>
                            <a:srgbClr val="545759"/>
                          </a:solidFill>
                          <a:latin typeface="Arial"/>
                        </a:rPr>
                        <a:t>13</a:t>
                      </a:r>
                    </a:p>
                  </a:txBody>
                  <a:tcPr marL="73152" marR="73152" marT="27432" marB="27432" anchor="ctr">
                    <a:solidFill>
                      <a:srgbClr val="FFFFFF"/>
                    </a:solidFill>
                  </a:tcPr>
                </a:tc>
                <a:extLst>
                  <a:ext uri="{0D108BD9-81ED-4DB2-BD59-A6C34878D82A}">
                    <a16:rowId xmlns:a16="http://schemas.microsoft.com/office/drawing/2014/main" val="10005"/>
                  </a:ext>
                </a:extLst>
              </a:tr>
              <a:tr h="274320">
                <a:tc>
                  <a:txBody>
                    <a:bodyPr/>
                    <a:lstStyle/>
                    <a:p>
                      <a:pPr algn="l"/>
                      <a:r>
                        <a:rPr sz="1000" b="1">
                          <a:solidFill>
                            <a:srgbClr val="545759"/>
                          </a:solidFill>
                          <a:latin typeface="Arial"/>
                        </a:rPr>
                        <a:t>Share of 10% losses preceded by a warning</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0%</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5%</a:t>
                      </a:r>
                    </a:p>
                  </a:txBody>
                  <a:tcPr marL="73152" marR="73152" marT="27432" marB="27432" anchor="ctr">
                    <a:solidFill>
                      <a:srgbClr val="FBEFF1"/>
                    </a:solidFill>
                  </a:tcPr>
                </a:tc>
                <a:tc>
                  <a:txBody>
                    <a:bodyPr/>
                    <a:lstStyle/>
                    <a:p>
                      <a:pPr algn="ctr"/>
                      <a:r>
                        <a:rPr sz="1000" b="0">
                          <a:solidFill>
                            <a:srgbClr val="545759"/>
                          </a:solidFill>
                          <a:latin typeface="Arial"/>
                        </a:rPr>
                        <a:t>10%</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tc>
                  <a:txBody>
                    <a:bodyPr/>
                    <a:lstStyle/>
                    <a:p>
                      <a:pPr algn="ctr"/>
                      <a:r>
                        <a:rPr sz="1000" b="0">
                          <a:solidFill>
                            <a:srgbClr val="545759"/>
                          </a:solidFill>
                          <a:latin typeface="Arial"/>
                        </a:rPr>
                        <a:t>14%</a:t>
                      </a:r>
                    </a:p>
                  </a:txBody>
                  <a:tcPr marL="73152" marR="73152" marT="27432" marB="27432" anchor="ctr">
                    <a:solidFill>
                      <a:srgbClr val="FBEFF1"/>
                    </a:solidFill>
                  </a:tcPr>
                </a:tc>
                <a:extLst>
                  <a:ext uri="{0D108BD9-81ED-4DB2-BD59-A6C34878D82A}">
                    <a16:rowId xmlns:a16="http://schemas.microsoft.com/office/drawing/2014/main" val="10006"/>
                  </a:ext>
                </a:extLst>
              </a:tr>
              <a:tr h="274320">
                <a:tc>
                  <a:txBody>
                    <a:bodyPr/>
                    <a:lstStyle/>
                    <a:p>
                      <a:pPr algn="l"/>
                      <a:r>
                        <a:rPr sz="1000" b="1">
                          <a:solidFill>
                            <a:srgbClr val="545759"/>
                          </a:solidFill>
                          <a:latin typeface="Arial"/>
                        </a:rPr>
                        <a:t>Trading rule: annual return</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9.2%</a:t>
                      </a:r>
                    </a:p>
                  </a:txBody>
                  <a:tcPr marL="73152" marR="73152" marT="27432" marB="27432" anchor="ctr">
                    <a:solidFill>
                      <a:srgbClr val="EAF1F6"/>
                    </a:solidFill>
                  </a:tcPr>
                </a:tc>
                <a:tc>
                  <a:txBody>
                    <a:bodyPr/>
                    <a:lstStyle/>
                    <a:p>
                      <a:pPr algn="ctr"/>
                      <a:r>
                        <a:rPr sz="1000" b="0">
                          <a:solidFill>
                            <a:srgbClr val="545759"/>
                          </a:solidFill>
                          <a:latin typeface="Arial"/>
                        </a:rPr>
                        <a:t>9.8%</a:t>
                      </a:r>
                    </a:p>
                  </a:txBody>
                  <a:tcPr marL="73152" marR="73152" marT="27432" marB="27432" anchor="ctr">
                    <a:solidFill>
                      <a:srgbClr val="EAF1F6"/>
                    </a:solidFill>
                  </a:tcPr>
                </a:tc>
                <a:tc>
                  <a:txBody>
                    <a:bodyPr/>
                    <a:lstStyle/>
                    <a:p>
                      <a:pPr algn="ctr"/>
                      <a:r>
                        <a:rPr sz="1000" b="0">
                          <a:solidFill>
                            <a:srgbClr val="545759"/>
                          </a:solidFill>
                          <a:latin typeface="Arial"/>
                        </a:rPr>
                        <a:t>10.0%</a:t>
                      </a:r>
                    </a:p>
                  </a:txBody>
                  <a:tcPr marL="73152" marR="73152" marT="27432" marB="27432" anchor="ctr">
                    <a:solidFill>
                      <a:srgbClr val="EAF1F6"/>
                    </a:solidFill>
                  </a:tcPr>
                </a:tc>
                <a:tc>
                  <a:txBody>
                    <a:bodyPr/>
                    <a:lstStyle/>
                    <a:p>
                      <a:pPr algn="ctr"/>
                      <a:r>
                        <a:rPr sz="1000" b="0">
                          <a:solidFill>
                            <a:srgbClr val="545759"/>
                          </a:solidFill>
                          <a:latin typeface="Arial"/>
                        </a:rPr>
                        <a:t>10.0%</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tc>
                  <a:txBody>
                    <a:bodyPr/>
                    <a:lstStyle/>
                    <a:p>
                      <a:pPr algn="ctr"/>
                      <a:r>
                        <a:rPr sz="1000" b="0">
                          <a:solidFill>
                            <a:srgbClr val="545759"/>
                          </a:solidFill>
                          <a:latin typeface="Arial"/>
                        </a:rPr>
                        <a:t>10.1%</a:t>
                      </a:r>
                    </a:p>
                  </a:txBody>
                  <a:tcPr marL="73152" marR="73152" marT="27432" marB="27432" anchor="ctr">
                    <a:solidFill>
                      <a:srgbClr val="EAF1F6"/>
                    </a:solidFill>
                  </a:tcPr>
                </a:tc>
                <a:extLst>
                  <a:ext uri="{0D108BD9-81ED-4DB2-BD59-A6C34878D82A}">
                    <a16:rowId xmlns:a16="http://schemas.microsoft.com/office/drawing/2014/main" val="10007"/>
                  </a:ext>
                </a:extLst>
              </a:tr>
              <a:tr h="274320">
                <a:tc>
                  <a:txBody>
                    <a:bodyPr/>
                    <a:lstStyle/>
                    <a:p>
                      <a:pPr algn="l"/>
                      <a:r>
                        <a:rPr sz="1000" b="1">
                          <a:solidFill>
                            <a:srgbClr val="545759"/>
                          </a:solidFill>
                          <a:latin typeface="Arial"/>
                        </a:rPr>
                        <a:t>Trading rule: maximum drawdown</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-41%</a:t>
                      </a:r>
                    </a:p>
                  </a:txBody>
                  <a:tcPr marL="73152" marR="73152" marT="27432" marB="27432" anchor="ctr">
                    <a:solidFill>
                      <a:srgbClr val="EAF1F6"/>
                    </a:solidFill>
                  </a:tcPr>
                </a:tc>
                <a:tc>
                  <a:txBody>
                    <a:bodyPr/>
                    <a:lstStyle/>
                    <a:p>
                      <a:pPr algn="ctr"/>
                      <a:r>
                        <a:rPr sz="1000" b="0">
                          <a:solidFill>
                            <a:srgbClr val="545759"/>
                          </a:solidFill>
                          <a:latin typeface="Arial"/>
                        </a:rPr>
                        <a:t>-38%</a:t>
                      </a:r>
                    </a:p>
                  </a:txBody>
                  <a:tcPr marL="73152" marR="73152" marT="27432" marB="27432" anchor="ctr">
                    <a:solidFill>
                      <a:srgbClr val="EAF1F6"/>
                    </a:solidFill>
                  </a:tcPr>
                </a:tc>
                <a:tc>
                  <a:txBody>
                    <a:bodyPr/>
                    <a:lstStyle/>
                    <a:p>
                      <a:pPr algn="ctr"/>
                      <a:r>
                        <a:rPr sz="1000" b="0">
                          <a:solidFill>
                            <a:srgbClr val="545759"/>
                          </a:solidFill>
                          <a:latin typeface="Arial"/>
                        </a:rPr>
                        <a:t>-40%</a:t>
                      </a:r>
                    </a:p>
                  </a:txBody>
                  <a:tcPr marL="73152" marR="73152" marT="27432" marB="27432" anchor="ctr">
                    <a:solidFill>
                      <a:srgbClr val="EAF1F6"/>
                    </a:solidFill>
                  </a:tcPr>
                </a:tc>
                <a:tc>
                  <a:txBody>
                    <a:bodyPr/>
                    <a:lstStyle/>
                    <a:p>
                      <a:pPr algn="ctr"/>
                      <a:r>
                        <a:rPr sz="1000" b="0">
                          <a:solidFill>
                            <a:srgbClr val="545759"/>
                          </a:solidFill>
                          <a:latin typeface="Arial"/>
                        </a:rPr>
                        <a:t>-38%</a:t>
                      </a:r>
                    </a:p>
                  </a:txBody>
                  <a:tcPr marL="73152" marR="73152" marT="27432" marB="27432" anchor="ctr">
                    <a:solidFill>
                      <a:srgbClr val="EAF1F6"/>
                    </a:solidFill>
                  </a:tcPr>
                </a:tc>
                <a:tc>
                  <a:txBody>
                    <a:bodyPr/>
                    <a:lstStyle/>
                    <a:p>
                      <a:pPr algn="ctr"/>
                      <a:r>
                        <a:rPr sz="1000" b="0">
                          <a:solidFill>
                            <a:srgbClr val="545759"/>
                          </a:solidFill>
                          <a:latin typeface="Arial"/>
                        </a:rPr>
                        <a:t>-34%</a:t>
                      </a:r>
                    </a:p>
                  </a:txBody>
                  <a:tcPr marL="73152" marR="73152" marT="27432" marB="27432" anchor="ctr">
                    <a:solidFill>
                      <a:srgbClr val="EAF1F6"/>
                    </a:solidFill>
                  </a:tcPr>
                </a:tc>
                <a:tc>
                  <a:txBody>
                    <a:bodyPr/>
                    <a:lstStyle/>
                    <a:p>
                      <a:pPr algn="ctr"/>
                      <a:r>
                        <a:rPr sz="1000" b="0">
                          <a:solidFill>
                            <a:srgbClr val="545759"/>
                          </a:solidFill>
                          <a:latin typeface="Arial"/>
                        </a:rPr>
                        <a:t>-34%</a:t>
                      </a:r>
                    </a:p>
                  </a:txBody>
                  <a:tcPr marL="73152" marR="73152" marT="27432" marB="27432" anchor="ctr">
                    <a:solidFill>
                      <a:srgbClr val="EAF1F6"/>
                    </a:solidFill>
                  </a:tcPr>
                </a:tc>
                <a:tc>
                  <a:txBody>
                    <a:bodyPr/>
                    <a:lstStyle/>
                    <a:p>
                      <a:pPr algn="ctr"/>
                      <a:r>
                        <a:rPr sz="1000" b="0">
                          <a:solidFill>
                            <a:srgbClr val="545759"/>
                          </a:solidFill>
                          <a:latin typeface="Arial"/>
                        </a:rPr>
                        <a:t>-34%</a:t>
                      </a:r>
                    </a:p>
                  </a:txBody>
                  <a:tcPr marL="73152" marR="73152" marT="27432" marB="27432" anchor="ctr">
                    <a:solidFill>
                      <a:srgbClr val="EAF1F6"/>
                    </a:solidFill>
                  </a:tcPr>
                </a:tc>
                <a:extLst>
                  <a:ext uri="{0D108BD9-81ED-4DB2-BD59-A6C34878D82A}">
                    <a16:rowId xmlns:a16="http://schemas.microsoft.com/office/drawing/2014/main" val="10008"/>
                  </a:ext>
                </a:extLst>
              </a:tr>
              <a:tr h="274320">
                <a:tc>
                  <a:txBody>
                    <a:bodyPr/>
                    <a:lstStyle/>
                    <a:p>
                      <a:pPr algn="l"/>
                      <a:r>
                        <a:rPr sz="1000" b="1">
                          <a:solidFill>
                            <a:srgbClr val="545759"/>
                          </a:solidFill>
                          <a:latin typeface="Arial"/>
                        </a:rPr>
                        <a:t>Static mix: annual return</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10.1%</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tc>
                  <a:txBody>
                    <a:bodyPr/>
                    <a:lstStyle/>
                    <a:p>
                      <a:pPr algn="ctr"/>
                      <a:r>
                        <a:rPr sz="1000" b="0">
                          <a:solidFill>
                            <a:srgbClr val="545759"/>
                          </a:solidFill>
                          <a:latin typeface="Arial"/>
                        </a:rPr>
                        <a:t>10.0%</a:t>
                      </a:r>
                    </a:p>
                  </a:txBody>
                  <a:tcPr marL="73152" marR="73152" marT="27432" marB="27432" anchor="ctr">
                    <a:solidFill>
                      <a:srgbClr val="FFFFFF"/>
                    </a:solidFill>
                  </a:tcPr>
                </a:tc>
                <a:extLst>
                  <a:ext uri="{0D108BD9-81ED-4DB2-BD59-A6C34878D82A}">
                    <a16:rowId xmlns:a16="http://schemas.microsoft.com/office/drawing/2014/main" val="10009"/>
                  </a:ext>
                </a:extLst>
              </a:tr>
              <a:tr h="274320">
                <a:tc>
                  <a:txBody>
                    <a:bodyPr/>
                    <a:lstStyle/>
                    <a:p>
                      <a:pPr algn="l"/>
                      <a:r>
                        <a:rPr sz="1000" b="1">
                          <a:solidFill>
                            <a:srgbClr val="545759"/>
                          </a:solidFill>
                          <a:latin typeface="Arial"/>
                        </a:rPr>
                        <a:t>Static mix: maximum drawdown</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-41%</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tc>
                  <a:txBody>
                    <a:bodyPr/>
                    <a:lstStyle/>
                    <a:p>
                      <a:pPr algn="ctr"/>
                      <a:r>
                        <a:rPr sz="1000" b="0">
                          <a:solidFill>
                            <a:srgbClr val="545759"/>
                          </a:solidFill>
                          <a:latin typeface="Arial"/>
                        </a:rPr>
                        <a:t>-40%</a:t>
                      </a:r>
                    </a:p>
                  </a:txBody>
                  <a:tcPr marL="73152" marR="73152" marT="27432" marB="27432"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RBP Limits the Drawdown</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1260143251"/>
              </p:ext>
            </p:extLst>
          </p:nvPr>
        </p:nvGraphicFramePr>
        <p:xfrm>
          <a:off x="685800" y="2479277"/>
          <a:ext cx="10780776" cy="2514600"/>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gridCol w="1252728">
                  <a:extLst>
                    <a:ext uri="{9D8B030D-6E8A-4147-A177-3AD203B41FA5}">
                      <a16:colId xmlns:a16="http://schemas.microsoft.com/office/drawing/2014/main" val="20006"/>
                    </a:ext>
                  </a:extLst>
                </a:gridCol>
                <a:gridCol w="1252728">
                  <a:extLst>
                    <a:ext uri="{9D8B030D-6E8A-4147-A177-3AD203B41FA5}">
                      <a16:colId xmlns:a16="http://schemas.microsoft.com/office/drawing/2014/main" val="20007"/>
                    </a:ext>
                  </a:extLst>
                </a:gridCol>
              </a:tblGrid>
              <a:tr h="502920">
                <a:tc>
                  <a:txBody>
                    <a:bodyPr/>
                    <a:lstStyle/>
                    <a:p>
                      <a:pPr algn="l"/>
                      <a:r>
                        <a:rPr sz="1300" b="1">
                          <a:solidFill>
                            <a:srgbClr val="FFFFFF"/>
                          </a:solidFill>
                          <a:latin typeface="Arial"/>
                        </a:rPr>
                        <a:t>At 10%</a:t>
                      </a:r>
                    </a:p>
                  </a:txBody>
                  <a:tcPr marL="73152" marR="73152" marT="27432" marB="27432" anchor="ctr">
                    <a:solidFill>
                      <a:srgbClr val="041D40"/>
                    </a:solidFill>
                  </a:tcPr>
                </a:tc>
                <a:tc>
                  <a:txBody>
                    <a:bodyPr/>
                    <a:lstStyle/>
                    <a:p>
                      <a:pPr algn="ctr"/>
                      <a:r>
                        <a:rPr sz="1300" b="1">
                          <a:solidFill>
                            <a:srgbClr val="FFFFFF"/>
                          </a:solidFill>
                          <a:latin typeface="Arial"/>
                        </a:rPr>
                        <a:t>Average stocks</a:t>
                      </a:r>
                    </a:p>
                  </a:txBody>
                  <a:tcPr marL="73152" marR="73152" marT="27432" marB="27432" anchor="ctr">
                    <a:solidFill>
                      <a:srgbClr val="041D40"/>
                    </a:solidFill>
                  </a:tcPr>
                </a:tc>
                <a:tc>
                  <a:txBody>
                    <a:bodyPr/>
                    <a:lstStyle/>
                    <a:p>
                      <a:pPr algn="ctr"/>
                      <a:r>
                        <a:rPr lang="en-US" sz="1300" b="1" dirty="0">
                          <a:solidFill>
                            <a:srgbClr val="FFFFFF"/>
                          </a:solidFill>
                          <a:latin typeface="Arial"/>
                        </a:rPr>
                        <a:t>Dynamic Return</a:t>
                      </a:r>
                      <a:endParaRPr sz="1300" b="1" dirty="0">
                        <a:solidFill>
                          <a:srgbClr val="FFFFFF"/>
                        </a:solidFill>
                        <a:latin typeface="Arial"/>
                      </a:endParaRPr>
                    </a:p>
                  </a:txBody>
                  <a:tcPr marL="73152" marR="73152" marT="27432" marB="27432" anchor="ctr">
                    <a:solidFill>
                      <a:srgbClr val="041D40"/>
                    </a:solidFill>
                  </a:tcPr>
                </a:tc>
                <a:tc>
                  <a:txBody>
                    <a:bodyPr/>
                    <a:lstStyle/>
                    <a:p>
                      <a:pPr algn="ctr"/>
                      <a:r>
                        <a:rPr lang="en-US" sz="1300" b="1" dirty="0">
                          <a:solidFill>
                            <a:srgbClr val="FFFFFF"/>
                          </a:solidFill>
                          <a:latin typeface="Arial"/>
                        </a:rPr>
                        <a:t>Static Return</a:t>
                      </a:r>
                      <a:endParaRPr sz="1300" b="1" dirty="0">
                        <a:solidFill>
                          <a:srgbClr val="FFFFFF"/>
                        </a:solidFill>
                        <a:latin typeface="Arial"/>
                      </a:endParaRPr>
                    </a:p>
                  </a:txBody>
                  <a:tcPr marL="73152" marR="73152" marT="27432" marB="27432" anchor="ctr">
                    <a:solidFill>
                      <a:srgbClr val="041D40"/>
                    </a:solidFill>
                  </a:tcPr>
                </a:tc>
                <a:tc>
                  <a:txBody>
                    <a:bodyPr/>
                    <a:lstStyle/>
                    <a:p>
                      <a:pPr algn="ctr"/>
                      <a:r>
                        <a:rPr lang="en-US" sz="1300" b="1" dirty="0">
                          <a:solidFill>
                            <a:srgbClr val="FFFFFF"/>
                          </a:solidFill>
                          <a:latin typeface="Arial"/>
                        </a:rPr>
                        <a:t>Dynamic Drawdown</a:t>
                      </a:r>
                      <a:endParaRPr sz="1300" b="1" dirty="0">
                        <a:solidFill>
                          <a:srgbClr val="FFFFFF"/>
                        </a:solidFill>
                        <a:latin typeface="Arial"/>
                      </a:endParaRPr>
                    </a:p>
                  </a:txBody>
                  <a:tcPr marL="73152" marR="73152" marT="27432" marB="27432" anchor="ctr">
                    <a:solidFill>
                      <a:srgbClr val="041D40"/>
                    </a:solidFill>
                  </a:tcPr>
                </a:tc>
                <a:tc>
                  <a:txBody>
                    <a:bodyPr/>
                    <a:lstStyle/>
                    <a:p>
                      <a:pPr algn="ctr"/>
                      <a:r>
                        <a:rPr lang="en-US" sz="1300" b="1" dirty="0">
                          <a:solidFill>
                            <a:srgbClr val="FFFFFF"/>
                          </a:solidFill>
                          <a:latin typeface="Arial"/>
                        </a:rPr>
                        <a:t>Static Drawdown</a:t>
                      </a:r>
                      <a:endParaRPr sz="1300" b="1" dirty="0">
                        <a:solidFill>
                          <a:srgbClr val="FFFFFF"/>
                        </a:solidFill>
                        <a:latin typeface="Arial"/>
                      </a:endParaRPr>
                    </a:p>
                  </a:txBody>
                  <a:tcPr marL="73152" marR="73152" marT="27432" marB="27432" anchor="ctr">
                    <a:solidFill>
                      <a:srgbClr val="041D40"/>
                    </a:solidFill>
                  </a:tcPr>
                </a:tc>
                <a:tc>
                  <a:txBody>
                    <a:bodyPr/>
                    <a:lstStyle/>
                    <a:p>
                      <a:pPr algn="ctr"/>
                      <a:r>
                        <a:rPr lang="en-US" sz="1300" b="1" dirty="0">
                          <a:solidFill>
                            <a:srgbClr val="FFFFFF"/>
                          </a:solidFill>
                          <a:latin typeface="Arial"/>
                        </a:rPr>
                        <a:t>Dynamic Sharpe</a:t>
                      </a:r>
                      <a:endParaRPr sz="1300" b="1" dirty="0">
                        <a:solidFill>
                          <a:srgbClr val="FFFFFF"/>
                        </a:solidFill>
                        <a:latin typeface="Arial"/>
                      </a:endParaRPr>
                    </a:p>
                  </a:txBody>
                  <a:tcPr marL="73152" marR="73152" marT="27432" marB="27432" anchor="ctr">
                    <a:solidFill>
                      <a:srgbClr val="041D40"/>
                    </a:solidFill>
                  </a:tcPr>
                </a:tc>
                <a:tc>
                  <a:txBody>
                    <a:bodyPr/>
                    <a:lstStyle/>
                    <a:p>
                      <a:pPr algn="ctr"/>
                      <a:r>
                        <a:rPr lang="en-US" sz="1300" b="1" dirty="0">
                          <a:solidFill>
                            <a:srgbClr val="FFFFFF"/>
                          </a:solidFill>
                          <a:latin typeface="Arial"/>
                        </a:rPr>
                        <a:t>Static Sharpe</a:t>
                      </a:r>
                      <a:endParaRPr sz="1300" b="1" dirty="0">
                        <a:solidFill>
                          <a:srgbClr val="FFFFFF"/>
                        </a:solidFill>
                        <a:latin typeface="Arial"/>
                      </a:endParaRPr>
                    </a:p>
                  </a:txBody>
                  <a:tcPr marL="73152" marR="73152" marT="27432" marB="27432" anchor="ctr">
                    <a:solidFill>
                      <a:srgbClr val="041D40"/>
                    </a:solidFill>
                  </a:tcPr>
                </a:tc>
                <a:extLst>
                  <a:ext uri="{0D108BD9-81ED-4DB2-BD59-A6C34878D82A}">
                    <a16:rowId xmlns:a16="http://schemas.microsoft.com/office/drawing/2014/main" val="10000"/>
                  </a:ext>
                </a:extLst>
              </a:tr>
              <a:tr h="502920">
                <a:tc>
                  <a:txBody>
                    <a:bodyPr/>
                    <a:lstStyle/>
                    <a:p>
                      <a:pPr algn="l"/>
                      <a:r>
                        <a:rPr sz="1300" b="1">
                          <a:solidFill>
                            <a:srgbClr val="545759"/>
                          </a:solidFill>
                          <a:latin typeface="Arial"/>
                        </a:rPr>
                        <a:t>RBP</a:t>
                      </a:r>
                    </a:p>
                  </a:txBody>
                  <a:tcPr marL="73152" marR="73152" marT="27432" marB="27432" anchor="ctr">
                    <a:solidFill>
                      <a:srgbClr val="FFFFFF"/>
                    </a:solidFill>
                  </a:tcPr>
                </a:tc>
                <a:tc>
                  <a:txBody>
                    <a:bodyPr/>
                    <a:lstStyle/>
                    <a:p>
                      <a:pPr algn="ctr"/>
                      <a:r>
                        <a:rPr sz="1300" b="0">
                          <a:solidFill>
                            <a:srgbClr val="545759"/>
                          </a:solidFill>
                          <a:latin typeface="Arial"/>
                        </a:rPr>
                        <a:t>68%</a:t>
                      </a:r>
                    </a:p>
                  </a:txBody>
                  <a:tcPr marL="73152" marR="73152" marT="27432" marB="27432" anchor="ctr">
                    <a:solidFill>
                      <a:srgbClr val="FFFFFF"/>
                    </a:solidFill>
                  </a:tcPr>
                </a:tc>
                <a:tc>
                  <a:txBody>
                    <a:bodyPr/>
                    <a:lstStyle/>
                    <a:p>
                      <a:pPr algn="ctr"/>
                      <a:r>
                        <a:rPr sz="1300" b="0">
                          <a:solidFill>
                            <a:srgbClr val="545759"/>
                          </a:solidFill>
                          <a:latin typeface="Arial"/>
                        </a:rPr>
                        <a:t>9.4%</a:t>
                      </a:r>
                    </a:p>
                  </a:txBody>
                  <a:tcPr marL="73152" marR="73152" marT="27432" marB="27432" anchor="ctr">
                    <a:solidFill>
                      <a:srgbClr val="E8F1EF"/>
                    </a:solidFill>
                  </a:tcPr>
                </a:tc>
                <a:tc>
                  <a:txBody>
                    <a:bodyPr/>
                    <a:lstStyle/>
                    <a:p>
                      <a:pPr algn="ctr"/>
                      <a:r>
                        <a:rPr sz="1300" b="0">
                          <a:solidFill>
                            <a:srgbClr val="545759"/>
                          </a:solidFill>
                          <a:latin typeface="Arial"/>
                        </a:rPr>
                        <a:t>9.5%</a:t>
                      </a:r>
                    </a:p>
                  </a:txBody>
                  <a:tcPr marL="73152" marR="73152" marT="27432" marB="27432" anchor="ctr">
                    <a:solidFill>
                      <a:srgbClr val="FFFFFF"/>
                    </a:solidFill>
                  </a:tcPr>
                </a:tc>
                <a:tc>
                  <a:txBody>
                    <a:bodyPr/>
                    <a:lstStyle/>
                    <a:p>
                      <a:pPr algn="ctr"/>
                      <a:r>
                        <a:rPr sz="1300" b="0">
                          <a:solidFill>
                            <a:srgbClr val="545759"/>
                          </a:solidFill>
                          <a:latin typeface="Arial"/>
                        </a:rPr>
                        <a:t>-25%</a:t>
                      </a:r>
                    </a:p>
                  </a:txBody>
                  <a:tcPr marL="73152" marR="73152" marT="27432" marB="27432" anchor="ctr">
                    <a:solidFill>
                      <a:srgbClr val="E8F1EF"/>
                    </a:solidFill>
                  </a:tcPr>
                </a:tc>
                <a:tc>
                  <a:txBody>
                    <a:bodyPr/>
                    <a:lstStyle/>
                    <a:p>
                      <a:pPr algn="ctr"/>
                      <a:r>
                        <a:rPr sz="1300" b="0">
                          <a:solidFill>
                            <a:srgbClr val="545759"/>
                          </a:solidFill>
                          <a:latin typeface="Arial"/>
                        </a:rPr>
                        <a:t>-34%</a:t>
                      </a:r>
                    </a:p>
                  </a:txBody>
                  <a:tcPr marL="73152" marR="73152" marT="27432" marB="27432" anchor="ctr">
                    <a:solidFill>
                      <a:srgbClr val="FFFFFF"/>
                    </a:solidFill>
                  </a:tcPr>
                </a:tc>
                <a:tc>
                  <a:txBody>
                    <a:bodyPr/>
                    <a:lstStyle/>
                    <a:p>
                      <a:pPr algn="ctr"/>
                      <a:r>
                        <a:rPr sz="1300" b="0">
                          <a:solidFill>
                            <a:srgbClr val="545759"/>
                          </a:solidFill>
                          <a:latin typeface="Arial"/>
                        </a:rPr>
                        <a:t>0.73</a:t>
                      </a:r>
                    </a:p>
                  </a:txBody>
                  <a:tcPr marL="73152" marR="73152" marT="27432" marB="27432" anchor="ctr">
                    <a:solidFill>
                      <a:srgbClr val="E8F1EF"/>
                    </a:solidFill>
                  </a:tcPr>
                </a:tc>
                <a:tc>
                  <a:txBody>
                    <a:bodyPr/>
                    <a:lstStyle/>
                    <a:p>
                      <a:pPr algn="ctr"/>
                      <a:r>
                        <a:rPr sz="1300" b="0">
                          <a:solidFill>
                            <a:srgbClr val="545759"/>
                          </a:solidFill>
                          <a:latin typeface="Arial"/>
                        </a:rPr>
                        <a:t>0.69</a:t>
                      </a:r>
                    </a:p>
                  </a:txBody>
                  <a:tcPr marL="73152" marR="73152"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300" b="1">
                          <a:solidFill>
                            <a:srgbClr val="545759"/>
                          </a:solidFill>
                          <a:latin typeface="Arial"/>
                        </a:rPr>
                        <a:t>RBP, scaled by fit</a:t>
                      </a:r>
                    </a:p>
                  </a:txBody>
                  <a:tcPr marL="73152" marR="73152" marT="27432" marB="27432" anchor="ctr">
                    <a:solidFill>
                      <a:srgbClr val="FFFFFF"/>
                    </a:solidFill>
                  </a:tcPr>
                </a:tc>
                <a:tc>
                  <a:txBody>
                    <a:bodyPr/>
                    <a:lstStyle/>
                    <a:p>
                      <a:pPr algn="ctr"/>
                      <a:r>
                        <a:rPr sz="1300" b="0">
                          <a:solidFill>
                            <a:srgbClr val="545759"/>
                          </a:solidFill>
                          <a:latin typeface="Arial"/>
                        </a:rPr>
                        <a:t>69%</a:t>
                      </a:r>
                    </a:p>
                  </a:txBody>
                  <a:tcPr marL="73152" marR="73152" marT="27432" marB="27432" anchor="ctr">
                    <a:solidFill>
                      <a:srgbClr val="FFFFFF"/>
                    </a:solidFill>
                  </a:tcPr>
                </a:tc>
                <a:tc>
                  <a:txBody>
                    <a:bodyPr/>
                    <a:lstStyle/>
                    <a:p>
                      <a:pPr algn="ctr"/>
                      <a:r>
                        <a:rPr sz="1300" b="0">
                          <a:solidFill>
                            <a:srgbClr val="545759"/>
                          </a:solidFill>
                          <a:latin typeface="Arial"/>
                        </a:rPr>
                        <a:t>10.0%</a:t>
                      </a:r>
                    </a:p>
                  </a:txBody>
                  <a:tcPr marL="73152" marR="73152" marT="27432" marB="27432" anchor="ctr">
                    <a:solidFill>
                      <a:srgbClr val="E8F1EF"/>
                    </a:solidFill>
                  </a:tcPr>
                </a:tc>
                <a:tc>
                  <a:txBody>
                    <a:bodyPr/>
                    <a:lstStyle/>
                    <a:p>
                      <a:pPr algn="ctr"/>
                      <a:r>
                        <a:rPr sz="1300" b="0">
                          <a:solidFill>
                            <a:srgbClr val="545759"/>
                          </a:solidFill>
                          <a:latin typeface="Arial"/>
                        </a:rPr>
                        <a:t>9.5%</a:t>
                      </a:r>
                    </a:p>
                  </a:txBody>
                  <a:tcPr marL="73152" marR="73152" marT="27432" marB="27432" anchor="ctr">
                    <a:solidFill>
                      <a:srgbClr val="FFFFFF"/>
                    </a:solidFill>
                  </a:tcPr>
                </a:tc>
                <a:tc>
                  <a:txBody>
                    <a:bodyPr/>
                    <a:lstStyle/>
                    <a:p>
                      <a:pPr algn="ctr"/>
                      <a:r>
                        <a:rPr sz="1300" b="0">
                          <a:solidFill>
                            <a:srgbClr val="545759"/>
                          </a:solidFill>
                          <a:latin typeface="Arial"/>
                        </a:rPr>
                        <a:t>-20%</a:t>
                      </a:r>
                    </a:p>
                  </a:txBody>
                  <a:tcPr marL="73152" marR="73152" marT="27432" marB="27432" anchor="ctr">
                    <a:solidFill>
                      <a:srgbClr val="E8F1EF"/>
                    </a:solidFill>
                  </a:tcPr>
                </a:tc>
                <a:tc>
                  <a:txBody>
                    <a:bodyPr/>
                    <a:lstStyle/>
                    <a:p>
                      <a:pPr algn="ctr"/>
                      <a:r>
                        <a:rPr sz="1300" b="0">
                          <a:solidFill>
                            <a:srgbClr val="545759"/>
                          </a:solidFill>
                          <a:latin typeface="Arial"/>
                        </a:rPr>
                        <a:t>-35%</a:t>
                      </a:r>
                    </a:p>
                  </a:txBody>
                  <a:tcPr marL="73152" marR="73152" marT="27432" marB="27432" anchor="ctr">
                    <a:solidFill>
                      <a:srgbClr val="FFFFFF"/>
                    </a:solidFill>
                  </a:tcPr>
                </a:tc>
                <a:tc>
                  <a:txBody>
                    <a:bodyPr/>
                    <a:lstStyle/>
                    <a:p>
                      <a:pPr algn="ctr"/>
                      <a:r>
                        <a:rPr sz="1300" b="0">
                          <a:solidFill>
                            <a:srgbClr val="545759"/>
                          </a:solidFill>
                          <a:latin typeface="Arial"/>
                        </a:rPr>
                        <a:t>0.80</a:t>
                      </a:r>
                    </a:p>
                  </a:txBody>
                  <a:tcPr marL="73152" marR="73152" marT="27432" marB="27432" anchor="ctr">
                    <a:solidFill>
                      <a:srgbClr val="E8F1EF"/>
                    </a:solidFill>
                  </a:tcPr>
                </a:tc>
                <a:tc>
                  <a:txBody>
                    <a:bodyPr/>
                    <a:lstStyle/>
                    <a:p>
                      <a:pPr algn="ctr"/>
                      <a:r>
                        <a:rPr sz="1300" b="0">
                          <a:solidFill>
                            <a:srgbClr val="545759"/>
                          </a:solidFill>
                          <a:latin typeface="Arial"/>
                        </a:rPr>
                        <a:t>0.69</a:t>
                      </a:r>
                    </a:p>
                  </a:txBody>
                  <a:tcPr marL="73152" marR="73152" marT="27432" marB="27432" anchor="ctr">
                    <a:solidFill>
                      <a:srgbClr val="FFFFFF"/>
                    </a:solidFill>
                  </a:tcPr>
                </a:tc>
                <a:extLst>
                  <a:ext uri="{0D108BD9-81ED-4DB2-BD59-A6C34878D82A}">
                    <a16:rowId xmlns:a16="http://schemas.microsoft.com/office/drawing/2014/main" val="10002"/>
                  </a:ext>
                </a:extLst>
              </a:tr>
              <a:tr h="502920">
                <a:tc>
                  <a:txBody>
                    <a:bodyPr/>
                    <a:lstStyle/>
                    <a:p>
                      <a:pPr algn="l"/>
                      <a:r>
                        <a:rPr sz="1300" b="1">
                          <a:solidFill>
                            <a:srgbClr val="545759"/>
                          </a:solidFill>
                          <a:latin typeface="Arial"/>
                        </a:rPr>
                        <a:t>Logistic regression</a:t>
                      </a:r>
                    </a:p>
                  </a:txBody>
                  <a:tcPr marL="73152" marR="73152" marT="27432" marB="27432" anchor="ctr">
                    <a:solidFill>
                      <a:srgbClr val="FFFFFF"/>
                    </a:solidFill>
                  </a:tcPr>
                </a:tc>
                <a:tc>
                  <a:txBody>
                    <a:bodyPr/>
                    <a:lstStyle/>
                    <a:p>
                      <a:pPr algn="ctr"/>
                      <a:r>
                        <a:rPr sz="1300" b="0">
                          <a:solidFill>
                            <a:srgbClr val="545759"/>
                          </a:solidFill>
                          <a:latin typeface="Arial"/>
                        </a:rPr>
                        <a:t>75%</a:t>
                      </a:r>
                    </a:p>
                  </a:txBody>
                  <a:tcPr marL="73152" marR="73152" marT="27432" marB="27432" anchor="ctr">
                    <a:solidFill>
                      <a:srgbClr val="FFFFFF"/>
                    </a:solidFill>
                  </a:tcPr>
                </a:tc>
                <a:tc>
                  <a:txBody>
                    <a:bodyPr/>
                    <a:lstStyle/>
                    <a:p>
                      <a:pPr algn="ctr"/>
                      <a:r>
                        <a:rPr sz="1300" b="0">
                          <a:solidFill>
                            <a:srgbClr val="545759"/>
                          </a:solidFill>
                          <a:latin typeface="Arial"/>
                        </a:rPr>
                        <a:t>9.3%</a:t>
                      </a:r>
                    </a:p>
                  </a:txBody>
                  <a:tcPr marL="73152" marR="73152" marT="27432" marB="27432" anchor="ctr">
                    <a:solidFill>
                      <a:srgbClr val="FFFFFF"/>
                    </a:solidFill>
                  </a:tcPr>
                </a:tc>
                <a:tc>
                  <a:txBody>
                    <a:bodyPr/>
                    <a:lstStyle/>
                    <a:p>
                      <a:pPr algn="ctr"/>
                      <a:r>
                        <a:rPr sz="1300" b="0">
                          <a:solidFill>
                            <a:srgbClr val="545759"/>
                          </a:solidFill>
                          <a:latin typeface="Arial"/>
                        </a:rPr>
                        <a:t>9.8%</a:t>
                      </a:r>
                    </a:p>
                  </a:txBody>
                  <a:tcPr marL="73152" marR="73152" marT="27432" marB="27432" anchor="ctr">
                    <a:solidFill>
                      <a:srgbClr val="FFFFFF"/>
                    </a:solidFill>
                  </a:tcPr>
                </a:tc>
                <a:tc>
                  <a:txBody>
                    <a:bodyPr/>
                    <a:lstStyle/>
                    <a:p>
                      <a:pPr algn="ctr"/>
                      <a:r>
                        <a:rPr sz="1300" b="0">
                          <a:solidFill>
                            <a:srgbClr val="545759"/>
                          </a:solidFill>
                          <a:latin typeface="Arial"/>
                        </a:rPr>
                        <a:t>-39%</a:t>
                      </a:r>
                    </a:p>
                  </a:txBody>
                  <a:tcPr marL="73152" marR="73152" marT="27432" marB="27432" anchor="ctr">
                    <a:solidFill>
                      <a:srgbClr val="FFFFFF"/>
                    </a:solidFill>
                  </a:tcPr>
                </a:tc>
                <a:tc>
                  <a:txBody>
                    <a:bodyPr/>
                    <a:lstStyle/>
                    <a:p>
                      <a:pPr algn="ctr"/>
                      <a:r>
                        <a:rPr sz="1300" b="0">
                          <a:solidFill>
                            <a:srgbClr val="545759"/>
                          </a:solidFill>
                          <a:latin typeface="Arial"/>
                        </a:rPr>
                        <a:t>-38%</a:t>
                      </a:r>
                    </a:p>
                  </a:txBody>
                  <a:tcPr marL="73152" marR="73152" marT="27432" marB="27432" anchor="ctr">
                    <a:solidFill>
                      <a:srgbClr val="FFFFFF"/>
                    </a:solidFill>
                  </a:tcPr>
                </a:tc>
                <a:tc>
                  <a:txBody>
                    <a:bodyPr/>
                    <a:lstStyle/>
                    <a:p>
                      <a:pPr algn="ctr"/>
                      <a:r>
                        <a:rPr sz="1300" b="0">
                          <a:solidFill>
                            <a:srgbClr val="545759"/>
                          </a:solidFill>
                          <a:latin typeface="Arial"/>
                        </a:rPr>
                        <a:t>0.64</a:t>
                      </a:r>
                    </a:p>
                  </a:txBody>
                  <a:tcPr marL="73152" marR="73152" marT="27432" marB="27432" anchor="ctr">
                    <a:solidFill>
                      <a:srgbClr val="FFFFFF"/>
                    </a:solidFill>
                  </a:tcPr>
                </a:tc>
                <a:tc>
                  <a:txBody>
                    <a:bodyPr/>
                    <a:lstStyle/>
                    <a:p>
                      <a:pPr algn="ctr"/>
                      <a:r>
                        <a:rPr sz="1300" b="0">
                          <a:solidFill>
                            <a:srgbClr val="545759"/>
                          </a:solidFill>
                          <a:latin typeface="Arial"/>
                        </a:rPr>
                        <a:t>0.68</a:t>
                      </a:r>
                    </a:p>
                  </a:txBody>
                  <a:tcPr marL="73152" marR="73152" marT="27432" marB="27432" anchor="ctr">
                    <a:solidFill>
                      <a:srgbClr val="FFFFFF"/>
                    </a:solidFill>
                  </a:tcPr>
                </a:tc>
                <a:extLst>
                  <a:ext uri="{0D108BD9-81ED-4DB2-BD59-A6C34878D82A}">
                    <a16:rowId xmlns:a16="http://schemas.microsoft.com/office/drawing/2014/main" val="10003"/>
                  </a:ext>
                </a:extLst>
              </a:tr>
              <a:tr h="502920">
                <a:tc>
                  <a:txBody>
                    <a:bodyPr/>
                    <a:lstStyle/>
                    <a:p>
                      <a:pPr algn="l"/>
                      <a:r>
                        <a:rPr sz="1300" b="1">
                          <a:solidFill>
                            <a:srgbClr val="545759"/>
                          </a:solidFill>
                          <a:latin typeface="Arial"/>
                        </a:rPr>
                        <a:t>Neural net</a:t>
                      </a:r>
                    </a:p>
                  </a:txBody>
                  <a:tcPr marL="73152" marR="73152" marT="27432" marB="27432" anchor="ctr">
                    <a:solidFill>
                      <a:srgbClr val="FFFFFF"/>
                    </a:solidFill>
                  </a:tcPr>
                </a:tc>
                <a:tc>
                  <a:txBody>
                    <a:bodyPr/>
                    <a:lstStyle/>
                    <a:p>
                      <a:pPr algn="ctr"/>
                      <a:r>
                        <a:rPr sz="1300" b="0">
                          <a:solidFill>
                            <a:srgbClr val="545759"/>
                          </a:solidFill>
                          <a:latin typeface="Arial"/>
                        </a:rPr>
                        <a:t>76%</a:t>
                      </a:r>
                    </a:p>
                  </a:txBody>
                  <a:tcPr marL="73152" marR="73152" marT="27432" marB="27432" anchor="ctr">
                    <a:solidFill>
                      <a:srgbClr val="FFFFFF"/>
                    </a:solidFill>
                  </a:tcPr>
                </a:tc>
                <a:tc>
                  <a:txBody>
                    <a:bodyPr/>
                    <a:lstStyle/>
                    <a:p>
                      <a:pPr algn="ctr"/>
                      <a:r>
                        <a:rPr sz="1300" b="0">
                          <a:solidFill>
                            <a:srgbClr val="545759"/>
                          </a:solidFill>
                          <a:latin typeface="Arial"/>
                        </a:rPr>
                        <a:t>9.1%</a:t>
                      </a:r>
                    </a:p>
                  </a:txBody>
                  <a:tcPr marL="73152" marR="73152" marT="27432" marB="27432" anchor="ctr">
                    <a:solidFill>
                      <a:srgbClr val="FFFFFF"/>
                    </a:solidFill>
                  </a:tcPr>
                </a:tc>
                <a:tc>
                  <a:txBody>
                    <a:bodyPr/>
                    <a:lstStyle/>
                    <a:p>
                      <a:pPr algn="ctr"/>
                      <a:r>
                        <a:rPr sz="1300" b="0">
                          <a:solidFill>
                            <a:srgbClr val="545759"/>
                          </a:solidFill>
                          <a:latin typeface="Arial"/>
                        </a:rPr>
                        <a:t>9.9%</a:t>
                      </a:r>
                    </a:p>
                  </a:txBody>
                  <a:tcPr marL="73152" marR="73152" marT="27432" marB="27432" anchor="ctr">
                    <a:solidFill>
                      <a:srgbClr val="FFFFFF"/>
                    </a:solidFill>
                  </a:tcPr>
                </a:tc>
                <a:tc>
                  <a:txBody>
                    <a:bodyPr/>
                    <a:lstStyle/>
                    <a:p>
                      <a:pPr algn="ctr"/>
                      <a:r>
                        <a:rPr sz="1300" b="0">
                          <a:solidFill>
                            <a:srgbClr val="545759"/>
                          </a:solidFill>
                          <a:latin typeface="Arial"/>
                        </a:rPr>
                        <a:t>-38%</a:t>
                      </a:r>
                    </a:p>
                  </a:txBody>
                  <a:tcPr marL="73152" marR="73152" marT="27432" marB="27432" anchor="ctr">
                    <a:solidFill>
                      <a:srgbClr val="FFFFFF"/>
                    </a:solidFill>
                  </a:tcPr>
                </a:tc>
                <a:tc>
                  <a:txBody>
                    <a:bodyPr/>
                    <a:lstStyle/>
                    <a:p>
                      <a:pPr algn="ctr"/>
                      <a:r>
                        <a:rPr sz="1300" b="0">
                          <a:solidFill>
                            <a:srgbClr val="545759"/>
                          </a:solidFill>
                          <a:latin typeface="Arial"/>
                        </a:rPr>
                        <a:t>-39%</a:t>
                      </a:r>
                    </a:p>
                  </a:txBody>
                  <a:tcPr marL="73152" marR="73152" marT="27432" marB="27432" anchor="ctr">
                    <a:solidFill>
                      <a:srgbClr val="FFFFFF"/>
                    </a:solidFill>
                  </a:tcPr>
                </a:tc>
                <a:tc>
                  <a:txBody>
                    <a:bodyPr/>
                    <a:lstStyle/>
                    <a:p>
                      <a:pPr algn="ctr"/>
                      <a:r>
                        <a:rPr sz="1300" b="0">
                          <a:solidFill>
                            <a:srgbClr val="545759"/>
                          </a:solidFill>
                          <a:latin typeface="Arial"/>
                        </a:rPr>
                        <a:t>0.62</a:t>
                      </a:r>
                    </a:p>
                  </a:txBody>
                  <a:tcPr marL="73152" marR="73152" marT="27432" marB="27432" anchor="ctr">
                    <a:solidFill>
                      <a:srgbClr val="FFFFFF"/>
                    </a:solidFill>
                  </a:tcPr>
                </a:tc>
                <a:tc>
                  <a:txBody>
                    <a:bodyPr/>
                    <a:lstStyle/>
                    <a:p>
                      <a:pPr algn="ctr"/>
                      <a:r>
                        <a:rPr sz="1300" b="0" dirty="0">
                          <a:solidFill>
                            <a:srgbClr val="545759"/>
                          </a:solidFill>
                          <a:latin typeface="Arial"/>
                        </a:rPr>
                        <a:t>0.67</a:t>
                      </a:r>
                    </a:p>
                  </a:txBody>
                  <a:tcPr marL="73152" marR="73152" marT="27432" marB="27432"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Growth of $1 invested in January 1991</a:t>
            </a:r>
          </a:p>
        </p:txBody>
      </p:sp>
      <p:graphicFrame>
        <p:nvGraphicFramePr>
          <p:cNvPr id="3" name="Chart 2"/>
          <p:cNvGraphicFramePr>
            <a:graphicFrameLocks noGrp="1"/>
          </p:cNvGraphicFramePr>
          <p:nvPr/>
        </p:nvGraphicFramePr>
        <p:xfrm>
          <a:off x="685800" y="1542017"/>
          <a:ext cx="10789920" cy="43891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Drawdowns by Strategy</a:t>
            </a:r>
            <a:endParaRPr dirty="0"/>
          </a:p>
        </p:txBody>
      </p:sp>
      <p:graphicFrame>
        <p:nvGraphicFramePr>
          <p:cNvPr id="3" name="Chart 2"/>
          <p:cNvGraphicFramePr>
            <a:graphicFrameLocks noGrp="1"/>
          </p:cNvGraphicFramePr>
          <p:nvPr/>
        </p:nvGraphicFramePr>
        <p:xfrm>
          <a:off x="685800" y="1542017"/>
          <a:ext cx="10789920" cy="43891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RBP warns as falls begin, and through the rebound</a:t>
            </a:r>
          </a:p>
        </p:txBody>
      </p:sp>
      <p:graphicFrame>
        <p:nvGraphicFramePr>
          <p:cNvPr id="3" name="Chart 2"/>
          <p:cNvGraphicFramePr>
            <a:graphicFrameLocks noGrp="1"/>
          </p:cNvGraphicFramePr>
          <p:nvPr/>
        </p:nvGraphicFramePr>
        <p:xfrm>
          <a:off x="685800" y="1463040"/>
          <a:ext cx="10789920"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685800" y="5897880"/>
            <a:ext cx="10789920" cy="274320"/>
          </a:xfrm>
          <a:prstGeom prst="rect">
            <a:avLst/>
          </a:prstGeom>
          <a:noFill/>
        </p:spPr>
        <p:txBody>
          <a:bodyPr wrap="square" lIns="0" tIns="0" rIns="0" bIns="0" anchor="t">
            <a:spAutoFit/>
          </a:bodyPr>
          <a:lstStyle/>
          <a:p>
            <a:pPr algn="l">
              <a:spcAft>
                <a:spcPts val="600"/>
              </a:spcAft>
            </a:pPr>
            <a:r>
              <a:rPr sz="1000" b="0">
                <a:solidFill>
                  <a:srgbClr val="8A8B8C"/>
                </a:solidFill>
                <a:latin typeface="Arial"/>
              </a:rPr>
              <a:t>Shaded: month-ends followed by a 10% loss over the next three months  ·  RBP on 13 predictors, median of three engine calls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RBP’s Predictions in Different Regimes</a:t>
            </a:r>
            <a:endParaRPr dirty="0"/>
          </a:p>
        </p:txBody>
      </p:sp>
      <p:graphicFrame>
        <p:nvGraphicFramePr>
          <p:cNvPr id="3" name="Table 2"/>
          <p:cNvGraphicFramePr>
            <a:graphicFrameLocks noGrp="1"/>
          </p:cNvGraphicFramePr>
          <p:nvPr/>
        </p:nvGraphicFramePr>
        <p:xfrm>
          <a:off x="685800" y="1990073"/>
          <a:ext cx="10789920" cy="3493008"/>
        </p:xfrm>
        <a:graphic>
          <a:graphicData uri="http://schemas.openxmlformats.org/drawingml/2006/table">
            <a:tbl>
              <a:tblPr>
                <a:tableStyleId>{5940675A-B579-460E-94D1-54222C63F5DA}</a:tableStyleId>
              </a:tblPr>
              <a:tblGrid>
                <a:gridCol w="23774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01752">
                <a:tc>
                  <a:txBody>
                    <a:bodyPr/>
                    <a:lstStyle/>
                    <a:p>
                      <a:pPr algn="l"/>
                      <a:endParaRPr/>
                    </a:p>
                  </a:txBody>
                  <a:tcPr marL="73152" marR="73152" marT="27432" marB="27432" anchor="ctr">
                    <a:solidFill>
                      <a:srgbClr val="041D40"/>
                    </a:solidFill>
                  </a:tcPr>
                </a:tc>
                <a:tc>
                  <a:txBody>
                    <a:bodyPr/>
                    <a:lstStyle/>
                    <a:p>
                      <a:pPr algn="ctr"/>
                      <a:r>
                        <a:rPr sz="1200" b="1">
                          <a:solidFill>
                            <a:srgbClr val="FFFFFF"/>
                          </a:solidFill>
                          <a:latin typeface="Arial"/>
                        </a:rPr>
                        <a:t>Tech sell-off</a:t>
                      </a:r>
                    </a:p>
                    <a:p>
                      <a:pPr algn="ctr"/>
                      <a:r>
                        <a:rPr sz="1200" b="1">
                          <a:solidFill>
                            <a:srgbClr val="FFFFFF"/>
                          </a:solidFill>
                          <a:latin typeface="Arial"/>
                        </a:rPr>
                        <a:t>2000–02</a:t>
                      </a:r>
                    </a:p>
                  </a:txBody>
                  <a:tcPr marL="73152" marR="73152" marT="27432" marB="27432" anchor="ctr">
                    <a:solidFill>
                      <a:srgbClr val="041D40"/>
                    </a:solidFill>
                  </a:tcPr>
                </a:tc>
                <a:tc>
                  <a:txBody>
                    <a:bodyPr/>
                    <a:lstStyle/>
                    <a:p>
                      <a:pPr algn="ctr"/>
                      <a:r>
                        <a:rPr sz="1200" b="1">
                          <a:solidFill>
                            <a:srgbClr val="FFFFFF"/>
                          </a:solidFill>
                          <a:latin typeface="Arial"/>
                        </a:rPr>
                        <a:t>GFC</a:t>
                      </a:r>
                    </a:p>
                    <a:p>
                      <a:pPr algn="ctr"/>
                      <a:r>
                        <a:rPr sz="1200" b="1">
                          <a:solidFill>
                            <a:srgbClr val="FFFFFF"/>
                          </a:solidFill>
                          <a:latin typeface="Arial"/>
                        </a:rPr>
                        <a:t>2007–09</a:t>
                      </a:r>
                    </a:p>
                  </a:txBody>
                  <a:tcPr marL="73152" marR="73152" marT="27432" marB="27432" anchor="ctr">
                    <a:solidFill>
                      <a:srgbClr val="041D40"/>
                    </a:solidFill>
                  </a:tcPr>
                </a:tc>
                <a:tc>
                  <a:txBody>
                    <a:bodyPr/>
                    <a:lstStyle/>
                    <a:p>
                      <a:pPr algn="ctr"/>
                      <a:r>
                        <a:rPr sz="1200" b="1">
                          <a:solidFill>
                            <a:srgbClr val="FFFFFF"/>
                          </a:solidFill>
                          <a:latin typeface="Arial"/>
                        </a:rPr>
                        <a:t>COVID</a:t>
                      </a:r>
                    </a:p>
                    <a:p>
                      <a:pPr algn="ctr"/>
                      <a:r>
                        <a:rPr sz="1200" b="1">
                          <a:solidFill>
                            <a:srgbClr val="FFFFFF"/>
                          </a:solidFill>
                          <a:latin typeface="Arial"/>
                        </a:rPr>
                        <a:t>2019–20</a:t>
                      </a:r>
                    </a:p>
                  </a:txBody>
                  <a:tcPr marL="73152" marR="73152" marT="27432" marB="27432" anchor="ctr">
                    <a:solidFill>
                      <a:srgbClr val="041D40"/>
                    </a:solidFill>
                  </a:tcPr>
                </a:tc>
                <a:tc>
                  <a:txBody>
                    <a:bodyPr/>
                    <a:lstStyle/>
                    <a:p>
                      <a:pPr algn="ctr"/>
                      <a:r>
                        <a:rPr sz="1200" b="1">
                          <a:solidFill>
                            <a:srgbClr val="FFFFFF"/>
                          </a:solidFill>
                          <a:latin typeface="Arial"/>
                        </a:rPr>
                        <a:t>Post-COVID</a:t>
                      </a:r>
                    </a:p>
                    <a:p>
                      <a:pPr algn="ctr"/>
                      <a:r>
                        <a:rPr sz="1200" b="1">
                          <a:solidFill>
                            <a:srgbClr val="FFFFFF"/>
                          </a:solidFill>
                          <a:latin typeface="Arial"/>
                        </a:rPr>
                        <a:t>2020–25</a:t>
                      </a:r>
                    </a:p>
                  </a:txBody>
                  <a:tcPr marL="73152" marR="73152" marT="27432" marB="27432" anchor="ctr">
                    <a:solidFill>
                      <a:srgbClr val="041D40"/>
                    </a:solidFill>
                  </a:tcPr>
                </a:tc>
                <a:extLst>
                  <a:ext uri="{0D108BD9-81ED-4DB2-BD59-A6C34878D82A}">
                    <a16:rowId xmlns:a16="http://schemas.microsoft.com/office/drawing/2014/main" val="10000"/>
                  </a:ext>
                </a:extLst>
              </a:tr>
              <a:tr h="301752">
                <a:tc>
                  <a:txBody>
                    <a:bodyPr/>
                    <a:lstStyle/>
                    <a:p>
                      <a:pPr algn="l"/>
                      <a:r>
                        <a:rPr sz="1200" b="1">
                          <a:solidFill>
                            <a:srgbClr val="041D40"/>
                          </a:solidFill>
                          <a:latin typeface="Arial"/>
                        </a:rPr>
                        <a:t>Top three predictors</a:t>
                      </a: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extLst>
                  <a:ext uri="{0D108BD9-81ED-4DB2-BD59-A6C34878D82A}">
                    <a16:rowId xmlns:a16="http://schemas.microsoft.com/office/drawing/2014/main" val="10001"/>
                  </a:ext>
                </a:extLst>
              </a:tr>
              <a:tr h="301752">
                <a:tc>
                  <a:txBody>
                    <a:bodyPr/>
                    <a:lstStyle/>
                    <a:p>
                      <a:pPr algn="l"/>
                      <a:r>
                        <a:rPr sz="1200" b="0">
                          <a:solidFill>
                            <a:srgbClr val="545759"/>
                          </a:solidFill>
                          <a:latin typeface="Arial"/>
                        </a:rPr>
                        <a:t>1</a:t>
                      </a:r>
                    </a:p>
                  </a:txBody>
                  <a:tcPr marL="73152" marR="73152" marT="27432" marB="27432" anchor="ctr">
                    <a:solidFill>
                      <a:srgbClr val="FFFFFF"/>
                    </a:solidFill>
                  </a:tcPr>
                </a:tc>
                <a:tc>
                  <a:txBody>
                    <a:bodyPr/>
                    <a:lstStyle/>
                    <a:p>
                      <a:pPr algn="ctr"/>
                      <a:r>
                        <a:rPr sz="1200" b="0">
                          <a:solidFill>
                            <a:srgbClr val="545759"/>
                          </a:solidFill>
                          <a:latin typeface="Arial"/>
                        </a:rPr>
                        <a:t>Turbulence</a:t>
                      </a:r>
                    </a:p>
                  </a:txBody>
                  <a:tcPr marL="73152" marR="73152" marT="27432" marB="27432" anchor="ctr">
                    <a:solidFill>
                      <a:srgbClr val="FFFFFF"/>
                    </a:solidFill>
                  </a:tcPr>
                </a:tc>
                <a:tc>
                  <a:txBody>
                    <a:bodyPr/>
                    <a:lstStyle/>
                    <a:p>
                      <a:pPr algn="ctr"/>
                      <a:r>
                        <a:rPr sz="1200" b="0">
                          <a:solidFill>
                            <a:srgbClr val="545759"/>
                          </a:solidFill>
                          <a:latin typeface="Arial"/>
                        </a:rPr>
                        <a:t>Past 3-month return</a:t>
                      </a:r>
                    </a:p>
                  </a:txBody>
                  <a:tcPr marL="73152" marR="73152" marT="27432" marB="27432" anchor="ctr">
                    <a:solidFill>
                      <a:srgbClr val="FFFFFF"/>
                    </a:solidFill>
                  </a:tcPr>
                </a:tc>
                <a:tc>
                  <a:txBody>
                    <a:bodyPr/>
                    <a:lstStyle/>
                    <a:p>
                      <a:pPr algn="ctr"/>
                      <a:r>
                        <a:rPr sz="1200" b="0">
                          <a:solidFill>
                            <a:srgbClr val="545759"/>
                          </a:solidFill>
                          <a:latin typeface="Arial"/>
                        </a:rPr>
                        <a:t>GARCH volatility</a:t>
                      </a:r>
                    </a:p>
                  </a:txBody>
                  <a:tcPr marL="73152" marR="73152" marT="27432" marB="27432" anchor="ctr">
                    <a:solidFill>
                      <a:srgbClr val="FFFFFF"/>
                    </a:solidFill>
                  </a:tcPr>
                </a:tc>
                <a:tc>
                  <a:txBody>
                    <a:bodyPr/>
                    <a:lstStyle/>
                    <a:p>
                      <a:pPr algn="ctr"/>
                      <a:r>
                        <a:rPr sz="1200" b="0">
                          <a:solidFill>
                            <a:srgbClr val="545759"/>
                          </a:solidFill>
                          <a:latin typeface="Arial"/>
                        </a:rPr>
                        <a:t>CAPE</a:t>
                      </a:r>
                    </a:p>
                  </a:txBody>
                  <a:tcPr marL="73152" marR="73152" marT="27432" marB="27432" anchor="ctr">
                    <a:solidFill>
                      <a:srgbClr val="FFFFFF"/>
                    </a:solidFill>
                  </a:tcPr>
                </a:tc>
                <a:extLst>
                  <a:ext uri="{0D108BD9-81ED-4DB2-BD59-A6C34878D82A}">
                    <a16:rowId xmlns:a16="http://schemas.microsoft.com/office/drawing/2014/main" val="10002"/>
                  </a:ext>
                </a:extLst>
              </a:tr>
              <a:tr h="301752">
                <a:tc>
                  <a:txBody>
                    <a:bodyPr/>
                    <a:lstStyle/>
                    <a:p>
                      <a:pPr algn="l"/>
                      <a:r>
                        <a:rPr sz="1200" b="0">
                          <a:solidFill>
                            <a:srgbClr val="545759"/>
                          </a:solidFill>
                          <a:latin typeface="Arial"/>
                        </a:rPr>
                        <a:t>2</a:t>
                      </a:r>
                    </a:p>
                  </a:txBody>
                  <a:tcPr marL="73152" marR="73152" marT="27432" marB="27432" anchor="ctr">
                    <a:solidFill>
                      <a:srgbClr val="FFFFFF"/>
                    </a:solidFill>
                  </a:tcPr>
                </a:tc>
                <a:tc>
                  <a:txBody>
                    <a:bodyPr/>
                    <a:lstStyle/>
                    <a:p>
                      <a:pPr algn="ctr"/>
                      <a:r>
                        <a:rPr sz="1200" b="0">
                          <a:solidFill>
                            <a:srgbClr val="545759"/>
                          </a:solidFill>
                          <a:latin typeface="Arial"/>
                        </a:rPr>
                        <a:t>Absorption-ratio shift</a:t>
                      </a:r>
                    </a:p>
                  </a:txBody>
                  <a:tcPr marL="73152" marR="73152" marT="27432" marB="27432" anchor="ctr">
                    <a:solidFill>
                      <a:srgbClr val="FFFFFF"/>
                    </a:solidFill>
                  </a:tcPr>
                </a:tc>
                <a:tc>
                  <a:txBody>
                    <a:bodyPr/>
                    <a:lstStyle/>
                    <a:p>
                      <a:pPr algn="ctr"/>
                      <a:r>
                        <a:rPr sz="1200" b="0">
                          <a:solidFill>
                            <a:srgbClr val="545759"/>
                          </a:solidFill>
                          <a:latin typeface="Arial"/>
                        </a:rPr>
                        <a:t>Absorption-ratio shift</a:t>
                      </a:r>
                    </a:p>
                  </a:txBody>
                  <a:tcPr marL="73152" marR="73152" marT="27432" marB="27432" anchor="ctr">
                    <a:solidFill>
                      <a:srgbClr val="FFFFFF"/>
                    </a:solidFill>
                  </a:tcPr>
                </a:tc>
                <a:tc>
                  <a:txBody>
                    <a:bodyPr/>
                    <a:lstStyle/>
                    <a:p>
                      <a:pPr algn="ctr"/>
                      <a:r>
                        <a:rPr sz="1200" b="0">
                          <a:solidFill>
                            <a:srgbClr val="545759"/>
                          </a:solidFill>
                          <a:latin typeface="Arial"/>
                        </a:rPr>
                        <a:t>Absorption-ratio shift</a:t>
                      </a:r>
                    </a:p>
                  </a:txBody>
                  <a:tcPr marL="73152" marR="73152" marT="27432" marB="27432" anchor="ctr">
                    <a:solidFill>
                      <a:srgbClr val="FFFFFF"/>
                    </a:solidFill>
                  </a:tcPr>
                </a:tc>
                <a:tc>
                  <a:txBody>
                    <a:bodyPr/>
                    <a:lstStyle/>
                    <a:p>
                      <a:pPr algn="ctr"/>
                      <a:r>
                        <a:rPr sz="1200" b="0">
                          <a:solidFill>
                            <a:srgbClr val="545759"/>
                          </a:solidFill>
                          <a:latin typeface="Arial"/>
                        </a:rPr>
                        <a:t>Inflation</a:t>
                      </a:r>
                    </a:p>
                  </a:txBody>
                  <a:tcPr marL="73152" marR="73152" marT="27432" marB="27432" anchor="ctr">
                    <a:solidFill>
                      <a:srgbClr val="FFFFFF"/>
                    </a:solidFill>
                  </a:tcPr>
                </a:tc>
                <a:extLst>
                  <a:ext uri="{0D108BD9-81ED-4DB2-BD59-A6C34878D82A}">
                    <a16:rowId xmlns:a16="http://schemas.microsoft.com/office/drawing/2014/main" val="10003"/>
                  </a:ext>
                </a:extLst>
              </a:tr>
              <a:tr h="301752">
                <a:tc>
                  <a:txBody>
                    <a:bodyPr/>
                    <a:lstStyle/>
                    <a:p>
                      <a:pPr algn="l"/>
                      <a:r>
                        <a:rPr sz="1200" b="0">
                          <a:solidFill>
                            <a:srgbClr val="545759"/>
                          </a:solidFill>
                          <a:latin typeface="Arial"/>
                        </a:rPr>
                        <a:t>3</a:t>
                      </a:r>
                    </a:p>
                  </a:txBody>
                  <a:tcPr marL="73152" marR="73152" marT="27432" marB="27432" anchor="ctr">
                    <a:solidFill>
                      <a:srgbClr val="FFFFFF"/>
                    </a:solidFill>
                  </a:tcPr>
                </a:tc>
                <a:tc>
                  <a:txBody>
                    <a:bodyPr/>
                    <a:lstStyle/>
                    <a:p>
                      <a:pPr algn="ctr"/>
                      <a:r>
                        <a:rPr sz="1200" b="0">
                          <a:solidFill>
                            <a:srgbClr val="545759"/>
                          </a:solidFill>
                          <a:latin typeface="Arial"/>
                        </a:rPr>
                        <a:t>CAPE</a:t>
                      </a:r>
                    </a:p>
                  </a:txBody>
                  <a:tcPr marL="73152" marR="73152" marT="27432" marB="27432" anchor="ctr">
                    <a:solidFill>
                      <a:srgbClr val="FFFFFF"/>
                    </a:solidFill>
                  </a:tcPr>
                </a:tc>
                <a:tc>
                  <a:txBody>
                    <a:bodyPr/>
                    <a:lstStyle/>
                    <a:p>
                      <a:pPr algn="ctr"/>
                      <a:r>
                        <a:rPr sz="1200" b="0">
                          <a:solidFill>
                            <a:srgbClr val="545759"/>
                          </a:solidFill>
                          <a:latin typeface="Arial"/>
                        </a:rPr>
                        <a:t>CAPE</a:t>
                      </a:r>
                    </a:p>
                  </a:txBody>
                  <a:tcPr marL="73152" marR="73152" marT="27432" marB="27432" anchor="ctr">
                    <a:solidFill>
                      <a:srgbClr val="FFFFFF"/>
                    </a:solidFill>
                  </a:tcPr>
                </a:tc>
                <a:tc>
                  <a:txBody>
                    <a:bodyPr/>
                    <a:lstStyle/>
                    <a:p>
                      <a:pPr algn="ctr"/>
                      <a:r>
                        <a:rPr sz="1200" b="0">
                          <a:solidFill>
                            <a:srgbClr val="545759"/>
                          </a:solidFill>
                          <a:latin typeface="Arial"/>
                        </a:rPr>
                        <a:t>Industrial production</a:t>
                      </a:r>
                    </a:p>
                  </a:txBody>
                  <a:tcPr marL="73152" marR="73152" marT="27432" marB="27432" anchor="ctr">
                    <a:solidFill>
                      <a:srgbClr val="FFFFFF"/>
                    </a:solidFill>
                  </a:tcPr>
                </a:tc>
                <a:tc>
                  <a:txBody>
                    <a:bodyPr/>
                    <a:lstStyle/>
                    <a:p>
                      <a:pPr algn="ctr"/>
                      <a:r>
                        <a:rPr sz="1200" b="0">
                          <a:solidFill>
                            <a:srgbClr val="545759"/>
                          </a:solidFill>
                          <a:latin typeface="Arial"/>
                        </a:rPr>
                        <a:t>Credit spread</a:t>
                      </a:r>
                    </a:p>
                  </a:txBody>
                  <a:tcPr marL="73152" marR="73152" marT="27432" marB="27432" anchor="ctr">
                    <a:solidFill>
                      <a:srgbClr val="FFFFFF"/>
                    </a:solidFill>
                  </a:tcPr>
                </a:tc>
                <a:extLst>
                  <a:ext uri="{0D108BD9-81ED-4DB2-BD59-A6C34878D82A}">
                    <a16:rowId xmlns:a16="http://schemas.microsoft.com/office/drawing/2014/main" val="10004"/>
                  </a:ext>
                </a:extLst>
              </a:tr>
              <a:tr h="301752">
                <a:tc>
                  <a:txBody>
                    <a:bodyPr/>
                    <a:lstStyle/>
                    <a:p>
                      <a:pPr algn="l"/>
                      <a:r>
                        <a:rPr sz="1200" b="1">
                          <a:solidFill>
                            <a:srgbClr val="041D40"/>
                          </a:solidFill>
                          <a:latin typeface="Arial"/>
                        </a:rPr>
                        <a:t>Top five observations</a:t>
                      </a: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tc>
                  <a:txBody>
                    <a:bodyPr/>
                    <a:lstStyle/>
                    <a:p>
                      <a:pPr algn="ctr"/>
                      <a:endParaRPr/>
                    </a:p>
                  </a:txBody>
                  <a:tcPr marL="73152" marR="73152" marT="27432" marB="27432" anchor="ctr">
                    <a:solidFill>
                      <a:srgbClr val="E3E8EF"/>
                    </a:solidFill>
                  </a:tcPr>
                </a:tc>
                <a:extLst>
                  <a:ext uri="{0D108BD9-81ED-4DB2-BD59-A6C34878D82A}">
                    <a16:rowId xmlns:a16="http://schemas.microsoft.com/office/drawing/2014/main" val="10005"/>
                  </a:ext>
                </a:extLst>
              </a:tr>
              <a:tr h="301752">
                <a:tc>
                  <a:txBody>
                    <a:bodyPr/>
                    <a:lstStyle/>
                    <a:p>
                      <a:pPr algn="l"/>
                      <a:r>
                        <a:rPr sz="1200" b="0">
                          <a:solidFill>
                            <a:srgbClr val="545759"/>
                          </a:solidFill>
                          <a:latin typeface="Arial"/>
                        </a:rPr>
                        <a:t>1</a:t>
                      </a:r>
                    </a:p>
                  </a:txBody>
                  <a:tcPr marL="73152" marR="73152" marT="27432" marB="27432" anchor="ctr">
                    <a:solidFill>
                      <a:srgbClr val="FFFFFF"/>
                    </a:solidFill>
                  </a:tcPr>
                </a:tc>
                <a:tc>
                  <a:txBody>
                    <a:bodyPr/>
                    <a:lstStyle/>
                    <a:p>
                      <a:pPr algn="ctr"/>
                      <a:r>
                        <a:rPr sz="1200" b="0">
                          <a:solidFill>
                            <a:srgbClr val="545759"/>
                          </a:solidFill>
                          <a:latin typeface="Arial"/>
                        </a:rPr>
                        <a:t>Oct 1937  (5%)</a:t>
                      </a:r>
                    </a:p>
                  </a:txBody>
                  <a:tcPr marL="73152" marR="73152" marT="27432" marB="27432" anchor="ctr">
                    <a:solidFill>
                      <a:srgbClr val="FFFFFF"/>
                    </a:solidFill>
                  </a:tcPr>
                </a:tc>
                <a:tc>
                  <a:txBody>
                    <a:bodyPr/>
                    <a:lstStyle/>
                    <a:p>
                      <a:pPr algn="ctr"/>
                      <a:r>
                        <a:rPr sz="1200" b="0">
                          <a:solidFill>
                            <a:srgbClr val="545759"/>
                          </a:solidFill>
                          <a:latin typeface="Arial"/>
                        </a:rPr>
                        <a:t>Oct 1937  (6%)</a:t>
                      </a:r>
                    </a:p>
                  </a:txBody>
                  <a:tcPr marL="73152" marR="73152" marT="27432" marB="27432" anchor="ctr">
                    <a:solidFill>
                      <a:srgbClr val="FFFFFF"/>
                    </a:solidFill>
                  </a:tcPr>
                </a:tc>
                <a:tc>
                  <a:txBody>
                    <a:bodyPr/>
                    <a:lstStyle/>
                    <a:p>
                      <a:pPr algn="ctr"/>
                      <a:r>
                        <a:rPr sz="1200" b="0">
                          <a:solidFill>
                            <a:srgbClr val="545759"/>
                          </a:solidFill>
                          <a:latin typeface="Arial"/>
                        </a:rPr>
                        <a:t>Oct 2008  (9%)</a:t>
                      </a:r>
                    </a:p>
                  </a:txBody>
                  <a:tcPr marL="73152" marR="73152" marT="27432" marB="27432" anchor="ctr">
                    <a:solidFill>
                      <a:srgbClr val="FFFFFF"/>
                    </a:solidFill>
                  </a:tcPr>
                </a:tc>
                <a:tc>
                  <a:txBody>
                    <a:bodyPr/>
                    <a:lstStyle/>
                    <a:p>
                      <a:pPr algn="ctr"/>
                      <a:r>
                        <a:rPr sz="1200" b="0">
                          <a:solidFill>
                            <a:srgbClr val="545759"/>
                          </a:solidFill>
                          <a:latin typeface="Arial"/>
                        </a:rPr>
                        <a:t>Mar 2022  (4%)</a:t>
                      </a:r>
                    </a:p>
                  </a:txBody>
                  <a:tcPr marL="73152" marR="73152" marT="27432" marB="27432" anchor="ctr">
                    <a:solidFill>
                      <a:srgbClr val="FFFFFF"/>
                    </a:solidFill>
                  </a:tcPr>
                </a:tc>
                <a:extLst>
                  <a:ext uri="{0D108BD9-81ED-4DB2-BD59-A6C34878D82A}">
                    <a16:rowId xmlns:a16="http://schemas.microsoft.com/office/drawing/2014/main" val="10006"/>
                  </a:ext>
                </a:extLst>
              </a:tr>
              <a:tr h="301752">
                <a:tc>
                  <a:txBody>
                    <a:bodyPr/>
                    <a:lstStyle/>
                    <a:p>
                      <a:pPr algn="l"/>
                      <a:r>
                        <a:rPr sz="1200" b="0">
                          <a:solidFill>
                            <a:srgbClr val="545759"/>
                          </a:solidFill>
                          <a:latin typeface="Arial"/>
                        </a:rPr>
                        <a:t>2</a:t>
                      </a:r>
                    </a:p>
                  </a:txBody>
                  <a:tcPr marL="73152" marR="73152" marT="27432" marB="27432" anchor="ctr">
                    <a:solidFill>
                      <a:srgbClr val="FFFFFF"/>
                    </a:solidFill>
                  </a:tcPr>
                </a:tc>
                <a:tc>
                  <a:txBody>
                    <a:bodyPr/>
                    <a:lstStyle/>
                    <a:p>
                      <a:pPr algn="ctr"/>
                      <a:r>
                        <a:rPr sz="1200" b="0">
                          <a:solidFill>
                            <a:srgbClr val="545759"/>
                          </a:solidFill>
                          <a:latin typeface="Arial"/>
                        </a:rPr>
                        <a:t>May 1998  (5%)</a:t>
                      </a:r>
                    </a:p>
                  </a:txBody>
                  <a:tcPr marL="73152" marR="73152" marT="27432" marB="27432" anchor="ctr">
                    <a:solidFill>
                      <a:srgbClr val="FFFFFF"/>
                    </a:solidFill>
                  </a:tcPr>
                </a:tc>
                <a:tc>
                  <a:txBody>
                    <a:bodyPr/>
                    <a:lstStyle/>
                    <a:p>
                      <a:pPr algn="ctr"/>
                      <a:r>
                        <a:rPr sz="1200" b="0">
                          <a:solidFill>
                            <a:srgbClr val="545759"/>
                          </a:solidFill>
                          <a:latin typeface="Arial"/>
                        </a:rPr>
                        <a:t>Dec 1937  (4%)</a:t>
                      </a:r>
                    </a:p>
                  </a:txBody>
                  <a:tcPr marL="73152" marR="73152" marT="27432" marB="27432" anchor="ctr">
                    <a:solidFill>
                      <a:srgbClr val="FFFFFF"/>
                    </a:solidFill>
                  </a:tcPr>
                </a:tc>
                <a:tc>
                  <a:txBody>
                    <a:bodyPr/>
                    <a:lstStyle/>
                    <a:p>
                      <a:pPr algn="ctr"/>
                      <a:r>
                        <a:rPr sz="1200" b="0">
                          <a:solidFill>
                            <a:srgbClr val="545759"/>
                          </a:solidFill>
                          <a:latin typeface="Arial"/>
                        </a:rPr>
                        <a:t>Sep 2008  (8%)</a:t>
                      </a:r>
                    </a:p>
                  </a:txBody>
                  <a:tcPr marL="73152" marR="73152" marT="27432" marB="27432" anchor="ctr">
                    <a:solidFill>
                      <a:srgbClr val="FFFFFF"/>
                    </a:solidFill>
                  </a:tcPr>
                </a:tc>
                <a:tc>
                  <a:txBody>
                    <a:bodyPr/>
                    <a:lstStyle/>
                    <a:p>
                      <a:pPr algn="ctr"/>
                      <a:r>
                        <a:rPr sz="1200" b="0">
                          <a:solidFill>
                            <a:srgbClr val="545759"/>
                          </a:solidFill>
                          <a:latin typeface="Arial"/>
                        </a:rPr>
                        <a:t>Sep 2008  (4%)</a:t>
                      </a:r>
                    </a:p>
                  </a:txBody>
                  <a:tcPr marL="73152" marR="73152" marT="27432" marB="27432" anchor="ctr">
                    <a:solidFill>
                      <a:srgbClr val="FFFFFF"/>
                    </a:solidFill>
                  </a:tcPr>
                </a:tc>
                <a:extLst>
                  <a:ext uri="{0D108BD9-81ED-4DB2-BD59-A6C34878D82A}">
                    <a16:rowId xmlns:a16="http://schemas.microsoft.com/office/drawing/2014/main" val="10007"/>
                  </a:ext>
                </a:extLst>
              </a:tr>
              <a:tr h="301752">
                <a:tc>
                  <a:txBody>
                    <a:bodyPr/>
                    <a:lstStyle/>
                    <a:p>
                      <a:pPr algn="l"/>
                      <a:r>
                        <a:rPr sz="1200" b="0">
                          <a:solidFill>
                            <a:srgbClr val="545759"/>
                          </a:solidFill>
                          <a:latin typeface="Arial"/>
                        </a:rPr>
                        <a:t>3</a:t>
                      </a:r>
                    </a:p>
                  </a:txBody>
                  <a:tcPr marL="73152" marR="73152" marT="27432" marB="27432" anchor="ctr">
                    <a:solidFill>
                      <a:srgbClr val="FFFFFF"/>
                    </a:solidFill>
                  </a:tcPr>
                </a:tc>
                <a:tc>
                  <a:txBody>
                    <a:bodyPr/>
                    <a:lstStyle/>
                    <a:p>
                      <a:pPr algn="ctr"/>
                      <a:r>
                        <a:rPr sz="1200" b="0">
                          <a:solidFill>
                            <a:srgbClr val="545759"/>
                          </a:solidFill>
                          <a:latin typeface="Arial"/>
                        </a:rPr>
                        <a:t>Dec 1937  (5%)</a:t>
                      </a:r>
                    </a:p>
                  </a:txBody>
                  <a:tcPr marL="73152" marR="73152" marT="27432" marB="27432" anchor="ctr">
                    <a:solidFill>
                      <a:srgbClr val="FFFFFF"/>
                    </a:solidFill>
                  </a:tcPr>
                </a:tc>
                <a:tc>
                  <a:txBody>
                    <a:bodyPr/>
                    <a:lstStyle/>
                    <a:p>
                      <a:pPr algn="ctr"/>
                      <a:r>
                        <a:rPr sz="1200" b="0">
                          <a:solidFill>
                            <a:srgbClr val="545759"/>
                          </a:solidFill>
                          <a:latin typeface="Arial"/>
                        </a:rPr>
                        <a:t>Sep 1937  (4%)</a:t>
                      </a:r>
                    </a:p>
                  </a:txBody>
                  <a:tcPr marL="73152" marR="73152" marT="27432" marB="27432" anchor="ctr">
                    <a:solidFill>
                      <a:srgbClr val="FFFFFF"/>
                    </a:solidFill>
                  </a:tcPr>
                </a:tc>
                <a:tc>
                  <a:txBody>
                    <a:bodyPr/>
                    <a:lstStyle/>
                    <a:p>
                      <a:pPr algn="ctr"/>
                      <a:r>
                        <a:rPr sz="1200" b="0">
                          <a:solidFill>
                            <a:srgbClr val="545759"/>
                          </a:solidFill>
                          <a:latin typeface="Arial"/>
                        </a:rPr>
                        <a:t>Nov 2008  (7%)</a:t>
                      </a:r>
                    </a:p>
                  </a:txBody>
                  <a:tcPr marL="73152" marR="73152" marT="27432" marB="27432" anchor="ctr">
                    <a:solidFill>
                      <a:srgbClr val="FFFFFF"/>
                    </a:solidFill>
                  </a:tcPr>
                </a:tc>
                <a:tc>
                  <a:txBody>
                    <a:bodyPr/>
                    <a:lstStyle/>
                    <a:p>
                      <a:pPr algn="ctr"/>
                      <a:r>
                        <a:rPr sz="1200" b="0">
                          <a:solidFill>
                            <a:srgbClr val="545759"/>
                          </a:solidFill>
                          <a:latin typeface="Arial"/>
                        </a:rPr>
                        <a:t>Apr 1974  (4%)</a:t>
                      </a:r>
                    </a:p>
                  </a:txBody>
                  <a:tcPr marL="73152" marR="73152" marT="27432" marB="27432" anchor="ctr">
                    <a:solidFill>
                      <a:srgbClr val="FFFFFF"/>
                    </a:solidFill>
                  </a:tcPr>
                </a:tc>
                <a:extLst>
                  <a:ext uri="{0D108BD9-81ED-4DB2-BD59-A6C34878D82A}">
                    <a16:rowId xmlns:a16="http://schemas.microsoft.com/office/drawing/2014/main" val="10008"/>
                  </a:ext>
                </a:extLst>
              </a:tr>
              <a:tr h="301752">
                <a:tc>
                  <a:txBody>
                    <a:bodyPr/>
                    <a:lstStyle/>
                    <a:p>
                      <a:pPr algn="l"/>
                      <a:r>
                        <a:rPr sz="1200" b="0">
                          <a:solidFill>
                            <a:srgbClr val="545759"/>
                          </a:solidFill>
                          <a:latin typeface="Arial"/>
                        </a:rPr>
                        <a:t>4</a:t>
                      </a:r>
                    </a:p>
                  </a:txBody>
                  <a:tcPr marL="73152" marR="73152" marT="27432" marB="27432" anchor="ctr">
                    <a:solidFill>
                      <a:srgbClr val="FFFFFF"/>
                    </a:solidFill>
                  </a:tcPr>
                </a:tc>
                <a:tc>
                  <a:txBody>
                    <a:bodyPr/>
                    <a:lstStyle/>
                    <a:p>
                      <a:pPr algn="ctr"/>
                      <a:r>
                        <a:rPr sz="1200" b="0">
                          <a:solidFill>
                            <a:srgbClr val="545759"/>
                          </a:solidFill>
                          <a:latin typeface="Arial"/>
                        </a:rPr>
                        <a:t>Sep 1937  (4%)</a:t>
                      </a:r>
                    </a:p>
                  </a:txBody>
                  <a:tcPr marL="73152" marR="73152" marT="27432" marB="27432" anchor="ctr">
                    <a:solidFill>
                      <a:srgbClr val="FFFFFF"/>
                    </a:solidFill>
                  </a:tcPr>
                </a:tc>
                <a:tc>
                  <a:txBody>
                    <a:bodyPr/>
                    <a:lstStyle/>
                    <a:p>
                      <a:pPr algn="ctr"/>
                      <a:r>
                        <a:rPr sz="1200" b="0">
                          <a:solidFill>
                            <a:srgbClr val="545759"/>
                          </a:solidFill>
                          <a:latin typeface="Arial"/>
                        </a:rPr>
                        <a:t>Nov 1931  (4%)</a:t>
                      </a:r>
                    </a:p>
                  </a:txBody>
                  <a:tcPr marL="73152" marR="73152" marT="27432" marB="27432" anchor="ctr">
                    <a:solidFill>
                      <a:srgbClr val="FFFFFF"/>
                    </a:solidFill>
                  </a:tcPr>
                </a:tc>
                <a:tc>
                  <a:txBody>
                    <a:bodyPr/>
                    <a:lstStyle/>
                    <a:p>
                      <a:pPr algn="ctr"/>
                      <a:r>
                        <a:rPr sz="1200" b="0">
                          <a:solidFill>
                            <a:srgbClr val="545759"/>
                          </a:solidFill>
                          <a:latin typeface="Arial"/>
                        </a:rPr>
                        <a:t>Dec 2008  (4%)</a:t>
                      </a:r>
                    </a:p>
                  </a:txBody>
                  <a:tcPr marL="73152" marR="73152" marT="27432" marB="27432" anchor="ctr">
                    <a:solidFill>
                      <a:srgbClr val="FFFFFF"/>
                    </a:solidFill>
                  </a:tcPr>
                </a:tc>
                <a:tc>
                  <a:txBody>
                    <a:bodyPr/>
                    <a:lstStyle/>
                    <a:p>
                      <a:pPr algn="ctr"/>
                      <a:r>
                        <a:rPr sz="1200" b="0">
                          <a:solidFill>
                            <a:srgbClr val="545759"/>
                          </a:solidFill>
                          <a:latin typeface="Arial"/>
                        </a:rPr>
                        <a:t>Aug 2000  (3%)</a:t>
                      </a:r>
                    </a:p>
                  </a:txBody>
                  <a:tcPr marL="73152" marR="73152" marT="27432" marB="27432" anchor="ctr">
                    <a:solidFill>
                      <a:srgbClr val="FFFFFF"/>
                    </a:solidFill>
                  </a:tcPr>
                </a:tc>
                <a:extLst>
                  <a:ext uri="{0D108BD9-81ED-4DB2-BD59-A6C34878D82A}">
                    <a16:rowId xmlns:a16="http://schemas.microsoft.com/office/drawing/2014/main" val="10009"/>
                  </a:ext>
                </a:extLst>
              </a:tr>
              <a:tr h="301752">
                <a:tc>
                  <a:txBody>
                    <a:bodyPr/>
                    <a:lstStyle/>
                    <a:p>
                      <a:pPr algn="l"/>
                      <a:r>
                        <a:rPr sz="1200" b="0">
                          <a:solidFill>
                            <a:srgbClr val="545759"/>
                          </a:solidFill>
                          <a:latin typeface="Arial"/>
                        </a:rPr>
                        <a:t>5</a:t>
                      </a:r>
                    </a:p>
                  </a:txBody>
                  <a:tcPr marL="73152" marR="73152" marT="27432" marB="27432" anchor="ctr">
                    <a:solidFill>
                      <a:srgbClr val="FFFFFF"/>
                    </a:solidFill>
                  </a:tcPr>
                </a:tc>
                <a:tc>
                  <a:txBody>
                    <a:bodyPr/>
                    <a:lstStyle/>
                    <a:p>
                      <a:pPr algn="ctr"/>
                      <a:r>
                        <a:rPr sz="1200" b="0">
                          <a:solidFill>
                            <a:srgbClr val="545759"/>
                          </a:solidFill>
                          <a:latin typeface="Arial"/>
                        </a:rPr>
                        <a:t>Feb 1938  (4%)</a:t>
                      </a:r>
                    </a:p>
                  </a:txBody>
                  <a:tcPr marL="73152" marR="73152" marT="27432" marB="27432" anchor="ctr">
                    <a:solidFill>
                      <a:srgbClr val="FFFFFF"/>
                    </a:solidFill>
                  </a:tcPr>
                </a:tc>
                <a:tc>
                  <a:txBody>
                    <a:bodyPr/>
                    <a:lstStyle/>
                    <a:p>
                      <a:pPr algn="ctr"/>
                      <a:r>
                        <a:rPr sz="1200" b="0">
                          <a:solidFill>
                            <a:srgbClr val="545759"/>
                          </a:solidFill>
                          <a:latin typeface="Arial"/>
                        </a:rPr>
                        <a:t>Oct 1931  (4%)</a:t>
                      </a:r>
                    </a:p>
                  </a:txBody>
                  <a:tcPr marL="73152" marR="73152" marT="27432" marB="27432" anchor="ctr">
                    <a:solidFill>
                      <a:srgbClr val="FFFFFF"/>
                    </a:solidFill>
                  </a:tcPr>
                </a:tc>
                <a:tc>
                  <a:txBody>
                    <a:bodyPr/>
                    <a:lstStyle/>
                    <a:p>
                      <a:pPr algn="ctr"/>
                      <a:r>
                        <a:rPr sz="1200" b="0">
                          <a:solidFill>
                            <a:srgbClr val="545759"/>
                          </a:solidFill>
                          <a:latin typeface="Arial"/>
                        </a:rPr>
                        <a:t>Sep 1932  (3%)</a:t>
                      </a:r>
                    </a:p>
                  </a:txBody>
                  <a:tcPr marL="73152" marR="73152" marT="27432" marB="27432" anchor="ctr">
                    <a:solidFill>
                      <a:srgbClr val="FFFFFF"/>
                    </a:solidFill>
                  </a:tcPr>
                </a:tc>
                <a:tc>
                  <a:txBody>
                    <a:bodyPr/>
                    <a:lstStyle/>
                    <a:p>
                      <a:pPr algn="ctr"/>
                      <a:r>
                        <a:rPr sz="1200" b="0">
                          <a:solidFill>
                            <a:srgbClr val="545759"/>
                          </a:solidFill>
                          <a:latin typeface="Arial"/>
                        </a:rPr>
                        <a:t>May 1974  (3%)</a:t>
                      </a:r>
                    </a:p>
                  </a:txBody>
                  <a:tcPr marL="73152" marR="73152" marT="27432" marB="27432" anchor="ctr">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Different predictors matter in different crises</a:t>
            </a:r>
          </a:p>
        </p:txBody>
      </p:sp>
      <p:pic>
        <p:nvPicPr>
          <p:cNvPr id="3" name="Picture 2" descr="rbp_crisis_predictors.png"/>
          <p:cNvPicPr>
            <a:picLocks noChangeAspect="1"/>
          </p:cNvPicPr>
          <p:nvPr/>
        </p:nvPicPr>
        <p:blipFill>
          <a:blip r:embed="rId2"/>
          <a:stretch>
            <a:fillRect/>
          </a:stretch>
        </p:blipFill>
        <p:spPr>
          <a:xfrm>
            <a:off x="685800" y="1325880"/>
            <a:ext cx="6194323" cy="4572000"/>
          </a:xfrm>
          <a:prstGeom prst="rect">
            <a:avLst/>
          </a:prstGeom>
        </p:spPr>
      </p:pic>
      <p:sp>
        <p:nvSpPr>
          <p:cNvPr id="4" name="TextBox 3"/>
          <p:cNvSpPr txBox="1"/>
          <p:nvPr/>
        </p:nvSpPr>
        <p:spPr>
          <a:xfrm>
            <a:off x="7315200" y="1600200"/>
            <a:ext cx="4206240" cy="1836400"/>
          </a:xfrm>
          <a:prstGeom prst="rect">
            <a:avLst/>
          </a:prstGeom>
          <a:noFill/>
        </p:spPr>
        <p:txBody>
          <a:bodyPr wrap="square" lIns="0" tIns="0" rIns="0" bIns="0" anchor="t">
            <a:spAutoFit/>
          </a:bodyPr>
          <a:lstStyle/>
          <a:p>
            <a:pPr algn="l">
              <a:spcAft>
                <a:spcPts val="1000"/>
              </a:spcAft>
            </a:pPr>
            <a:r>
              <a:rPr sz="1600" b="1" dirty="0">
                <a:solidFill>
                  <a:srgbClr val="041D40"/>
                </a:solidFill>
                <a:latin typeface="Arial"/>
              </a:rPr>
              <a:t>Rank by Impact on Fit</a:t>
            </a:r>
          </a:p>
          <a:p>
            <a:pPr marL="228600" indent="-228600" algn="l">
              <a:spcAft>
                <a:spcPts val="1000"/>
              </a:spcAft>
              <a:buChar char="•"/>
            </a:pPr>
            <a:r>
              <a:rPr sz="1400" b="0" dirty="0">
                <a:solidFill>
                  <a:srgbClr val="545759"/>
                </a:solidFill>
                <a:latin typeface="Arial"/>
              </a:rPr>
              <a:t>Absorption-ratio shift</a:t>
            </a:r>
            <a:r>
              <a:rPr lang="en-US" sz="1400" dirty="0">
                <a:solidFill>
                  <a:srgbClr val="545759"/>
                </a:solidFill>
                <a:latin typeface="Arial"/>
              </a:rPr>
              <a:t>: consistently top 2</a:t>
            </a:r>
            <a:endParaRPr sz="1400" b="0" dirty="0">
              <a:solidFill>
                <a:srgbClr val="545759"/>
              </a:solidFill>
              <a:latin typeface="Arial"/>
            </a:endParaRPr>
          </a:p>
          <a:p>
            <a:pPr marL="228600" indent="-228600" algn="l">
              <a:spcAft>
                <a:spcPts val="1000"/>
              </a:spcAft>
              <a:buChar char="•"/>
            </a:pPr>
            <a:r>
              <a:rPr sz="1400" b="0" dirty="0">
                <a:solidFill>
                  <a:srgbClr val="545759"/>
                </a:solidFill>
                <a:latin typeface="Arial"/>
              </a:rPr>
              <a:t>GFC: </a:t>
            </a:r>
            <a:r>
              <a:rPr lang="en-US" sz="1400" b="0" dirty="0">
                <a:solidFill>
                  <a:srgbClr val="545759"/>
                </a:solidFill>
                <a:latin typeface="Arial"/>
              </a:rPr>
              <a:t>Past Return dominates</a:t>
            </a:r>
            <a:endParaRPr sz="1400" b="0" dirty="0">
              <a:solidFill>
                <a:srgbClr val="545759"/>
              </a:solidFill>
              <a:latin typeface="Arial"/>
            </a:endParaRPr>
          </a:p>
          <a:p>
            <a:pPr marL="228600" indent="-228600" algn="l">
              <a:spcAft>
                <a:spcPts val="1000"/>
              </a:spcAft>
              <a:buChar char="•"/>
            </a:pPr>
            <a:r>
              <a:rPr sz="1400" b="0" dirty="0">
                <a:solidFill>
                  <a:srgbClr val="545759"/>
                </a:solidFill>
                <a:latin typeface="Arial"/>
              </a:rPr>
              <a:t>COVID: GARCH </a:t>
            </a:r>
            <a:r>
              <a:rPr lang="en-US" sz="1400" b="0" dirty="0">
                <a:solidFill>
                  <a:srgbClr val="545759"/>
                </a:solidFill>
                <a:latin typeface="Arial"/>
              </a:rPr>
              <a:t>Volatility dominates</a:t>
            </a:r>
            <a:endParaRPr sz="1400" b="0" dirty="0">
              <a:solidFill>
                <a:srgbClr val="545759"/>
              </a:solidFill>
              <a:latin typeface="Arial"/>
            </a:endParaRPr>
          </a:p>
          <a:p>
            <a:pPr marL="228600" indent="-228600" algn="l">
              <a:spcAft>
                <a:spcPts val="1000"/>
              </a:spcAft>
              <a:buChar char="•"/>
            </a:pPr>
            <a:r>
              <a:rPr sz="1400" b="0" dirty="0">
                <a:solidFill>
                  <a:srgbClr val="545759"/>
                </a:solidFill>
                <a:latin typeface="Arial"/>
              </a:rPr>
              <a:t>Post-COVID: </a:t>
            </a:r>
            <a:r>
              <a:rPr lang="en-US" sz="1400" b="0" dirty="0">
                <a:solidFill>
                  <a:srgbClr val="545759"/>
                </a:solidFill>
                <a:latin typeface="Arial"/>
              </a:rPr>
              <a:t>CAPE and Inflation show outsized importance</a:t>
            </a:r>
            <a:endParaRPr sz="1400" b="0" dirty="0">
              <a:solidFill>
                <a:srgbClr val="545759"/>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regression misses</a:t>
            </a:r>
          </a:p>
        </p:txBody>
      </p:sp>
      <p:pic>
        <p:nvPicPr>
          <p:cNvPr id="3" name="Picture 2" descr="rbp_vs_logit_predictors.png"/>
          <p:cNvPicPr>
            <a:picLocks noChangeAspect="1"/>
          </p:cNvPicPr>
          <p:nvPr/>
        </p:nvPicPr>
        <p:blipFill>
          <a:blip r:embed="rId2"/>
          <a:stretch>
            <a:fillRect/>
          </a:stretch>
        </p:blipFill>
        <p:spPr>
          <a:xfrm>
            <a:off x="685800" y="1325880"/>
            <a:ext cx="7700962" cy="4480560"/>
          </a:xfrm>
          <a:prstGeom prst="rect">
            <a:avLst/>
          </a:prstGeom>
        </p:spPr>
      </p:pic>
      <p:sp>
        <p:nvSpPr>
          <p:cNvPr id="4" name="TextBox 3"/>
          <p:cNvSpPr txBox="1"/>
          <p:nvPr/>
        </p:nvSpPr>
        <p:spPr>
          <a:xfrm>
            <a:off x="8641080" y="1600200"/>
            <a:ext cx="2880360" cy="1831271"/>
          </a:xfrm>
          <a:prstGeom prst="rect">
            <a:avLst/>
          </a:prstGeom>
          <a:noFill/>
        </p:spPr>
        <p:txBody>
          <a:bodyPr wrap="square" lIns="0" tIns="0" rIns="0" bIns="0" anchor="t">
            <a:spAutoFit/>
          </a:bodyPr>
          <a:lstStyle/>
          <a:p>
            <a:pPr algn="l">
              <a:spcAft>
                <a:spcPts val="1000"/>
              </a:spcAft>
            </a:pPr>
            <a:r>
              <a:rPr sz="1600" b="1" dirty="0">
                <a:solidFill>
                  <a:srgbClr val="041D40"/>
                </a:solidFill>
                <a:latin typeface="Arial"/>
              </a:rPr>
              <a:t>One t-statistic per predictor</a:t>
            </a:r>
          </a:p>
          <a:p>
            <a:pPr marL="228600" indent="-228600" algn="l">
              <a:spcAft>
                <a:spcPts val="1000"/>
              </a:spcAft>
              <a:buChar char="•"/>
            </a:pPr>
            <a:r>
              <a:rPr sz="1300" b="0" dirty="0">
                <a:solidFill>
                  <a:srgbClr val="545759"/>
                </a:solidFill>
                <a:latin typeface="Arial"/>
              </a:rPr>
              <a:t>Inflation: </a:t>
            </a:r>
            <a:r>
              <a:rPr lang="en-US" sz="1300" b="0" dirty="0">
                <a:solidFill>
                  <a:srgbClr val="545759"/>
                </a:solidFill>
                <a:latin typeface="Arial"/>
              </a:rPr>
              <a:t>Logit’s strongest predictor, varying importance in RBP</a:t>
            </a:r>
            <a:endParaRPr sz="1300" b="0" dirty="0">
              <a:solidFill>
                <a:srgbClr val="545759"/>
              </a:solidFill>
              <a:latin typeface="Arial"/>
            </a:endParaRPr>
          </a:p>
          <a:p>
            <a:pPr marL="228600" indent="-228600" algn="l">
              <a:spcAft>
                <a:spcPts val="1000"/>
              </a:spcAft>
              <a:buChar char="•"/>
            </a:pPr>
            <a:r>
              <a:rPr sz="1300" b="0" dirty="0">
                <a:solidFill>
                  <a:srgbClr val="545759"/>
                </a:solidFill>
                <a:latin typeface="Arial"/>
              </a:rPr>
              <a:t>Turbulence: </a:t>
            </a:r>
            <a:r>
              <a:rPr lang="en-US" sz="1300" dirty="0">
                <a:solidFill>
                  <a:srgbClr val="545759"/>
                </a:solidFill>
                <a:latin typeface="Arial"/>
              </a:rPr>
              <a:t>Low t-statistic versus RBP’s importance</a:t>
            </a:r>
            <a:endParaRPr sz="1300" b="0" dirty="0">
              <a:solidFill>
                <a:srgbClr val="545759"/>
              </a:solidFill>
              <a:latin typeface="Arial"/>
            </a:endParaRPr>
          </a:p>
          <a:p>
            <a:pPr marL="228600" indent="-228600" algn="l">
              <a:spcAft>
                <a:spcPts val="1000"/>
              </a:spcAft>
              <a:buChar char="•"/>
            </a:pPr>
            <a:r>
              <a:rPr sz="1300" b="0" dirty="0">
                <a:solidFill>
                  <a:srgbClr val="545759"/>
                </a:solidFill>
                <a:latin typeface="Arial"/>
              </a:rPr>
              <a:t>Only 3 of 13 predictors with |t| ≥ 1.96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TextBox 2"/>
          <p:cNvSpPr txBox="1"/>
          <p:nvPr/>
        </p:nvSpPr>
        <p:spPr>
          <a:xfrm>
            <a:off x="685800" y="1325880"/>
            <a:ext cx="10789920" cy="261610"/>
          </a:xfrm>
          <a:prstGeom prst="rect">
            <a:avLst/>
          </a:prstGeom>
          <a:noFill/>
        </p:spPr>
        <p:txBody>
          <a:bodyPr wrap="square" lIns="0" tIns="0" rIns="0" bIns="0" anchor="t">
            <a:spAutoFit/>
          </a:bodyPr>
          <a:lstStyle/>
          <a:p>
            <a:pPr algn="l">
              <a:spcAft>
                <a:spcPts val="600"/>
              </a:spcAft>
            </a:pPr>
            <a:r>
              <a:rPr lang="en-US" sz="1700" b="1" dirty="0">
                <a:solidFill>
                  <a:srgbClr val="041D40"/>
                </a:solidFill>
                <a:latin typeface="Arial"/>
              </a:rPr>
              <a:t>RBP proved to be the most protective model against drawdowns</a:t>
            </a:r>
            <a:endParaRPr sz="1700" b="1" dirty="0">
              <a:solidFill>
                <a:srgbClr val="041D40"/>
              </a:solidFill>
              <a:latin typeface="Arial"/>
            </a:endParaRPr>
          </a:p>
        </p:txBody>
      </p:sp>
      <p:sp>
        <p:nvSpPr>
          <p:cNvPr id="4" name="Rectangle 3"/>
          <p:cNvSpPr/>
          <p:nvPr/>
        </p:nvSpPr>
        <p:spPr>
          <a:xfrm>
            <a:off x="685800" y="2011680"/>
            <a:ext cx="53035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240280"/>
            <a:ext cx="4754880" cy="457200"/>
          </a:xfrm>
          <a:prstGeom prst="rect">
            <a:avLst/>
          </a:prstGeom>
          <a:noFill/>
        </p:spPr>
        <p:txBody>
          <a:bodyPr wrap="square" lIns="0" tIns="0" rIns="0" bIns="0" anchor="t">
            <a:spAutoFit/>
          </a:bodyPr>
          <a:lstStyle/>
          <a:p>
            <a:pPr algn="l">
              <a:spcAft>
                <a:spcPts val="600"/>
              </a:spcAft>
            </a:pPr>
            <a:r>
              <a:rPr sz="1700" b="1" dirty="0">
                <a:solidFill>
                  <a:srgbClr val="041D40"/>
                </a:solidFill>
                <a:latin typeface="Arial"/>
              </a:rPr>
              <a:t>Most losses warned of</a:t>
            </a:r>
          </a:p>
        </p:txBody>
      </p:sp>
      <p:sp>
        <p:nvSpPr>
          <p:cNvPr id="6" name="TextBox 5"/>
          <p:cNvSpPr txBox="1"/>
          <p:nvPr/>
        </p:nvSpPr>
        <p:spPr>
          <a:xfrm>
            <a:off x="960120" y="2788920"/>
            <a:ext cx="4754880" cy="430887"/>
          </a:xfrm>
          <a:prstGeom prst="rect">
            <a:avLst/>
          </a:prstGeom>
          <a:noFill/>
        </p:spPr>
        <p:txBody>
          <a:bodyPr wrap="square" lIns="0" tIns="0" rIns="0" bIns="0" anchor="t">
            <a:spAutoFit/>
          </a:bodyPr>
          <a:lstStyle/>
          <a:p>
            <a:pPr algn="l">
              <a:spcAft>
                <a:spcPts val="600"/>
              </a:spcAft>
            </a:pPr>
            <a:r>
              <a:rPr sz="1400" b="0" dirty="0">
                <a:solidFill>
                  <a:srgbClr val="545759"/>
                </a:solidFill>
                <a:latin typeface="Arial"/>
              </a:rPr>
              <a:t>14 of 21 losses preceded by a warning at 10%, against 7 at most for the regressions and machine learnin</a:t>
            </a:r>
            <a:r>
              <a:rPr lang="en-US" sz="1400" b="0" dirty="0">
                <a:solidFill>
                  <a:srgbClr val="545759"/>
                </a:solidFill>
                <a:latin typeface="Arial"/>
              </a:rPr>
              <a:t>g</a:t>
            </a:r>
            <a:endParaRPr sz="1400" b="0" dirty="0">
              <a:solidFill>
                <a:srgbClr val="545759"/>
              </a:solidFill>
              <a:latin typeface="Arial"/>
            </a:endParaRPr>
          </a:p>
        </p:txBody>
      </p:sp>
      <p:sp>
        <p:nvSpPr>
          <p:cNvPr id="7" name="Rectangle 6"/>
          <p:cNvSpPr/>
          <p:nvPr/>
        </p:nvSpPr>
        <p:spPr>
          <a:xfrm>
            <a:off x="6172200" y="2011680"/>
            <a:ext cx="53035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2240280"/>
            <a:ext cx="4754880" cy="457200"/>
          </a:xfrm>
          <a:prstGeom prst="rect">
            <a:avLst/>
          </a:prstGeom>
          <a:noFill/>
        </p:spPr>
        <p:txBody>
          <a:bodyPr wrap="square" lIns="0" tIns="0" rIns="0" bIns="0" anchor="t">
            <a:spAutoFit/>
          </a:bodyPr>
          <a:lstStyle/>
          <a:p>
            <a:pPr algn="l">
              <a:spcAft>
                <a:spcPts val="600"/>
              </a:spcAft>
            </a:pPr>
            <a:r>
              <a:rPr sz="1700" b="1">
                <a:solidFill>
                  <a:srgbClr val="041D40"/>
                </a:solidFill>
                <a:latin typeface="Arial"/>
              </a:rPr>
              <a:t>Fit as confidence</a:t>
            </a:r>
          </a:p>
        </p:txBody>
      </p:sp>
      <p:sp>
        <p:nvSpPr>
          <p:cNvPr id="9" name="TextBox 8"/>
          <p:cNvSpPr txBox="1"/>
          <p:nvPr/>
        </p:nvSpPr>
        <p:spPr>
          <a:xfrm>
            <a:off x="6446520" y="2788920"/>
            <a:ext cx="4754880" cy="723275"/>
          </a:xfrm>
          <a:prstGeom prst="rect">
            <a:avLst/>
          </a:prstGeom>
          <a:noFill/>
        </p:spPr>
        <p:txBody>
          <a:bodyPr wrap="square" lIns="0" tIns="0" rIns="0" bIns="0" anchor="t">
            <a:spAutoFit/>
          </a:bodyPr>
          <a:lstStyle/>
          <a:p>
            <a:pPr algn="l">
              <a:spcAft>
                <a:spcPts val="600"/>
              </a:spcAft>
            </a:pPr>
            <a:r>
              <a:rPr lang="en-US" sz="1400" b="0" dirty="0">
                <a:solidFill>
                  <a:srgbClr val="545759"/>
                </a:solidFill>
                <a:latin typeface="Arial"/>
              </a:rPr>
              <a:t>Fit had a significant impact with 9.8% of forecasts followed by a loss, against a 5.0% base rate</a:t>
            </a:r>
          </a:p>
          <a:p>
            <a:pPr algn="l">
              <a:spcAft>
                <a:spcPts val="600"/>
              </a:spcAft>
            </a:pPr>
            <a:r>
              <a:rPr lang="en-US" sz="1400" dirty="0">
                <a:solidFill>
                  <a:srgbClr val="545759"/>
                </a:solidFill>
                <a:latin typeface="Arial"/>
              </a:rPr>
              <a:t>F</a:t>
            </a:r>
            <a:r>
              <a:rPr lang="en-US" sz="1400" b="0" dirty="0">
                <a:solidFill>
                  <a:srgbClr val="545759"/>
                </a:solidFill>
                <a:latin typeface="Arial"/>
              </a:rPr>
              <a:t>it-scaled rule: −20% drawdown against −35%</a:t>
            </a:r>
            <a:endParaRPr sz="1400" b="0" dirty="0">
              <a:solidFill>
                <a:srgbClr val="545759"/>
              </a:solidFill>
              <a:latin typeface="Arial"/>
            </a:endParaRPr>
          </a:p>
        </p:txBody>
      </p:sp>
      <p:sp>
        <p:nvSpPr>
          <p:cNvPr id="10" name="Rectangle 9"/>
          <p:cNvSpPr/>
          <p:nvPr/>
        </p:nvSpPr>
        <p:spPr>
          <a:xfrm>
            <a:off x="685800" y="4023360"/>
            <a:ext cx="53035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251960"/>
            <a:ext cx="4754880" cy="457200"/>
          </a:xfrm>
          <a:prstGeom prst="rect">
            <a:avLst/>
          </a:prstGeom>
          <a:noFill/>
        </p:spPr>
        <p:txBody>
          <a:bodyPr wrap="square" lIns="0" tIns="0" rIns="0" bIns="0" anchor="t">
            <a:spAutoFit/>
          </a:bodyPr>
          <a:lstStyle/>
          <a:p>
            <a:pPr algn="l">
              <a:spcAft>
                <a:spcPts val="600"/>
              </a:spcAft>
            </a:pPr>
            <a:r>
              <a:rPr sz="1700" b="1" dirty="0">
                <a:solidFill>
                  <a:srgbClr val="041D40"/>
                </a:solidFill>
                <a:latin typeface="Arial"/>
              </a:rPr>
              <a:t>What matters, and when</a:t>
            </a:r>
          </a:p>
        </p:txBody>
      </p:sp>
      <p:sp>
        <p:nvSpPr>
          <p:cNvPr id="12" name="TextBox 11"/>
          <p:cNvSpPr txBox="1"/>
          <p:nvPr/>
        </p:nvSpPr>
        <p:spPr>
          <a:xfrm>
            <a:off x="960120" y="4800600"/>
            <a:ext cx="4754880" cy="1188720"/>
          </a:xfrm>
          <a:prstGeom prst="rect">
            <a:avLst/>
          </a:prstGeom>
          <a:noFill/>
        </p:spPr>
        <p:txBody>
          <a:bodyPr wrap="square" lIns="0" tIns="0" rIns="0" bIns="0" anchor="t">
            <a:spAutoFit/>
          </a:bodyPr>
          <a:lstStyle/>
          <a:p>
            <a:pPr algn="l">
              <a:spcAft>
                <a:spcPts val="600"/>
              </a:spcAft>
            </a:pPr>
            <a:r>
              <a:rPr sz="1400" b="0" dirty="0">
                <a:solidFill>
                  <a:srgbClr val="545759"/>
                </a:solidFill>
                <a:latin typeface="Arial"/>
              </a:rPr>
              <a:t>Turbulence led in the tech sell-off, past return in the GFC, GARCH volatility in COVID, and CAPE and inflation after COVID</a:t>
            </a:r>
          </a:p>
        </p:txBody>
      </p:sp>
      <p:sp>
        <p:nvSpPr>
          <p:cNvPr id="13" name="Rectangle 12"/>
          <p:cNvSpPr/>
          <p:nvPr/>
        </p:nvSpPr>
        <p:spPr>
          <a:xfrm>
            <a:off x="6172200" y="4023360"/>
            <a:ext cx="5303520" cy="1828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251960"/>
            <a:ext cx="4754880" cy="457200"/>
          </a:xfrm>
          <a:prstGeom prst="rect">
            <a:avLst/>
          </a:prstGeom>
          <a:noFill/>
        </p:spPr>
        <p:txBody>
          <a:bodyPr wrap="square" lIns="0" tIns="0" rIns="0" bIns="0" anchor="t">
            <a:spAutoFit/>
          </a:bodyPr>
          <a:lstStyle/>
          <a:p>
            <a:pPr algn="l">
              <a:spcAft>
                <a:spcPts val="600"/>
              </a:spcAft>
            </a:pPr>
            <a:r>
              <a:rPr sz="1700" b="1">
                <a:solidFill>
                  <a:srgbClr val="A31F34"/>
                </a:solidFill>
                <a:latin typeface="Arial"/>
              </a:rPr>
              <a:t>Limits</a:t>
            </a:r>
          </a:p>
        </p:txBody>
      </p:sp>
      <p:sp>
        <p:nvSpPr>
          <p:cNvPr id="15" name="TextBox 14"/>
          <p:cNvSpPr txBox="1"/>
          <p:nvPr/>
        </p:nvSpPr>
        <p:spPr>
          <a:xfrm>
            <a:off x="6446520" y="4800600"/>
            <a:ext cx="4754880" cy="1188720"/>
          </a:xfrm>
          <a:prstGeom prst="rect">
            <a:avLst/>
          </a:prstGeom>
          <a:noFill/>
        </p:spPr>
        <p:txBody>
          <a:bodyPr wrap="square" lIns="0" tIns="0" rIns="0" bIns="0" anchor="t">
            <a:spAutoFit/>
          </a:bodyPr>
          <a:lstStyle/>
          <a:p>
            <a:pPr algn="l">
              <a:spcAft>
                <a:spcPts val="600"/>
              </a:spcAft>
            </a:pPr>
            <a:r>
              <a:rPr sz="1400" b="0">
                <a:solidFill>
                  <a:srgbClr val="545759"/>
                </a:solidFill>
                <a:latin typeface="Arial"/>
              </a:rPr>
              <a:t>21 loss months in 12 episodes; most warnings come once a fall has begun, so returns after a warning are higher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0C1D3B-29FA-039D-62DF-928C2D880151}"/>
              </a:ext>
            </a:extLst>
          </p:cNvPr>
          <p:cNvSpPr>
            <a:spLocks noGrp="1"/>
          </p:cNvSpPr>
          <p:nvPr>
            <p:ph type="ctrTitle"/>
          </p:nvPr>
        </p:nvSpPr>
        <p:spPr/>
        <p:txBody>
          <a:bodyPr/>
          <a:lstStyle/>
          <a:p>
            <a:r>
              <a:t>Thank you</a:t>
            </a:r>
          </a:p>
        </p:txBody>
      </p:sp>
      <p:sp>
        <p:nvSpPr>
          <p:cNvPr id="5" name="Subtitle 4">
            <a:extLst>
              <a:ext uri="{FF2B5EF4-FFF2-40B4-BE49-F238E27FC236}">
                <a16:creationId xmlns:a16="http://schemas.microsoft.com/office/drawing/2014/main" id="{E26818E0-D0B3-0322-24C9-82E01F45ADC2}"/>
              </a:ext>
            </a:extLst>
          </p:cNvPr>
          <p:cNvSpPr>
            <a:spLocks noGrp="1"/>
          </p:cNvSpPr>
          <p:nvPr>
            <p:ph type="subTitle" idx="1"/>
          </p:nvPr>
        </p:nvSpPr>
        <p:spPr/>
        <p:txBody>
          <a:bodyPr>
            <a:normAutofit fontScale="92500" lnSpcReduction="10000"/>
          </a:bodyPr>
          <a:lstStyle/>
          <a:p>
            <a:r>
              <a:rPr lang="en-US" dirty="0"/>
              <a:t>With thanks to Jake Xia (Harvard Management Company), Professor Mark Kritzman, and Cel Kulasekaran and Cambridge Sports Analytics for the RBP engine.</a:t>
            </a:r>
          </a:p>
        </p:txBody>
      </p:sp>
    </p:spTree>
    <p:extLst>
      <p:ext uri="{BB962C8B-B14F-4D97-AF65-F5344CB8AC3E}">
        <p14:creationId xmlns:p14="http://schemas.microsoft.com/office/powerpoint/2010/main" val="3304281470"/>
      </p:ext>
    </p:extLst>
  </p:cSld>
  <p:clrMapOvr>
    <a:masterClrMapping/>
  </p:clrMapOvr>
</p:sld>
</file>

<file path=ppt/theme/theme1.xml><?xml version="1.0" encoding="utf-8"?>
<a:theme xmlns:a="http://schemas.openxmlformats.org/drawingml/2006/main" name="MIT ">
  <a:themeElements>
    <a:clrScheme name="Office">
      <a:dk1>
        <a:srgbClr val="545759"/>
      </a:dk1>
      <a:lt1>
        <a:srgbClr val="FFFFFF"/>
      </a:lt1>
      <a:dk2>
        <a:srgbClr val="8A8B8C"/>
      </a:dk2>
      <a:lt2>
        <a:srgbClr val="C9C8C7"/>
      </a:lt2>
      <a:accent1>
        <a:srgbClr val="A31F34"/>
      </a:accent1>
      <a:accent2>
        <a:srgbClr val="041D40"/>
      </a:accent2>
      <a:accent3>
        <a:srgbClr val="006B67"/>
      </a:accent3>
      <a:accent4>
        <a:srgbClr val="00698E"/>
      </a:accent4>
      <a:accent5>
        <a:srgbClr val="6AA2B8"/>
      </a:accent5>
      <a:accent6>
        <a:srgbClr val="F6B221"/>
      </a:accent6>
      <a:hlink>
        <a:srgbClr val="0563C1"/>
      </a:hlink>
      <a:folHlink>
        <a:srgbClr val="954F72"/>
      </a:folHlink>
    </a:clrScheme>
    <a:fontScheme name="Custom 1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MIT Sloan 2025 Template &amp; Toolkit.pptx" id="{ECFB340A-9CC9-4C60-B557-31EFE4C0FFED}" vid="{4F4E1484-E1DB-4D7B-97BD-31FECA74B2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97b299-c2ac-4eb1-aec2-08cd1aa2aff0">
      <Terms xmlns="http://schemas.microsoft.com/office/infopath/2007/PartnerControls"/>
    </lcf76f155ced4ddcb4097134ff3c332f>
    <TaxCatchAll xmlns="a5bf85ab-5b89-45d5-812d-d881043611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7E38411235A848B9BC3C2F06233B6B" ma:contentTypeVersion="19" ma:contentTypeDescription="Create a new document." ma:contentTypeScope="" ma:versionID="f31a0a32f89ec6f70f66644fe63e17d0">
  <xsd:schema xmlns:xsd="http://www.w3.org/2001/XMLSchema" xmlns:xs="http://www.w3.org/2001/XMLSchema" xmlns:p="http://schemas.microsoft.com/office/2006/metadata/properties" xmlns:ns2="7097b299-c2ac-4eb1-aec2-08cd1aa2aff0" xmlns:ns3="a5bf85ab-5b89-45d5-812d-d881043611a5" targetNamespace="http://schemas.microsoft.com/office/2006/metadata/properties" ma:root="true" ma:fieldsID="dc0afe7946fa807e7cef75151dd2256d" ns2:_="" ns3:_="">
    <xsd:import namespace="7097b299-c2ac-4eb1-aec2-08cd1aa2aff0"/>
    <xsd:import namespace="a5bf85ab-5b89-45d5-812d-d881043611a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3:SharedWithUsers" minOccurs="0"/>
                <xsd:element ref="ns3:SharedWithDetails"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97b299-c2ac-4eb1-aec2-08cd1aa2af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f367377-cea2-4f59-9866-8491a8f07ab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5bf85ab-5b89-45d5-812d-d881043611a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18993d-1d16-43cf-b63c-2f328976747f}" ma:internalName="TaxCatchAll" ma:showField="CatchAllData" ma:web="a5bf85ab-5b89-45d5-812d-d881043611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ADDA77-3326-4952-8EB6-098CD7AE2F3F}">
  <ds:schemaRefs>
    <ds:schemaRef ds:uri="http://schemas.microsoft.com/office/2006/metadata/properties"/>
    <ds:schemaRef ds:uri="http://purl.org/dc/elements/1.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a5bf85ab-5b89-45d5-812d-d881043611a5"/>
    <ds:schemaRef ds:uri="7097b299-c2ac-4eb1-aec2-08cd1aa2aff0"/>
    <ds:schemaRef ds:uri="http://www.w3.org/XML/1998/namespace"/>
  </ds:schemaRefs>
</ds:datastoreItem>
</file>

<file path=customXml/itemProps2.xml><?xml version="1.0" encoding="utf-8"?>
<ds:datastoreItem xmlns:ds="http://schemas.openxmlformats.org/officeDocument/2006/customXml" ds:itemID="{92FB81A3-EB9C-4B5B-84A8-3AF39DB38FBA}">
  <ds:schemaRefs>
    <ds:schemaRef ds:uri="http://schemas.microsoft.com/sharepoint/v3/contenttype/forms"/>
  </ds:schemaRefs>
</ds:datastoreItem>
</file>

<file path=customXml/itemProps3.xml><?xml version="1.0" encoding="utf-8"?>
<ds:datastoreItem xmlns:ds="http://schemas.openxmlformats.org/officeDocument/2006/customXml" ds:itemID="{18BCD259-C91E-4CD4-899B-8F68C295E5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97b299-c2ac-4eb1-aec2-08cd1aa2aff0"/>
    <ds:schemaRef ds:uri="a5bf85ab-5b89-45d5-812d-d881043611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MIT </Template>
  <TotalTime>33</TotalTime>
  <Words>3607</Words>
  <Application>Microsoft Macintosh PowerPoint</Application>
  <PresentationFormat>Widescreen</PresentationFormat>
  <Paragraphs>696</Paragraphs>
  <Slides>25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Arial Black</vt:lpstr>
      <vt:lpstr>Calibri</vt:lpstr>
      <vt:lpstr>MIT </vt:lpstr>
      <vt:lpstr>Predicting a 10% loss in the S&amp;P 500</vt:lpstr>
      <vt:lpstr>PowerPoint Presentation</vt:lpstr>
      <vt:lpstr>The question</vt:lpstr>
      <vt:lpstr>Normal distribution vs. actual RESULTS</vt:lpstr>
      <vt:lpstr>Rolling 3-Month Returns Since 1928</vt:lpstr>
      <vt:lpstr>Chosen Predictors</vt:lpstr>
      <vt:lpstr>Two predictors built to read fragility</vt:lpstr>
      <vt:lpstr>The absorption ratio: fragility signal</vt:lpstr>
      <vt:lpstr>Regressions: one rule for every market</vt:lpstr>
      <vt:lpstr>Machine learning: more flexible rules</vt:lpstr>
      <vt:lpstr>Most losses go unwarned</vt:lpstr>
      <vt:lpstr>Relevance-based prediction (RBP)</vt:lpstr>
      <vt:lpstr>Trading Rule</vt:lpstr>
      <vt:lpstr>Results at a 10% threshold</vt:lpstr>
      <vt:lpstr>Results at a 15% threshold</vt:lpstr>
      <vt:lpstr>Results at a 20% threshold</vt:lpstr>
      <vt:lpstr>RBP Limits the Drawdown</vt:lpstr>
      <vt:lpstr>Growth of $1 invested in January 1991</vt:lpstr>
      <vt:lpstr>Drawdowns by Strategy</vt:lpstr>
      <vt:lpstr>RBP warns as falls begin, and through the rebound</vt:lpstr>
      <vt:lpstr>RBP’s Predictions in Different Regimes</vt:lpstr>
      <vt:lpstr>Different predictors matter in different crises</vt:lpstr>
      <vt:lpstr>What a regression misses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 15.451 team</dc:creator>
  <cp:lastModifiedBy>MIT 15.451 team</cp:lastModifiedBy>
  <cp:revision>10</cp:revision>
  <dcterms:created xsi:type="dcterms:W3CDTF">2025-10-28T19:44:28Z</dcterms:created>
  <dcterms:modified xsi:type="dcterms:W3CDTF">2026-10-22T03:13:32Z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0x0101003C7E38411235A848B9BC3C2F06233B6B</vt:lpwstr>
  </property>
  <property fmtid="{D5CDD505-2E9C-101B-9397-08002B2CF9AE}" pid="3" name="MediaServiceImageTags">
    <vt:lpwstr/>
  </property>
</Properties>
</file>